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20"/>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x="18288000" cy="10287000"/>
  <p:notesSz cx="6858000" cy="9144000"/>
  <p:embeddedFontLst>
    <p:embeddedFont>
      <p:font typeface="Calibri (MS)" charset="1" panose="020F0502020204030204"/>
      <p:regular r:id="rId23"/>
    </p:embeddedFont>
    <p:embeddedFont>
      <p:font typeface="Calibri (MS) Bold" charset="1" panose="020F0702030404030204"/>
      <p:regular r:id="rId24"/>
    </p:embeddedFont>
    <p:embeddedFont>
      <p:font typeface="Calibri (MS) Italics" charset="1" panose="020F05020202040A0204"/>
      <p:regular r:id="rId26"/>
    </p:embeddedFont>
    <p:embeddedFont>
      <p:font typeface="Calibri (MS) Bold Italics" charset="1" panose="020F07020304040A0204"/>
      <p:regular r:id="rId3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notesMasters/notesMaster1.xml" Type="http://schemas.openxmlformats.org/officeDocument/2006/relationships/notesMaster"/><Relationship Id="rId21" Target="theme/theme2.xml" Type="http://schemas.openxmlformats.org/officeDocument/2006/relationships/theme"/><Relationship Id="rId22" Target="notesSlides/notesSlide1.xml" Type="http://schemas.openxmlformats.org/officeDocument/2006/relationships/notesSlide"/><Relationship Id="rId23" Target="fonts/font23.fntdata" Type="http://schemas.openxmlformats.org/officeDocument/2006/relationships/font"/><Relationship Id="rId24" Target="fonts/font24.fntdata" Type="http://schemas.openxmlformats.org/officeDocument/2006/relationships/font"/><Relationship Id="rId25" Target="notesSlides/notesSlide2.xml" Type="http://schemas.openxmlformats.org/officeDocument/2006/relationships/notesSlide"/><Relationship Id="rId26" Target="fonts/font26.fntdata" Type="http://schemas.openxmlformats.org/officeDocument/2006/relationships/font"/><Relationship Id="rId27" Target="notesSlides/notesSlide3.xml" Type="http://schemas.openxmlformats.org/officeDocument/2006/relationships/notesSlide"/><Relationship Id="rId28" Target="notesSlides/notesSlide4.xml" Type="http://schemas.openxmlformats.org/officeDocument/2006/relationships/notesSlide"/><Relationship Id="rId29" Target="notesSlides/notesSlide5.xml" Type="http://schemas.openxmlformats.org/officeDocument/2006/relationships/notesSlide"/><Relationship Id="rId3" Target="viewProps.xml" Type="http://schemas.openxmlformats.org/officeDocument/2006/relationships/viewProps"/><Relationship Id="rId30" Target="notesSlides/notesSlide6.xml" Type="http://schemas.openxmlformats.org/officeDocument/2006/relationships/notesSlide"/><Relationship Id="rId31" Target="notesSlides/notesSlide7.xml" Type="http://schemas.openxmlformats.org/officeDocument/2006/relationships/notesSlide"/><Relationship Id="rId32" Target="notesSlides/notesSlide8.xml" Type="http://schemas.openxmlformats.org/officeDocument/2006/relationships/notesSlide"/><Relationship Id="rId33" Target="notesSlides/notesSlide9.xml" Type="http://schemas.openxmlformats.org/officeDocument/2006/relationships/notesSlide"/><Relationship Id="rId34" Target="notesSlides/notesSlide10.xml" Type="http://schemas.openxmlformats.org/officeDocument/2006/relationships/notesSlide"/><Relationship Id="rId35" Target="notesSlides/notesSlide11.xml" Type="http://schemas.openxmlformats.org/officeDocument/2006/relationships/notesSlide"/><Relationship Id="rId36" Target="notesSlides/notesSlide12.xml" Type="http://schemas.openxmlformats.org/officeDocument/2006/relationships/notesSlide"/><Relationship Id="rId37" Target="notesSlides/notesSlide13.xml" Type="http://schemas.openxmlformats.org/officeDocument/2006/relationships/notesSlide"/><Relationship Id="rId38" Target="notesSlides/notesSlide14.xml" Type="http://schemas.openxmlformats.org/officeDocument/2006/relationships/notesSlide"/><Relationship Id="rId39" Target="fonts/font39.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Buenos días / buenas tardes. Mi nombre es [nombre] y junto a Carlos Seaman presentamos nuestro Proyecto APT CAPSTONE para la asignatura de Ingeniería en Informática.</a:t>
            </a:r>
          </a:p>
          <a:p>
            <a:r>
              <a:rPr lang="en-US"/>
              <a:t>El proyecto se denomina "Sistema de Gestión y Seguimiento de Prácticas Profesionales" y su objetivo es dar solución a una problemática real que afecta al proceso de práctica profesional en nuestra carrera.</a:t>
            </a:r>
          </a:p>
          <a:p>
            <a:r>
              <a:rPr lang="en-US"/>
              <a:t>A lo largo de esta presentación cubriremos la problemática identificada, la solución propuesta, el Producto Mínimo Viable, la arquitectura de software seleccionada, la planificación del trabajo y la justificación de su factibilidad.</a:t>
            </a:r>
          </a:p>
          <a:p>
            <a:r>
              <a:rPr lang="en-US"/>
              <a:t>Comenzamos con la problemática que da origen a este proyecto.</a:t>
            </a:r>
          </a:p>
          <a:p>
            <a:r>
              <a:rPr lang="en-US"/>
              <a:t>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La problemática central que da origen a este proyecto es la falta de trazabilidad durante el proceso de práctica profesional.</a:t>
            </a:r>
          </a:p>
          <a:p>
            <a:r>
              <a:rPr lang="en-US"/>
              <a:t>Actualmente, el director de carrera tiene conocimiento principalmente del inicio y del término de cada práctica, pero existe muy poca visibilidad sobre lo que ocurre durante su desarrollo.</a:t>
            </a:r>
          </a:p>
          <a:p>
            <a:r>
              <a:rPr lang="en-US"/>
              <a:t>Esto genera situaciones críticas: no se detecta oportunamente si un estudiante abandonó el centro de práctica, si está enfrentando dificultades o si existe algún inconveniente que requiera intervención.</a:t>
            </a:r>
          </a:p>
          <a:p>
            <a:r>
              <a:rPr lang="en-US"/>
              <a:t>Esta etapa intermedia, que en el diagrama aparece destacada en amarillo, es el principal problema que buscamos resolver con este proyecto.</a:t>
            </a:r>
          </a:p>
          <a:p>
            <a:r>
              <a:rPr lang="en-US"/>
              <a:t>A continuación veremos por qué solucionar esto es relevante para la carrera.</a:t>
            </a:r>
          </a:p>
          <a:p>
            <a:r>
              <a:rPr lang="en-US"/>
              <a:t>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Este proyecto es relevante porque aborda tres aspectos fundamentales para el proceso de prácticas profesionales: trazabilidad, seguimiento activo y detección oportuna de problemas.</a:t>
            </a:r>
          </a:p>
          <a:p>
            <a:r>
              <a:rPr lang="en-US"/>
              <a:t>Desde la perspectiva de Ingeniería en Informática, el proyecto es especialmente significativo porque implica usar tecnología y desarrollo de software para resolver una problemática real de gestión de procesos, que es precisamente lo que se espera de un profesional de la carrera.</a:t>
            </a:r>
          </a:p>
          <a:p>
            <a:r>
              <a:rPr lang="en-US"/>
              <a:t>No se trata de un ejercicio académico abstracto, sino de una solución con impacto directo en una necesidad institucional concreta.</a:t>
            </a:r>
          </a:p>
          <a:p>
            <a:r>
              <a:rPr lang="en-US"/>
              <a:t>En la siguiente diapositiva presentaremos la solución que proponemos.</a:t>
            </a:r>
          </a:p>
          <a:p>
            <a:r>
              <a:rPr lang="en-US"/>
              <a:t>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La solución que proponemos es un sistema web que cubre el ciclo completo del proceso de práctica profesional, estructurado en seis etapas: Registro, Revisión, Gestión de estado, Seguimiento, Incidencias y Cierre.</a:t>
            </a:r>
          </a:p>
          <a:p>
            <a:r>
              <a:rPr lang="en-US"/>
              <a:t>Es importante destacar que no se trata únicamente de un sistema de registro. El foco del proyecto está en el seguimiento activo durante el desarrollo de la práctica, que es precisamente donde existe la brecha identificada.</a:t>
            </a:r>
          </a:p>
          <a:p>
            <a:r>
              <a:rPr lang="en-US"/>
              <a:t>El sistema diferencia roles entre estudiante y coordinador, permitiendo que cada actor interactúe con las funcionalidades que le corresponden.</a:t>
            </a:r>
          </a:p>
          <a:p>
            <a:r>
              <a:rPr lang="en-US"/>
              <a:t>El resultado esperado es mantener la trazabilidad completa del proceso, desde su inicio hasta su finalización.</a:t>
            </a:r>
          </a:p>
          <a:p>
            <a:r>
              <a:rPr lang="en-US"/>
              <a:t>A continuación presentamos los objetivos formales del proyecto.</a:t>
            </a:r>
          </a:p>
          <a:p>
            <a:r>
              <a:rPr lang="en-US"/>
              <a:t>4</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El objetivo general del proyecto es desarrollar un sistema web que permita gestionar y realizar seguimiento al proceso de prácticas profesionales, desde su registro hasta su finalización, mejorando la trazabilidad y facilitando la identificación oportuna de dificultades.</a:t>
            </a:r>
          </a:p>
          <a:p>
            <a:r>
              <a:rPr lang="en-US"/>
              <a:t>Los objetivos específicos desglosan este propósito en cinco áreas concretas: registro de información, revisión y gestión de estados, seguimiento durante el desarrollo, gestión de incidencias, e historial del proceso.</a:t>
            </a:r>
          </a:p>
          <a:p>
            <a:r>
              <a:rPr lang="en-US"/>
              <a:t>Estos objetivos son coherentes con la problemática identificada y con el alcance del Producto Mínimo Viable que definiremos más adelante.</a:t>
            </a:r>
          </a:p>
          <a:p>
            <a:r>
              <a:rPr lang="en-US"/>
              <a:t>Usamos verbos en infinitivo que orientan hacia resultados verificables, lo que permite demostrar su cumplimiento mediante evidencias concretas.</a:t>
            </a:r>
          </a:p>
          <a:p>
            <a:r>
              <a:rPr lang="en-US"/>
              <a:t>Pasamos ahora a ver cómo funcionará el sistema.</a:t>
            </a:r>
          </a:p>
          <a:p>
            <a:r>
              <a:rPr lang="en-US"/>
              <a:t>5</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El sistema contempla dos actores principales: el estudiante y el coordinador de prácticas.</a:t>
            </a:r>
          </a:p>
          <a:p>
            <a:r>
              <a:rPr lang="en-US"/>
              <a:t>El estudiante inicia sesión, registra los antecedentes de su práctica y puede consultar su estado en cualquier momento.</a:t>
            </a:r>
          </a:p>
          <a:p>
            <a:r>
              <a:rPr lang="en-US"/>
              <a:t>El coordinador, por su parte, visualiza las solicitudes, las revisa y valida, gestiona el estado de cada práctica, registra seguimientos periódicos, gestiona incidencias si se presentan y finalmente registra el cierre del proceso.</a:t>
            </a:r>
          </a:p>
          <a:p>
            <a:r>
              <a:rPr lang="en-US"/>
              <a:t>Este flujo garantiza que el ciclo completo quede documentado en el sistema, resolviendo el problema de poca visibilidad que identificamos al inicio.</a:t>
            </a:r>
          </a:p>
          <a:p>
            <a:r>
              <a:rPr lang="en-US"/>
              <a:t>A continuación presentaremos el Producto Mínimo Viable que implementaremos en el marco de esta asignatura.</a:t>
            </a:r>
          </a:p>
          <a:p>
            <a:r>
              <a:rPr lang="en-US"/>
              <a:t>6</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El Producto Mínimo Viable define el conjunto de funcionalidades esenciales que el sistema debe implementar para ser considerado funcional y útil.</a:t>
            </a:r>
          </a:p>
          <a:p>
            <a:r>
              <a:rPr lang="en-US"/>
              <a:t>Está compuesto por siete funcionalidades: acceso al sistema con autenticación por rol, registro de práctica, revisión y validación por parte del coordinador, gestión del estado, seguimiento durante el desarrollo, gestión de incidencias y alertas, y finalmente el cierre de la práctica.</a:t>
            </a:r>
          </a:p>
          <a:p>
            <a:r>
              <a:rPr lang="en-US"/>
              <a:t>Estas siete funcionalidades cubren el flujo completo del proceso, desde que el estudiante registra su práctica hasta que el coordinador la cierra formalmente.</a:t>
            </a:r>
          </a:p>
          <a:p>
            <a:r>
              <a:rPr lang="en-US"/>
              <a:t>Es importante destacar que el PMV está intencionalmente delimitado para que sea alcanzable dentro del plazo disponible en la asignatura, sin sacrificar la utilidad del sistema.</a:t>
            </a:r>
          </a:p>
          <a:p>
            <a:r>
              <a:rPr lang="en-US"/>
              <a:t>Pasemos ahora a ver cómo se organiza el trabajo mediante épicas.</a:t>
            </a:r>
          </a:p>
          <a:p>
            <a:r>
              <a:rPr lang="en-US"/>
              <a:t>7</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El proyecto se organiza en siete épicas, que representan los grandes bloques funcionales del sistema.</a:t>
            </a:r>
          </a:p>
          <a:p>
            <a:r>
              <a:rPr lang="en-US"/>
              <a:t>Una épica es un conjunto amplio de requerimientos o necesidades del producto. Cada épica tiene una definición redactada como historia de usuario — indicando el actor, la acción y el objetivo — y criterios de aceptación que permiten verificar si fue correctamente implementada.</a:t>
            </a:r>
          </a:p>
          <a:p>
            <a:r>
              <a:rPr lang="en-US"/>
              <a:t>Es importante distinguir que una épica no es lo mismo que un módulo de software. La épica representa qué se necesita; el módulo representa cómo se organizará el código internamente para satisfacer esa necesidad.</a:t>
            </a:r>
          </a:p>
          <a:p>
            <a:r>
              <a:rPr lang="en-US"/>
              <a:t>Las siete épicas cubren el flujo completo del PMV, desde el acceso al sistema hasta el cierre de la práctica.</a:t>
            </a:r>
          </a:p>
          <a:p>
            <a:r>
              <a:rPr lang="en-US"/>
              <a:t>A continuación presentamos la arquitectura de software que organizará técnicamente la solución.</a:t>
            </a:r>
          </a:p>
          <a:p>
            <a:r>
              <a:rPr lang="en-US"/>
              <a:t>8</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La arquitectura seleccionada para este proyecto es la arquitectura monolítica modular.</a:t>
            </a:r>
          </a:p>
          <a:p>
            <a:r>
              <a:rPr lang="en-US"/>
              <a:t>Esto significa que el sistema será una única aplicación, organizada internamente mediante módulos con responsabilidades claramente definidas. Cada módulo encapsula una parte del dominio: usuarios y autenticación, prácticas, revisión, estados, seguimientos, incidencias y cierre.</a:t>
            </a:r>
          </a:p>
          <a:p>
            <a:r>
              <a:rPr lang="en-US"/>
              <a:t>Esta decisión se justifica por el alcance del proyecto y el tamaño del equipo. Una arquitectura de microservicios agregaría complejidad distribuida — comunicación entre servicios, infraestructura adicional, gestión de versiones — que no se justifica para un PMV de esta escala.</a:t>
            </a:r>
          </a:p>
          <a:p>
            <a:r>
              <a:rPr lang="en-US"/>
              <a:t>La arquitectura monolítica modular nos permite mantener separación de responsabilidades, mantenibilidad y simplicidad de despliegue, sin renunciar a una buena organización del código.</a:t>
            </a:r>
          </a:p>
          <a:p>
            <a:r>
              <a:rPr lang="en-US"/>
              <a:t>A continuación presentamos la metodología de trabajo.</a:t>
            </a:r>
          </a:p>
          <a:p>
            <a:r>
              <a:rPr lang="en-US"/>
              <a:t>9</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La metodología de trabajo se basa en un enfoque incremental orientado por épicas e historias de usuario.</a:t>
            </a:r>
          </a:p>
          <a:p>
            <a:r>
              <a:rPr lang="en-US"/>
              <a:t>El proceso parte de las épicas definidas, que se descomponen en historias de usuario con criterios de aceptación. Estas historias se estiman mediante la técnica de Poker Planning, que permite al equipo llegar a una estimación consensuada del esfuerzo asociado a cada épica. Esta estimación está pendiente de realizar.</a:t>
            </a:r>
          </a:p>
          <a:p>
            <a:r>
              <a:rPr lang="en-US"/>
              <a:t>Una vez estimadas, las historias se desarrollan de forma incremental, lo que permite ir verificando el avance al finalizar cada bloque funcional.</a:t>
            </a:r>
          </a:p>
          <a:p>
            <a:r>
              <a:rPr lang="en-US"/>
              <a:t>Esta metodología es pertinente para el alcance del proyecto porque promueve el desarrollo progresivo, la comunicación del equipo y la verificación continua del cumplimiento de los requerimientos.</a:t>
            </a:r>
          </a:p>
          <a:p>
            <a:r>
              <a:rPr lang="en-US"/>
              <a:t>En la siguiente diapositiva relacionaremos el proyecto con el perfil de egreso.</a:t>
            </a:r>
          </a:p>
          <a:p>
            <a:r>
              <a:rPr lang="en-US"/>
              <a:t>10</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Este proyecto se vincula directamente con el perfil de egreso de Ingeniería en Informática en cuatro áreas clave.</a:t>
            </a:r>
          </a:p>
          <a:p>
            <a:r>
              <a:rPr lang="en-US"/>
              <a:t>En desarrollo de software, porque diseñamos e implementamos una solución web completa. En bases de datos, porque el sistema almacena, organiza y consulta información relacionada con estudiantes, coordinadores, prácticas y seguimientos. En ingeniería de software, porque seguimos todo el proceso: desde el levantamiento de requerimientos y el modelamiento hasta el desarrollo, pruebas y documentación. Y en seguridad, porque el sistema implementa autenticación y control de acceso basado en roles.</a:t>
            </a:r>
          </a:p>
          <a:p>
            <a:r>
              <a:rPr lang="en-US"/>
              <a:t>Desde el punto de vista de los intereses profesionales, este proyecto nos permite participar en el ciclo completo de desarrollo de un sistema, fortaleciendo competencias técnicas aplicadas a una problemática real, lo que prepara para el ejercicio profesional en el área de informática.</a:t>
            </a:r>
          </a:p>
          <a:p>
            <a:r>
              <a:rPr lang="en-US"/>
              <a:t>A continuación presentamos la factibilidad y los recursos del proyecto.</a:t>
            </a:r>
          </a:p>
          <a:p>
            <a:r>
              <a:rPr lang="en-US"/>
              <a:t>11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El proyecto es factible de realizar dentro de la asignatura por cuatro razones principales.</a:t>
            </a:r>
          </a:p>
          <a:p>
            <a:r>
              <a:rPr lang="en-US"/>
              <a:t>Primero, el alcance está claramente delimitado en un Producto Mínimo Viable de siete épicas. Segundo, el tiempo de desarrollo está ajustado a las semanas disponibles de la asignatura. Tercero, la arquitectura monolítica modular facilita el desarrollo y despliegue sin infraestructura adicional. Cuarto, el equipo cuenta con las competencias adquiridas durante la carrera.</a:t>
            </a:r>
          </a:p>
          <a:p>
            <a:r>
              <a:rPr lang="en-US"/>
              <a:t>Los principales facilitadores son que el proceso de prácticas ya está documentado y el PMV está definido, lo que permite comenzar el desarrollo sin incertidumbre sobre los requerimientos.</a:t>
            </a:r>
          </a:p>
          <a:p>
            <a:r>
              <a:rPr lang="en-US"/>
              <a:t>Los principales obstáculos son el tiempo disponible acotado, posibles cambios en requerimientos y dificultades de coordinación. Estos se mitigan con un PMV de alcance controlado que puede adaptarse sin comprometer las funcionalidades esenciales.</a:t>
            </a:r>
          </a:p>
          <a:p>
            <a:r>
              <a:rPr lang="en-US"/>
              <a:t>Veamos ahora la planificación y las evidencias.</a:t>
            </a:r>
          </a:p>
          <a:p>
            <a:r>
              <a:rPr lang="en-US"/>
              <a:t>12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El plan de trabajo distribuye las siete épicas a lo largo de las semanas 5 a 14 de la asignatura.</a:t>
            </a:r>
          </a:p>
          <a:p>
            <a:r>
              <a:rPr lang="en-US"/>
              <a:t>EP01 inicia en la semana 5, cubriendo acceso y gestión de usuarios. Luego se trabaja el registro, revisión, gestión de estados, seguimiento, incidencias y cierre, de forma progresiva e incremental. Las semanas 13 y 14 están reservadas para integración y pruebas del PMV completo.</a:t>
            </a:r>
          </a:p>
          <a:p>
            <a:r>
              <a:rPr lang="en-US"/>
              <a:t>Algunas épicas tienen períodos solapados, lo que refleja el desarrollo paralelo de funcionalidades relacionadas.</a:t>
            </a:r>
          </a:p>
          <a:p>
            <a:r>
              <a:rPr lang="en-US"/>
              <a:t>La estimación mediante Poker Planning está pendiente de realizar, por lo que el dimensionamiento en puntos de función aparece como pendiente de estimación en el plan.</a:t>
            </a:r>
          </a:p>
          <a:p>
            <a:r>
              <a:rPr lang="en-US"/>
              <a:t>Las evidencias que demostrarán el cumplimiento del proyecto son: código fuente funcional, repositorio Git, base de datos implementada, funcionalidades operativas por épica, pruebas ejecutadas y documentación.</a:t>
            </a:r>
          </a:p>
          <a:p>
            <a:r>
              <a:rPr lang="en-US"/>
              <a:t>Pasemos a las conclusiones.</a:t>
            </a:r>
          </a:p>
          <a:p>
            <a:r>
              <a:rPr lang="en-US"/>
              <a:t>13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Para cerrar esta presentación, el mensaje central es el siguiente: este proyecto nace de una problemática real — la falta de trazabilidad durante el desarrollo de las prácticas profesionales — y propone una solución tecnológica concreta: un sistema web de gestión y seguimiento.</a:t>
            </a:r>
          </a:p>
          <a:p>
            <a:r>
              <a:rPr lang="en-US"/>
              <a:t>El Producto Mínimo Viable está claramente delimitado en siete épicas que cubren el flujo completo del proceso. La arquitectura monolítica modular garantiza un desarrollo ordenado, mantenible y adecuado para el tamaño del equipo y el tiempo disponible. El plan de trabajo distribuye el desarrollo en diez semanas, con integración y pruebas al final.</a:t>
            </a:r>
          </a:p>
          <a:p>
            <a:r>
              <a:rPr lang="en-US"/>
              <a:t>Este proyecto es una propuesta de Ingeniería en Informática porque aplica competencias reales de la carrera — desarrollo de software, bases de datos, ingeniería de software y seguridad — para resolver una necesidad institucional concreta.</a:t>
            </a:r>
          </a:p>
          <a:p>
            <a:r>
              <a:rPr lang="en-US"/>
              <a:t>Quedamos abiertos a preguntas. Muchas gracias.</a:t>
            </a:r>
          </a:p>
          <a:p>
            <a:r>
              <a:rPr lang="en-US"/>
              <a:t>14</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jpeg" Type="http://schemas.openxmlformats.org/officeDocument/2006/relationships/image"/><Relationship Id="rId4" Target="../media/image2.png" Type="http://schemas.openxmlformats.org/officeDocument/2006/relationships/image"/><Relationship Id="rId5" Target="../media/image3.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1.jpeg" Type="http://schemas.openxmlformats.org/officeDocument/2006/relationships/image"/><Relationship Id="rId4" Target="../media/image2.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png" Type="http://schemas.openxmlformats.org/officeDocument/2006/relationships/image"/><Relationship Id="rId2" Target="../notesSlides/notesSlide3.xml" Type="http://schemas.openxmlformats.org/officeDocument/2006/relationships/notesSlide"/><Relationship Id="rId3" Target="../media/image1.jpe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6.png" Type="http://schemas.openxmlformats.org/officeDocument/2006/relationships/image"/><Relationship Id="rId7" Target="../media/image7.svg" Type="http://schemas.openxmlformats.org/officeDocument/2006/relationships/image"/><Relationship Id="rId8" Target="../media/image8.png" Type="http://schemas.openxmlformats.org/officeDocument/2006/relationships/image"/><Relationship Id="rId9" Target="../media/image9.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1.jpeg" Type="http://schemas.openxmlformats.org/officeDocument/2006/relationships/image"/><Relationship Id="rId4" Target="../media/image2.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1.jpeg" Type="http://schemas.openxmlformats.org/officeDocument/2006/relationships/image"/><Relationship Id="rId4" Target="../media/image2.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1.jpeg" Type="http://schemas.openxmlformats.org/officeDocument/2006/relationships/image"/><Relationship Id="rId4" Target="../media/image2.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1.jpeg" Type="http://schemas.openxmlformats.org/officeDocument/2006/relationships/image"/><Relationship Id="rId4" Target="../media/image2.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1.jpeg" Type="http://schemas.openxmlformats.org/officeDocument/2006/relationships/image"/><Relationship Id="rId4" Target="../media/image2.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1.jpeg" Type="http://schemas.openxmlformats.org/officeDocument/2006/relationships/image"/><Relationship Id="rId4" Target="../media/image2.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media/image1.jpeg" Type="http://schemas.openxmlformats.org/officeDocument/2006/relationships/image"/><Relationship Id="rId4" Target="../media/image2.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 Id="rId3" Target="../media/image1.jpeg" Type="http://schemas.openxmlformats.org/officeDocument/2006/relationships/image"/><Relationship Id="rId4" Target="../media/image2.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2.xml" Type="http://schemas.openxmlformats.org/officeDocument/2006/relationships/notesSlide"/><Relationship Id="rId3" Target="../media/image1.jpeg" Type="http://schemas.openxmlformats.org/officeDocument/2006/relationships/image"/><Relationship Id="rId4" Target="../media/image2.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3.xml" Type="http://schemas.openxmlformats.org/officeDocument/2006/relationships/notesSlide"/><Relationship Id="rId3" Target="../media/image1.jpeg" Type="http://schemas.openxmlformats.org/officeDocument/2006/relationships/image"/><Relationship Id="rId4" Target="../media/image2.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4.xml" Type="http://schemas.openxmlformats.org/officeDocument/2006/relationships/notesSlide"/><Relationship Id="rId3" Target="../media/image1.jpeg" Type="http://schemas.openxmlformats.org/officeDocument/2006/relationships/image"/><Relationship Id="rId4" Target="../media/image2.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8961120"/>
            <a:ext cx="18288000" cy="1325880"/>
            <a:chOff x="0" y="0"/>
            <a:chExt cx="24384000" cy="1767840"/>
          </a:xfrm>
        </p:grpSpPr>
        <p:sp>
          <p:nvSpPr>
            <p:cNvPr name="Freeform 3" id="3"/>
            <p:cNvSpPr/>
            <p:nvPr/>
          </p:nvSpPr>
          <p:spPr>
            <a:xfrm flipH="false" flipV="false" rot="0">
              <a:off x="0" y="0"/>
              <a:ext cx="24384000" cy="1767840"/>
            </a:xfrm>
            <a:custGeom>
              <a:avLst/>
              <a:gdLst/>
              <a:ahLst/>
              <a:cxnLst/>
              <a:rect r="r" b="b" t="t" l="l"/>
              <a:pathLst>
                <a:path h="1767840" w="24384000">
                  <a:moveTo>
                    <a:pt x="0" y="0"/>
                  </a:moveTo>
                  <a:lnTo>
                    <a:pt x="24384000" y="0"/>
                  </a:lnTo>
                  <a:lnTo>
                    <a:pt x="24384000" y="1767840"/>
                  </a:lnTo>
                  <a:lnTo>
                    <a:pt x="0" y="1767840"/>
                  </a:lnTo>
                  <a:close/>
                </a:path>
              </a:pathLst>
            </a:custGeom>
            <a:solidFill>
              <a:srgbClr val="028090"/>
            </a:solidFill>
          </p:spPr>
        </p:sp>
      </p:grpSp>
      <p:grpSp>
        <p:nvGrpSpPr>
          <p:cNvPr name="Group 4" id="4"/>
          <p:cNvGrpSpPr/>
          <p:nvPr/>
        </p:nvGrpSpPr>
        <p:grpSpPr>
          <a:xfrm rot="0">
            <a:off x="1246871" y="4760666"/>
            <a:ext cx="9676715" cy="52578"/>
            <a:chOff x="0" y="0"/>
            <a:chExt cx="8975524" cy="48768"/>
          </a:xfrm>
        </p:grpSpPr>
        <p:sp>
          <p:nvSpPr>
            <p:cNvPr name="Freeform 5" id="5"/>
            <p:cNvSpPr/>
            <p:nvPr/>
          </p:nvSpPr>
          <p:spPr>
            <a:xfrm flipH="false" flipV="false" rot="0">
              <a:off x="0" y="0"/>
              <a:ext cx="8975524" cy="48768"/>
            </a:xfrm>
            <a:custGeom>
              <a:avLst/>
              <a:gdLst/>
              <a:ahLst/>
              <a:cxnLst/>
              <a:rect r="r" b="b" t="t" l="l"/>
              <a:pathLst>
                <a:path h="48768" w="8975524">
                  <a:moveTo>
                    <a:pt x="0" y="0"/>
                  </a:moveTo>
                  <a:lnTo>
                    <a:pt x="8975524" y="0"/>
                  </a:lnTo>
                  <a:lnTo>
                    <a:pt x="8975524" y="48768"/>
                  </a:lnTo>
                  <a:lnTo>
                    <a:pt x="0" y="48768"/>
                  </a:lnTo>
                  <a:close/>
                </a:path>
              </a:pathLst>
            </a:custGeom>
            <a:blipFill>
              <a:blip r:embed="rId3"/>
              <a:stretch>
                <a:fillRect l="0" t="-3797007" r="-8668" b="-3897007"/>
              </a:stretch>
            </a:blipFill>
            <a:ln w="352425" cap="sq">
              <a:solidFill>
                <a:srgbClr val="026A7A"/>
              </a:solidFill>
              <a:prstDash val="solid"/>
              <a:miter/>
            </a:ln>
          </p:spPr>
        </p:sp>
      </p:grpSp>
      <p:grpSp>
        <p:nvGrpSpPr>
          <p:cNvPr name="Group 6" id="6"/>
          <p:cNvGrpSpPr/>
          <p:nvPr/>
        </p:nvGrpSpPr>
        <p:grpSpPr>
          <a:xfrm rot="0">
            <a:off x="7859350" y="9401938"/>
            <a:ext cx="2101013" cy="444244"/>
            <a:chOff x="0" y="0"/>
            <a:chExt cx="3459658" cy="731520"/>
          </a:xfrm>
        </p:grpSpPr>
        <p:sp>
          <p:nvSpPr>
            <p:cNvPr name="Freeform 7" id="7"/>
            <p:cNvSpPr/>
            <p:nvPr/>
          </p:nvSpPr>
          <p:spPr>
            <a:xfrm flipH="false" flipV="false" rot="0">
              <a:off x="0" y="0"/>
              <a:ext cx="3459658" cy="731520"/>
            </a:xfrm>
            <a:custGeom>
              <a:avLst/>
              <a:gdLst/>
              <a:ahLst/>
              <a:cxnLst/>
              <a:rect r="r" b="b" t="t" l="l"/>
              <a:pathLst>
                <a:path h="731520" w="3459658">
                  <a:moveTo>
                    <a:pt x="0" y="0"/>
                  </a:moveTo>
                  <a:lnTo>
                    <a:pt x="3459658" y="0"/>
                  </a:lnTo>
                  <a:lnTo>
                    <a:pt x="3459658" y="731520"/>
                  </a:lnTo>
                  <a:lnTo>
                    <a:pt x="0" y="731520"/>
                  </a:lnTo>
                  <a:close/>
                </a:path>
              </a:pathLst>
            </a:custGeom>
            <a:blipFill>
              <a:blip r:embed="rId3">
                <a:alphaModFix amt="0"/>
              </a:blip>
              <a:stretch>
                <a:fillRect l="0" t="-99385" r="-62106" b="-99385"/>
              </a:stretch>
            </a:blipFill>
          </p:spPr>
        </p:sp>
        <p:sp>
          <p:nvSpPr>
            <p:cNvPr name="TextBox 8" id="8"/>
            <p:cNvSpPr txBox="true"/>
            <p:nvPr/>
          </p:nvSpPr>
          <p:spPr>
            <a:xfrm>
              <a:off x="0" y="-47625"/>
              <a:ext cx="3459658" cy="779145"/>
            </a:xfrm>
            <a:prstGeom prst="rect">
              <a:avLst/>
            </a:prstGeom>
          </p:spPr>
          <p:txBody>
            <a:bodyPr anchor="ctr" rtlCol="false" tIns="0" lIns="0" bIns="0" rIns="0"/>
            <a:lstStyle/>
            <a:p>
              <a:pPr algn="r">
                <a:lnSpc>
                  <a:spcPts val="2639"/>
                </a:lnSpc>
              </a:pPr>
              <a:r>
                <a:rPr lang="en-US" sz="2199">
                  <a:solidFill>
                    <a:srgbClr val="FFFFFF"/>
                  </a:solidFill>
                  <a:latin typeface="Calibri (MS)"/>
                  <a:ea typeface="Calibri (MS)"/>
                  <a:cs typeface="Calibri (MS)"/>
                  <a:sym typeface="Calibri (MS)"/>
                </a:rPr>
                <a:t>31 Agosto 2026</a:t>
              </a:r>
            </a:p>
          </p:txBody>
        </p:sp>
      </p:grpSp>
      <p:sp>
        <p:nvSpPr>
          <p:cNvPr name="Freeform 9" id="9"/>
          <p:cNvSpPr/>
          <p:nvPr/>
        </p:nvSpPr>
        <p:spPr>
          <a:xfrm flipH="false" flipV="false" rot="0">
            <a:off x="12721553" y="403611"/>
            <a:ext cx="5000711" cy="1250178"/>
          </a:xfrm>
          <a:custGeom>
            <a:avLst/>
            <a:gdLst/>
            <a:ahLst/>
            <a:cxnLst/>
            <a:rect r="r" b="b" t="t" l="l"/>
            <a:pathLst>
              <a:path h="1250178" w="5000711">
                <a:moveTo>
                  <a:pt x="0" y="0"/>
                </a:moveTo>
                <a:lnTo>
                  <a:pt x="5000711" y="0"/>
                </a:lnTo>
                <a:lnTo>
                  <a:pt x="5000711" y="1250178"/>
                </a:lnTo>
                <a:lnTo>
                  <a:pt x="0" y="1250178"/>
                </a:lnTo>
                <a:lnTo>
                  <a:pt x="0" y="0"/>
                </a:lnTo>
                <a:close/>
              </a:path>
            </a:pathLst>
          </a:custGeom>
          <a:blipFill>
            <a:blip r:embed="rId4"/>
            <a:stretch>
              <a:fillRect l="0" t="0" r="0" b="0"/>
            </a:stretch>
          </a:blipFill>
        </p:spPr>
      </p:sp>
      <p:grpSp>
        <p:nvGrpSpPr>
          <p:cNvPr name="Group 10" id="10"/>
          <p:cNvGrpSpPr/>
          <p:nvPr/>
        </p:nvGrpSpPr>
        <p:grpSpPr>
          <a:xfrm rot="0">
            <a:off x="12446602" y="4177108"/>
            <a:ext cx="4396471" cy="4396471"/>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5"/>
              <a:stretch>
                <a:fillRect l="-25187" t="0" r="-25187" b="0"/>
              </a:stretch>
            </a:blipFill>
          </p:spPr>
        </p:sp>
      </p:grpSp>
      <p:sp>
        <p:nvSpPr>
          <p:cNvPr name="TextBox 12" id="12"/>
          <p:cNvSpPr txBox="true"/>
          <p:nvPr/>
        </p:nvSpPr>
        <p:spPr>
          <a:xfrm rot="0">
            <a:off x="1246871" y="1903096"/>
            <a:ext cx="4403408" cy="504825"/>
          </a:xfrm>
          <a:prstGeom prst="rect">
            <a:avLst/>
          </a:prstGeom>
        </p:spPr>
        <p:txBody>
          <a:bodyPr anchor="t" rtlCol="false" tIns="0" lIns="0" bIns="0" rIns="0">
            <a:spAutoFit/>
          </a:bodyPr>
          <a:lstStyle/>
          <a:p>
            <a:pPr algn="ctr">
              <a:lnSpc>
                <a:spcPts val="3599"/>
              </a:lnSpc>
              <a:spcBef>
                <a:spcPct val="0"/>
              </a:spcBef>
            </a:pPr>
            <a:r>
              <a:rPr lang="en-US" b="true" sz="2999">
                <a:solidFill>
                  <a:srgbClr val="000000"/>
                </a:solidFill>
                <a:latin typeface="Calibri (MS) Bold"/>
                <a:ea typeface="Calibri (MS) Bold"/>
                <a:cs typeface="Calibri (MS) Bold"/>
                <a:sym typeface="Calibri (MS) Bold"/>
              </a:rPr>
              <a:t>PROYECTO APT / CAPSTONE</a:t>
            </a:r>
          </a:p>
        </p:txBody>
      </p:sp>
      <p:sp>
        <p:nvSpPr>
          <p:cNvPr name="TextBox 13" id="13"/>
          <p:cNvSpPr txBox="true"/>
          <p:nvPr/>
        </p:nvSpPr>
        <p:spPr>
          <a:xfrm rot="0">
            <a:off x="1105424" y="2567940"/>
            <a:ext cx="12448238" cy="2095500"/>
          </a:xfrm>
          <a:prstGeom prst="rect">
            <a:avLst/>
          </a:prstGeom>
        </p:spPr>
        <p:txBody>
          <a:bodyPr anchor="t" rtlCol="false" tIns="0" lIns="0" bIns="0" rIns="0">
            <a:spAutoFit/>
          </a:bodyPr>
          <a:lstStyle/>
          <a:p>
            <a:pPr algn="l">
              <a:lnSpc>
                <a:spcPts val="7799"/>
              </a:lnSpc>
              <a:spcBef>
                <a:spcPct val="0"/>
              </a:spcBef>
            </a:pPr>
            <a:r>
              <a:rPr lang="en-US" b="true" sz="6499">
                <a:solidFill>
                  <a:srgbClr val="000000"/>
                </a:solidFill>
                <a:latin typeface="Calibri (MS) Bold"/>
                <a:ea typeface="Calibri (MS) Bold"/>
                <a:cs typeface="Calibri (MS) Bold"/>
                <a:sym typeface="Calibri (MS) Bold"/>
              </a:rPr>
              <a:t>Sistema de Gestión y Seguimiento</a:t>
            </a:r>
          </a:p>
          <a:p>
            <a:pPr algn="l">
              <a:lnSpc>
                <a:spcPts val="7799"/>
              </a:lnSpc>
              <a:spcBef>
                <a:spcPct val="0"/>
              </a:spcBef>
            </a:pPr>
            <a:r>
              <a:rPr lang="en-US" b="true" sz="6499">
                <a:solidFill>
                  <a:srgbClr val="000000"/>
                </a:solidFill>
                <a:latin typeface="Calibri (MS) Bold"/>
                <a:ea typeface="Calibri (MS) Bold"/>
                <a:cs typeface="Calibri (MS) Bold"/>
                <a:sym typeface="Calibri (MS) Bold"/>
              </a:rPr>
              <a:t>de Prácticas Profesionales</a:t>
            </a:r>
          </a:p>
        </p:txBody>
      </p:sp>
      <p:sp>
        <p:nvSpPr>
          <p:cNvPr name="TextBox 14" id="14"/>
          <p:cNvSpPr txBox="true"/>
          <p:nvPr/>
        </p:nvSpPr>
        <p:spPr>
          <a:xfrm rot="0">
            <a:off x="1097201" y="6337244"/>
            <a:ext cx="1591287" cy="400050"/>
          </a:xfrm>
          <a:prstGeom prst="rect">
            <a:avLst/>
          </a:prstGeom>
        </p:spPr>
        <p:txBody>
          <a:bodyPr anchor="t" rtlCol="false" tIns="0" lIns="0" bIns="0" rIns="0">
            <a:spAutoFit/>
          </a:bodyPr>
          <a:lstStyle/>
          <a:p>
            <a:pPr algn="ctr">
              <a:lnSpc>
                <a:spcPts val="2879"/>
              </a:lnSpc>
              <a:spcBef>
                <a:spcPct val="0"/>
              </a:spcBef>
            </a:pPr>
            <a:r>
              <a:rPr lang="en-US" b="true" sz="2400">
                <a:solidFill>
                  <a:srgbClr val="000000"/>
                </a:solidFill>
                <a:latin typeface="Calibri (MS) Bold"/>
                <a:ea typeface="Calibri (MS) Bold"/>
                <a:cs typeface="Calibri (MS) Bold"/>
                <a:sym typeface="Calibri (MS) Bold"/>
              </a:rPr>
              <a:t>Integrantes:</a:t>
            </a:r>
          </a:p>
        </p:txBody>
      </p:sp>
      <p:sp>
        <p:nvSpPr>
          <p:cNvPr name="TextBox 15" id="15"/>
          <p:cNvSpPr txBox="true"/>
          <p:nvPr/>
        </p:nvSpPr>
        <p:spPr>
          <a:xfrm rot="0">
            <a:off x="990600" y="6775394"/>
            <a:ext cx="6595498" cy="400050"/>
          </a:xfrm>
          <a:prstGeom prst="rect">
            <a:avLst/>
          </a:prstGeom>
        </p:spPr>
        <p:txBody>
          <a:bodyPr anchor="t" rtlCol="false" tIns="0" lIns="0" bIns="0" rIns="0">
            <a:spAutoFit/>
          </a:bodyPr>
          <a:lstStyle/>
          <a:p>
            <a:pPr algn="ctr">
              <a:lnSpc>
                <a:spcPts val="2879"/>
              </a:lnSpc>
              <a:spcBef>
                <a:spcPct val="0"/>
              </a:spcBef>
            </a:pPr>
            <a:r>
              <a:rPr lang="en-US" b="true" sz="2400">
                <a:solidFill>
                  <a:srgbClr val="000000"/>
                </a:solidFill>
                <a:latin typeface="Calibri (MS) Bold"/>
                <a:ea typeface="Calibri (MS) Bold"/>
                <a:cs typeface="Calibri (MS) Bold"/>
                <a:sym typeface="Calibri (MS) Bold"/>
              </a:rPr>
              <a:t>Freddy Neilaf · Carlos Seaman  ·  Brandon Ramirez</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8105" y="39367"/>
            <a:ext cx="4575172" cy="10287000"/>
            <a:chOff x="0" y="0"/>
            <a:chExt cx="6100229" cy="13716000"/>
          </a:xfrm>
        </p:grpSpPr>
        <p:sp>
          <p:nvSpPr>
            <p:cNvPr name="Freeform 3" id="3"/>
            <p:cNvSpPr/>
            <p:nvPr/>
          </p:nvSpPr>
          <p:spPr>
            <a:xfrm flipH="false" flipV="false" rot="0">
              <a:off x="0" y="0"/>
              <a:ext cx="6100229" cy="13716000"/>
            </a:xfrm>
            <a:custGeom>
              <a:avLst/>
              <a:gdLst/>
              <a:ahLst/>
              <a:cxnLst/>
              <a:rect r="r" b="b" t="t" l="l"/>
              <a:pathLst>
                <a:path h="13716000" w="6100229">
                  <a:moveTo>
                    <a:pt x="0" y="0"/>
                  </a:moveTo>
                  <a:lnTo>
                    <a:pt x="6100229" y="0"/>
                  </a:lnTo>
                  <a:lnTo>
                    <a:pt x="6100229" y="13716000"/>
                  </a:lnTo>
                  <a:lnTo>
                    <a:pt x="0" y="13716000"/>
                  </a:lnTo>
                  <a:close/>
                </a:path>
              </a:pathLst>
            </a:custGeom>
            <a:solidFill>
              <a:srgbClr val="1E2761"/>
            </a:solidFill>
          </p:spPr>
        </p:sp>
      </p:grpSp>
      <p:grpSp>
        <p:nvGrpSpPr>
          <p:cNvPr name="Group 4" id="4"/>
          <p:cNvGrpSpPr/>
          <p:nvPr/>
        </p:nvGrpSpPr>
        <p:grpSpPr>
          <a:xfrm rot="0">
            <a:off x="457200" y="1463040"/>
            <a:ext cx="5120640" cy="1645920"/>
            <a:chOff x="0" y="0"/>
            <a:chExt cx="6827520" cy="2194560"/>
          </a:xfrm>
        </p:grpSpPr>
        <p:sp>
          <p:nvSpPr>
            <p:cNvPr name="Freeform 5" id="5"/>
            <p:cNvSpPr/>
            <p:nvPr/>
          </p:nvSpPr>
          <p:spPr>
            <a:xfrm flipH="false" flipV="false" rot="0">
              <a:off x="0" y="0"/>
              <a:ext cx="6827520" cy="2194560"/>
            </a:xfrm>
            <a:custGeom>
              <a:avLst/>
              <a:gdLst/>
              <a:ahLst/>
              <a:cxnLst/>
              <a:rect r="r" b="b" t="t" l="l"/>
              <a:pathLst>
                <a:path h="2194560" w="6827520">
                  <a:moveTo>
                    <a:pt x="0" y="0"/>
                  </a:moveTo>
                  <a:lnTo>
                    <a:pt x="6827520" y="0"/>
                  </a:lnTo>
                  <a:lnTo>
                    <a:pt x="6827520" y="2194560"/>
                  </a:lnTo>
                  <a:lnTo>
                    <a:pt x="0" y="2194560"/>
                  </a:lnTo>
                  <a:close/>
                </a:path>
              </a:pathLst>
            </a:custGeom>
            <a:blipFill>
              <a:blip r:embed="rId3">
                <a:alphaModFix amt="0"/>
              </a:blip>
              <a:stretch>
                <a:fillRect l="0" t="-10620" r="0" b="-10620"/>
              </a:stretch>
            </a:blipFill>
          </p:spPr>
        </p:sp>
        <p:sp>
          <p:nvSpPr>
            <p:cNvPr name="TextBox 6" id="6"/>
            <p:cNvSpPr txBox="true"/>
            <p:nvPr/>
          </p:nvSpPr>
          <p:spPr>
            <a:xfrm>
              <a:off x="0" y="-85725"/>
              <a:ext cx="6827520" cy="2280285"/>
            </a:xfrm>
            <a:prstGeom prst="rect">
              <a:avLst/>
            </a:prstGeom>
          </p:spPr>
          <p:txBody>
            <a:bodyPr anchor="ctr" rtlCol="false" tIns="0" lIns="0" bIns="0" rIns="0"/>
            <a:lstStyle/>
            <a:p>
              <a:pPr algn="l">
                <a:lnSpc>
                  <a:spcPts val="4799"/>
                </a:lnSpc>
              </a:pPr>
              <a:r>
                <a:rPr lang="en-US" sz="3999" b="true">
                  <a:solidFill>
                    <a:srgbClr val="FFFFFF"/>
                  </a:solidFill>
                  <a:latin typeface="Calibri (MS) Bold"/>
                  <a:ea typeface="Calibri (MS) Bold"/>
                  <a:cs typeface="Calibri (MS) Bold"/>
                  <a:sym typeface="Calibri (MS) Bold"/>
                </a:rPr>
                <a:t>PROBLEMÁTICA</a:t>
              </a:r>
            </a:p>
            <a:p>
              <a:pPr algn="l">
                <a:lnSpc>
                  <a:spcPts val="4799"/>
                </a:lnSpc>
              </a:pPr>
              <a:r>
                <a:rPr lang="en-US" sz="3999" b="true">
                  <a:solidFill>
                    <a:srgbClr val="FFFFFF"/>
                  </a:solidFill>
                  <a:latin typeface="Calibri (MS) Bold"/>
                  <a:ea typeface="Calibri (MS) Bold"/>
                  <a:cs typeface="Calibri (MS) Bold"/>
                  <a:sym typeface="Calibri (MS) Bold"/>
                </a:rPr>
                <a:t>ACTUAL</a:t>
              </a:r>
            </a:p>
          </p:txBody>
        </p:sp>
      </p:grpSp>
      <p:grpSp>
        <p:nvGrpSpPr>
          <p:cNvPr name="Group 7" id="7"/>
          <p:cNvGrpSpPr/>
          <p:nvPr/>
        </p:nvGrpSpPr>
        <p:grpSpPr>
          <a:xfrm rot="0">
            <a:off x="457200" y="3200400"/>
            <a:ext cx="2743200" cy="91440"/>
            <a:chOff x="0" y="0"/>
            <a:chExt cx="3657600" cy="121920"/>
          </a:xfrm>
        </p:grpSpPr>
        <p:sp>
          <p:nvSpPr>
            <p:cNvPr name="Freeform 8" id="8"/>
            <p:cNvSpPr/>
            <p:nvPr/>
          </p:nvSpPr>
          <p:spPr>
            <a:xfrm flipH="false" flipV="false" rot="0">
              <a:off x="0" y="0"/>
              <a:ext cx="3657600" cy="121920"/>
            </a:xfrm>
            <a:custGeom>
              <a:avLst/>
              <a:gdLst/>
              <a:ahLst/>
              <a:cxnLst/>
              <a:rect r="r" b="b" t="t" l="l"/>
              <a:pathLst>
                <a:path h="121920" w="3657600">
                  <a:moveTo>
                    <a:pt x="0" y="0"/>
                  </a:moveTo>
                  <a:lnTo>
                    <a:pt x="3657600" y="0"/>
                  </a:lnTo>
                  <a:lnTo>
                    <a:pt x="3657600" y="121920"/>
                  </a:lnTo>
                  <a:lnTo>
                    <a:pt x="0" y="121920"/>
                  </a:lnTo>
                  <a:close/>
                </a:path>
              </a:pathLst>
            </a:custGeom>
            <a:solidFill>
              <a:srgbClr val="02C39A"/>
            </a:solidFill>
          </p:spPr>
        </p:sp>
      </p:grpSp>
      <p:grpSp>
        <p:nvGrpSpPr>
          <p:cNvPr name="Group 9" id="9"/>
          <p:cNvGrpSpPr/>
          <p:nvPr/>
        </p:nvGrpSpPr>
        <p:grpSpPr>
          <a:xfrm rot="0">
            <a:off x="457200" y="3474720"/>
            <a:ext cx="5120640" cy="1097280"/>
            <a:chOff x="0" y="0"/>
            <a:chExt cx="6827520" cy="1463040"/>
          </a:xfrm>
        </p:grpSpPr>
        <p:sp>
          <p:nvSpPr>
            <p:cNvPr name="Freeform 10" id="10"/>
            <p:cNvSpPr/>
            <p:nvPr/>
          </p:nvSpPr>
          <p:spPr>
            <a:xfrm flipH="false" flipV="false" rot="0">
              <a:off x="0" y="0"/>
              <a:ext cx="6827520" cy="1463040"/>
            </a:xfrm>
            <a:custGeom>
              <a:avLst/>
              <a:gdLst/>
              <a:ahLst/>
              <a:cxnLst/>
              <a:rect r="r" b="b" t="t" l="l"/>
              <a:pathLst>
                <a:path h="1463040" w="6827520">
                  <a:moveTo>
                    <a:pt x="0" y="0"/>
                  </a:moveTo>
                  <a:lnTo>
                    <a:pt x="6827520" y="0"/>
                  </a:lnTo>
                  <a:lnTo>
                    <a:pt x="6827520" y="1463040"/>
                  </a:lnTo>
                  <a:lnTo>
                    <a:pt x="0" y="1463040"/>
                  </a:lnTo>
                  <a:close/>
                </a:path>
              </a:pathLst>
            </a:custGeom>
            <a:blipFill>
              <a:blip r:embed="rId3">
                <a:alphaModFix amt="0"/>
              </a:blip>
              <a:stretch>
                <a:fillRect l="0" t="-40930" r="0" b="-40930"/>
              </a:stretch>
            </a:blipFill>
          </p:spPr>
        </p:sp>
        <p:sp>
          <p:nvSpPr>
            <p:cNvPr name="TextBox 11" id="11"/>
            <p:cNvSpPr txBox="true"/>
            <p:nvPr/>
          </p:nvSpPr>
          <p:spPr>
            <a:xfrm>
              <a:off x="0" y="-57150"/>
              <a:ext cx="6827520" cy="1520190"/>
            </a:xfrm>
            <a:prstGeom prst="rect">
              <a:avLst/>
            </a:prstGeom>
          </p:spPr>
          <p:txBody>
            <a:bodyPr anchor="ctr" rtlCol="false" tIns="0" lIns="0" bIns="0" rIns="0"/>
            <a:lstStyle/>
            <a:p>
              <a:pPr algn="l">
                <a:lnSpc>
                  <a:spcPts val="3120"/>
                </a:lnSpc>
              </a:pPr>
              <a:r>
                <a:rPr lang="en-US" sz="2600" i="true">
                  <a:solidFill>
                    <a:srgbClr val="CADCFC"/>
                  </a:solidFill>
                  <a:latin typeface="Calibri (MS) Italics"/>
                  <a:ea typeface="Calibri (MS) Italics"/>
                  <a:cs typeface="Calibri (MS) Italics"/>
                  <a:sym typeface="Calibri (MS) Italics"/>
                </a:rPr>
                <a:t>Prácticas</a:t>
              </a:r>
            </a:p>
            <a:p>
              <a:pPr algn="l">
                <a:lnSpc>
                  <a:spcPts val="3120"/>
                </a:lnSpc>
              </a:pPr>
              <a:r>
                <a:rPr lang="en-US" sz="2600" i="true">
                  <a:solidFill>
                    <a:srgbClr val="CADCFC"/>
                  </a:solidFill>
                  <a:latin typeface="Calibri (MS) Italics"/>
                  <a:ea typeface="Calibri (MS) Italics"/>
                  <a:cs typeface="Calibri (MS) Italics"/>
                  <a:sym typeface="Calibri (MS) Italics"/>
                </a:rPr>
                <a:t>Profesionales</a:t>
              </a:r>
            </a:p>
          </p:txBody>
        </p:sp>
      </p:grpSp>
      <p:grpSp>
        <p:nvGrpSpPr>
          <p:cNvPr name="Group 12" id="12"/>
          <p:cNvGrpSpPr/>
          <p:nvPr/>
        </p:nvGrpSpPr>
        <p:grpSpPr>
          <a:xfrm rot="0">
            <a:off x="445132" y="4096517"/>
            <a:ext cx="5303520" cy="2743200"/>
            <a:chOff x="0" y="0"/>
            <a:chExt cx="7071360" cy="3657600"/>
          </a:xfrm>
        </p:grpSpPr>
        <p:sp>
          <p:nvSpPr>
            <p:cNvPr name="Freeform 13" id="13"/>
            <p:cNvSpPr/>
            <p:nvPr/>
          </p:nvSpPr>
          <p:spPr>
            <a:xfrm flipH="false" flipV="false" rot="0">
              <a:off x="0" y="0"/>
              <a:ext cx="7071360" cy="3657600"/>
            </a:xfrm>
            <a:custGeom>
              <a:avLst/>
              <a:gdLst/>
              <a:ahLst/>
              <a:cxnLst/>
              <a:rect r="r" b="b" t="t" l="l"/>
              <a:pathLst>
                <a:path h="3657600" w="7071360">
                  <a:moveTo>
                    <a:pt x="0" y="0"/>
                  </a:moveTo>
                  <a:lnTo>
                    <a:pt x="7071360" y="0"/>
                  </a:lnTo>
                  <a:lnTo>
                    <a:pt x="7071360" y="3657600"/>
                  </a:lnTo>
                  <a:lnTo>
                    <a:pt x="0" y="3657600"/>
                  </a:lnTo>
                  <a:close/>
                </a:path>
              </a:pathLst>
            </a:custGeom>
            <a:blipFill>
              <a:blip r:embed="rId3">
                <a:alphaModFix amt="0"/>
              </a:blip>
              <a:stretch>
                <a:fillRect l="-16363" t="0" r="-16363" b="0"/>
              </a:stretch>
            </a:blipFill>
          </p:spPr>
        </p:sp>
        <p:sp>
          <p:nvSpPr>
            <p:cNvPr name="TextBox 14" id="14"/>
            <p:cNvSpPr txBox="true"/>
            <p:nvPr/>
          </p:nvSpPr>
          <p:spPr>
            <a:xfrm>
              <a:off x="0" y="-38100"/>
              <a:ext cx="7071360" cy="3695700"/>
            </a:xfrm>
            <a:prstGeom prst="rect">
              <a:avLst/>
            </a:prstGeom>
          </p:spPr>
          <p:txBody>
            <a:bodyPr anchor="ctr" rtlCol="false" tIns="0" lIns="0" bIns="0" rIns="0"/>
            <a:lstStyle/>
            <a:p>
              <a:pPr algn="l">
                <a:lnSpc>
                  <a:spcPts val="2879"/>
                </a:lnSpc>
              </a:pPr>
              <a:r>
                <a:rPr lang="en-US" sz="2400" i="true">
                  <a:solidFill>
                    <a:srgbClr val="8A9CC8"/>
                  </a:solidFill>
                  <a:latin typeface="Calibri (MS) Italics"/>
                  <a:ea typeface="Calibri (MS) Italics"/>
                  <a:cs typeface="Calibri (MS) Italics"/>
                  <a:sym typeface="Calibri (MS) Italics"/>
                </a:rPr>
                <a:t>"Principalmente se tiene</a:t>
              </a:r>
            </a:p>
            <a:p>
              <a:pPr algn="l">
                <a:lnSpc>
                  <a:spcPts val="2879"/>
                </a:lnSpc>
              </a:pPr>
              <a:r>
                <a:rPr lang="en-US" sz="2400" i="true">
                  <a:solidFill>
                    <a:srgbClr val="8A9CC8"/>
                  </a:solidFill>
                  <a:latin typeface="Calibri (MS) Italics"/>
                  <a:ea typeface="Calibri (MS) Italics"/>
                  <a:cs typeface="Calibri (MS) Italics"/>
                  <a:sym typeface="Calibri (MS) Italics"/>
                </a:rPr>
                <a:t>conocimiento del inicio</a:t>
              </a:r>
            </a:p>
            <a:p>
              <a:pPr algn="l">
                <a:lnSpc>
                  <a:spcPts val="2879"/>
                </a:lnSpc>
              </a:pPr>
              <a:r>
                <a:rPr lang="en-US" sz="2400" i="true">
                  <a:solidFill>
                    <a:srgbClr val="8A9CC8"/>
                  </a:solidFill>
                  <a:latin typeface="Calibri (MS) Italics"/>
                  <a:ea typeface="Calibri (MS) Italics"/>
                  <a:cs typeface="Calibri (MS) Italics"/>
                  <a:sym typeface="Calibri (MS) Italics"/>
                </a:rPr>
                <a:t>y del término."</a:t>
              </a:r>
            </a:p>
          </p:txBody>
        </p:sp>
      </p:grpSp>
      <p:grpSp>
        <p:nvGrpSpPr>
          <p:cNvPr name="Group 15" id="15"/>
          <p:cNvGrpSpPr/>
          <p:nvPr/>
        </p:nvGrpSpPr>
        <p:grpSpPr>
          <a:xfrm rot="0">
            <a:off x="5761358" y="781050"/>
            <a:ext cx="3134363" cy="1305563"/>
            <a:chOff x="0" y="0"/>
            <a:chExt cx="4179151" cy="1740751"/>
          </a:xfrm>
        </p:grpSpPr>
        <p:sp>
          <p:nvSpPr>
            <p:cNvPr name="Freeform 16" id="16"/>
            <p:cNvSpPr/>
            <p:nvPr/>
          </p:nvSpPr>
          <p:spPr>
            <a:xfrm flipH="false" flipV="false" rot="0">
              <a:off x="0" y="0"/>
              <a:ext cx="4179189" cy="1740789"/>
            </a:xfrm>
            <a:custGeom>
              <a:avLst/>
              <a:gdLst/>
              <a:ahLst/>
              <a:cxnLst/>
              <a:rect r="r" b="b" t="t" l="l"/>
              <a:pathLst>
                <a:path h="1740789" w="4179189">
                  <a:moveTo>
                    <a:pt x="0" y="199009"/>
                  </a:moveTo>
                  <a:cubicBezTo>
                    <a:pt x="0" y="89027"/>
                    <a:pt x="89027" y="0"/>
                    <a:pt x="199009" y="0"/>
                  </a:cubicBezTo>
                  <a:lnTo>
                    <a:pt x="3980180" y="0"/>
                  </a:lnTo>
                  <a:cubicBezTo>
                    <a:pt x="4090035" y="0"/>
                    <a:pt x="4179189" y="89027"/>
                    <a:pt x="4179189" y="199009"/>
                  </a:cubicBezTo>
                  <a:lnTo>
                    <a:pt x="4179189" y="1541780"/>
                  </a:lnTo>
                  <a:cubicBezTo>
                    <a:pt x="4179189" y="1651635"/>
                    <a:pt x="4090162" y="1740789"/>
                    <a:pt x="3980180" y="1740789"/>
                  </a:cubicBezTo>
                  <a:lnTo>
                    <a:pt x="199009" y="1740789"/>
                  </a:lnTo>
                  <a:cubicBezTo>
                    <a:pt x="89027" y="1740789"/>
                    <a:pt x="0" y="1651635"/>
                    <a:pt x="0" y="1541780"/>
                  </a:cubicBezTo>
                  <a:close/>
                </a:path>
              </a:pathLst>
            </a:custGeom>
            <a:solidFill>
              <a:srgbClr val="EBF2FA"/>
            </a:solidFill>
            <a:ln w="25400" cap="sq">
              <a:solidFill>
                <a:srgbClr val="CADCFC"/>
              </a:solidFill>
              <a:prstDash val="solid"/>
              <a:miter/>
            </a:ln>
          </p:spPr>
        </p:sp>
      </p:grpSp>
      <p:grpSp>
        <p:nvGrpSpPr>
          <p:cNvPr name="Group 17" id="17"/>
          <p:cNvGrpSpPr/>
          <p:nvPr/>
        </p:nvGrpSpPr>
        <p:grpSpPr>
          <a:xfrm rot="0">
            <a:off x="5865495" y="885187"/>
            <a:ext cx="2926080" cy="1097280"/>
            <a:chOff x="0" y="0"/>
            <a:chExt cx="3901440" cy="1463040"/>
          </a:xfrm>
        </p:grpSpPr>
        <p:sp>
          <p:nvSpPr>
            <p:cNvPr name="Freeform 18" id="18"/>
            <p:cNvSpPr/>
            <p:nvPr/>
          </p:nvSpPr>
          <p:spPr>
            <a:xfrm flipH="false" flipV="false" rot="0">
              <a:off x="0" y="0"/>
              <a:ext cx="3901440" cy="1463040"/>
            </a:xfrm>
            <a:custGeom>
              <a:avLst/>
              <a:gdLst/>
              <a:ahLst/>
              <a:cxnLst/>
              <a:rect r="r" b="b" t="t" l="l"/>
              <a:pathLst>
                <a:path h="1463040" w="3901440">
                  <a:moveTo>
                    <a:pt x="0" y="0"/>
                  </a:moveTo>
                  <a:lnTo>
                    <a:pt x="3901440" y="0"/>
                  </a:lnTo>
                  <a:lnTo>
                    <a:pt x="3901440" y="1463040"/>
                  </a:lnTo>
                  <a:lnTo>
                    <a:pt x="0" y="1463040"/>
                  </a:lnTo>
                  <a:close/>
                </a:path>
              </a:pathLst>
            </a:custGeom>
            <a:blipFill>
              <a:blip r:embed="rId3">
                <a:alphaModFix amt="0"/>
              </a:blip>
              <a:stretch>
                <a:fillRect l="0" t="-1960" r="0" b="-1960"/>
              </a:stretch>
            </a:blipFill>
          </p:spPr>
        </p:sp>
        <p:sp>
          <p:nvSpPr>
            <p:cNvPr name="TextBox 19" id="19"/>
            <p:cNvSpPr txBox="true"/>
            <p:nvPr/>
          </p:nvSpPr>
          <p:spPr>
            <a:xfrm>
              <a:off x="0" y="-38100"/>
              <a:ext cx="3901440" cy="1501140"/>
            </a:xfrm>
            <a:prstGeom prst="rect">
              <a:avLst/>
            </a:prstGeom>
          </p:spPr>
          <p:txBody>
            <a:bodyPr anchor="ctr" rtlCol="false" tIns="0" lIns="0" bIns="0" rIns="0"/>
            <a:lstStyle/>
            <a:p>
              <a:pPr algn="ctr">
                <a:lnSpc>
                  <a:spcPts val="2879"/>
                </a:lnSpc>
              </a:pPr>
              <a:r>
                <a:rPr lang="en-US" sz="2400" b="true">
                  <a:solidFill>
                    <a:srgbClr val="1E2761"/>
                  </a:solidFill>
                  <a:latin typeface="Calibri (MS) Bold"/>
                  <a:ea typeface="Calibri (MS) Bold"/>
                  <a:cs typeface="Calibri (MS) Bold"/>
                  <a:sym typeface="Calibri (MS) Bold"/>
                </a:rPr>
                <a:t>INICIO</a:t>
              </a:r>
            </a:p>
            <a:p>
              <a:pPr algn="ctr">
                <a:lnSpc>
                  <a:spcPts val="2879"/>
                </a:lnSpc>
              </a:pPr>
              <a:r>
                <a:rPr lang="en-US" sz="2400" b="true">
                  <a:solidFill>
                    <a:srgbClr val="1E2761"/>
                  </a:solidFill>
                  <a:latin typeface="Calibri (MS) Bold"/>
                  <a:ea typeface="Calibri (MS) Bold"/>
                  <a:cs typeface="Calibri (MS) Bold"/>
                  <a:sym typeface="Calibri (MS) Bold"/>
                </a:rPr>
                <a:t>de práctica</a:t>
              </a:r>
            </a:p>
          </p:txBody>
        </p:sp>
      </p:grpSp>
      <p:grpSp>
        <p:nvGrpSpPr>
          <p:cNvPr name="Group 20" id="20"/>
          <p:cNvGrpSpPr/>
          <p:nvPr/>
        </p:nvGrpSpPr>
        <p:grpSpPr>
          <a:xfrm rot="0">
            <a:off x="6999351" y="2165347"/>
            <a:ext cx="640080" cy="548640"/>
            <a:chOff x="0" y="0"/>
            <a:chExt cx="853440" cy="731520"/>
          </a:xfrm>
        </p:grpSpPr>
        <p:sp>
          <p:nvSpPr>
            <p:cNvPr name="Freeform 21" id="21"/>
            <p:cNvSpPr/>
            <p:nvPr/>
          </p:nvSpPr>
          <p:spPr>
            <a:xfrm flipH="false" flipV="false" rot="0">
              <a:off x="0" y="0"/>
              <a:ext cx="853440" cy="731520"/>
            </a:xfrm>
            <a:custGeom>
              <a:avLst/>
              <a:gdLst/>
              <a:ahLst/>
              <a:cxnLst/>
              <a:rect r="r" b="b" t="t" l="l"/>
              <a:pathLst>
                <a:path h="731520" w="853440">
                  <a:moveTo>
                    <a:pt x="0" y="0"/>
                  </a:moveTo>
                  <a:lnTo>
                    <a:pt x="853440" y="0"/>
                  </a:lnTo>
                  <a:lnTo>
                    <a:pt x="853440" y="731520"/>
                  </a:lnTo>
                  <a:lnTo>
                    <a:pt x="0" y="731520"/>
                  </a:lnTo>
                  <a:close/>
                </a:path>
              </a:pathLst>
            </a:custGeom>
            <a:blipFill>
              <a:blip r:embed="rId3">
                <a:alphaModFix amt="0"/>
              </a:blip>
              <a:stretch>
                <a:fillRect l="-59974" t="0" r="-59974" b="0"/>
              </a:stretch>
            </a:blipFill>
          </p:spPr>
        </p:sp>
        <p:sp>
          <p:nvSpPr>
            <p:cNvPr name="TextBox 22" id="22"/>
            <p:cNvSpPr txBox="true"/>
            <p:nvPr/>
          </p:nvSpPr>
          <p:spPr>
            <a:xfrm>
              <a:off x="0" y="-66675"/>
              <a:ext cx="853440" cy="798195"/>
            </a:xfrm>
            <a:prstGeom prst="rect">
              <a:avLst/>
            </a:prstGeom>
          </p:spPr>
          <p:txBody>
            <a:bodyPr anchor="ctr" rtlCol="false" tIns="0" lIns="0" bIns="0" rIns="0"/>
            <a:lstStyle/>
            <a:p>
              <a:pPr algn="ctr">
                <a:lnSpc>
                  <a:spcPts val="4320"/>
                </a:lnSpc>
              </a:pPr>
              <a:r>
                <a:rPr lang="en-US" sz="3600">
                  <a:solidFill>
                    <a:srgbClr val="028090"/>
                  </a:solidFill>
                  <a:latin typeface="Calibri (MS)"/>
                  <a:ea typeface="Calibri (MS)"/>
                  <a:cs typeface="Calibri (MS)"/>
                  <a:sym typeface="Calibri (MS)"/>
                </a:rPr>
                <a:t>↓</a:t>
              </a:r>
            </a:p>
          </p:txBody>
        </p:sp>
      </p:grpSp>
      <p:grpSp>
        <p:nvGrpSpPr>
          <p:cNvPr name="Group 23" id="23"/>
          <p:cNvGrpSpPr/>
          <p:nvPr/>
        </p:nvGrpSpPr>
        <p:grpSpPr>
          <a:xfrm rot="0">
            <a:off x="5748652" y="2780024"/>
            <a:ext cx="3159757" cy="2976877"/>
            <a:chOff x="0" y="0"/>
            <a:chExt cx="4213009" cy="3969169"/>
          </a:xfrm>
        </p:grpSpPr>
        <p:sp>
          <p:nvSpPr>
            <p:cNvPr name="Freeform 24" id="24"/>
            <p:cNvSpPr/>
            <p:nvPr/>
          </p:nvSpPr>
          <p:spPr>
            <a:xfrm flipH="false" flipV="false" rot="0">
              <a:off x="0" y="0"/>
              <a:ext cx="4213098" cy="3969258"/>
            </a:xfrm>
            <a:custGeom>
              <a:avLst/>
              <a:gdLst/>
              <a:ahLst/>
              <a:cxnLst/>
              <a:rect r="r" b="b" t="t" l="l"/>
              <a:pathLst>
                <a:path h="3969258" w="4213098">
                  <a:moveTo>
                    <a:pt x="0" y="198501"/>
                  </a:moveTo>
                  <a:cubicBezTo>
                    <a:pt x="0" y="88900"/>
                    <a:pt x="88900" y="0"/>
                    <a:pt x="198501" y="0"/>
                  </a:cubicBezTo>
                  <a:lnTo>
                    <a:pt x="4014597" y="0"/>
                  </a:lnTo>
                  <a:cubicBezTo>
                    <a:pt x="4124198" y="0"/>
                    <a:pt x="4213098" y="88900"/>
                    <a:pt x="4213098" y="198501"/>
                  </a:cubicBezTo>
                  <a:lnTo>
                    <a:pt x="4213098" y="3770757"/>
                  </a:lnTo>
                  <a:cubicBezTo>
                    <a:pt x="4213098" y="3880358"/>
                    <a:pt x="4124198" y="3969258"/>
                    <a:pt x="4014597" y="3969258"/>
                  </a:cubicBezTo>
                  <a:lnTo>
                    <a:pt x="198501" y="3969258"/>
                  </a:lnTo>
                  <a:cubicBezTo>
                    <a:pt x="88900" y="3969131"/>
                    <a:pt x="0" y="3880358"/>
                    <a:pt x="0" y="3770757"/>
                  </a:cubicBezTo>
                  <a:close/>
                </a:path>
              </a:pathLst>
            </a:custGeom>
            <a:solidFill>
              <a:srgbClr val="FFF3CD"/>
            </a:solidFill>
            <a:ln w="50800" cap="sq">
              <a:solidFill>
                <a:srgbClr val="F0A500"/>
              </a:solidFill>
              <a:prstDash val="solid"/>
              <a:miter/>
            </a:ln>
          </p:spPr>
        </p:sp>
      </p:grpSp>
      <p:grpSp>
        <p:nvGrpSpPr>
          <p:cNvPr name="Group 25" id="25"/>
          <p:cNvGrpSpPr/>
          <p:nvPr/>
        </p:nvGrpSpPr>
        <p:grpSpPr>
          <a:xfrm rot="0">
            <a:off x="5865495" y="2896867"/>
            <a:ext cx="2926080" cy="2743200"/>
            <a:chOff x="0" y="0"/>
            <a:chExt cx="3901440" cy="3657600"/>
          </a:xfrm>
        </p:grpSpPr>
        <p:sp>
          <p:nvSpPr>
            <p:cNvPr name="Freeform 26" id="26"/>
            <p:cNvSpPr/>
            <p:nvPr/>
          </p:nvSpPr>
          <p:spPr>
            <a:xfrm flipH="false" flipV="false" rot="0">
              <a:off x="0" y="0"/>
              <a:ext cx="3901440" cy="3657600"/>
            </a:xfrm>
            <a:custGeom>
              <a:avLst/>
              <a:gdLst/>
              <a:ahLst/>
              <a:cxnLst/>
              <a:rect r="r" b="b" t="t" l="l"/>
              <a:pathLst>
                <a:path h="3657600" w="3901440">
                  <a:moveTo>
                    <a:pt x="0" y="0"/>
                  </a:moveTo>
                  <a:lnTo>
                    <a:pt x="3901440" y="0"/>
                  </a:lnTo>
                  <a:lnTo>
                    <a:pt x="3901440" y="3657600"/>
                  </a:lnTo>
                  <a:lnTo>
                    <a:pt x="0" y="3657600"/>
                  </a:lnTo>
                  <a:close/>
                </a:path>
              </a:pathLst>
            </a:custGeom>
            <a:blipFill>
              <a:blip r:embed="rId3">
                <a:alphaModFix amt="0"/>
              </a:blip>
              <a:stretch>
                <a:fillRect l="-70284" t="0" r="-70284" b="0"/>
              </a:stretch>
            </a:blipFill>
          </p:spPr>
        </p:sp>
        <p:sp>
          <p:nvSpPr>
            <p:cNvPr name="TextBox 27" id="27"/>
            <p:cNvSpPr txBox="true"/>
            <p:nvPr/>
          </p:nvSpPr>
          <p:spPr>
            <a:xfrm>
              <a:off x="0" y="-47625"/>
              <a:ext cx="3901440" cy="3705225"/>
            </a:xfrm>
            <a:prstGeom prst="rect">
              <a:avLst/>
            </a:prstGeom>
          </p:spPr>
          <p:txBody>
            <a:bodyPr anchor="ctr" rtlCol="false" tIns="0" lIns="0" bIns="0" rIns="0"/>
            <a:lstStyle/>
            <a:p>
              <a:pPr algn="ctr">
                <a:lnSpc>
                  <a:spcPts val="2639"/>
                </a:lnSpc>
              </a:pPr>
              <a:r>
                <a:rPr lang="en-US" sz="2199" b="true">
                  <a:solidFill>
                    <a:srgbClr val="C07000"/>
                  </a:solidFill>
                  <a:latin typeface="Calibri (MS) Bold"/>
                  <a:ea typeface="Calibri (MS) Bold"/>
                  <a:cs typeface="Calibri (MS) Bold"/>
                  <a:sym typeface="Calibri (MS) Bold"/>
                </a:rPr>
                <a:t>⚠ POCA</a:t>
              </a:r>
            </a:p>
            <a:p>
              <a:pPr algn="ctr">
                <a:lnSpc>
                  <a:spcPts val="2639"/>
                </a:lnSpc>
              </a:pPr>
              <a:r>
                <a:rPr lang="en-US" sz="2199" b="true">
                  <a:solidFill>
                    <a:srgbClr val="C07000"/>
                  </a:solidFill>
                  <a:latin typeface="Calibri (MS) Bold"/>
                  <a:ea typeface="Calibri (MS) Bold"/>
                  <a:cs typeface="Calibri (MS) Bold"/>
                  <a:sym typeface="Calibri (MS) Bold"/>
                </a:rPr>
                <a:t>VISIBILIDAD</a:t>
              </a:r>
            </a:p>
            <a:p>
              <a:pPr algn="ctr">
                <a:lnSpc>
                  <a:spcPts val="2639"/>
                </a:lnSpc>
              </a:pPr>
              <a:r>
                <a:rPr lang="en-US" sz="2199" b="true">
                  <a:solidFill>
                    <a:srgbClr val="C07000"/>
                  </a:solidFill>
                  <a:latin typeface="Calibri (MS) Bold"/>
                  <a:ea typeface="Calibri (MS) Bold"/>
                  <a:cs typeface="Calibri (MS) Bold"/>
                  <a:sym typeface="Calibri (MS) Bold"/>
                </a:rPr>
                <a:t>durante el</a:t>
              </a:r>
            </a:p>
            <a:p>
              <a:pPr algn="ctr">
                <a:lnSpc>
                  <a:spcPts val="2639"/>
                </a:lnSpc>
              </a:pPr>
              <a:r>
                <a:rPr lang="en-US" sz="2199" b="true">
                  <a:solidFill>
                    <a:srgbClr val="C07000"/>
                  </a:solidFill>
                  <a:latin typeface="Calibri (MS) Bold"/>
                  <a:ea typeface="Calibri (MS) Bold"/>
                  <a:cs typeface="Calibri (MS) Bold"/>
                  <a:sym typeface="Calibri (MS) Bold"/>
                </a:rPr>
                <a:t>desarrollo</a:t>
              </a:r>
            </a:p>
          </p:txBody>
        </p:sp>
      </p:grpSp>
      <p:grpSp>
        <p:nvGrpSpPr>
          <p:cNvPr name="Group 28" id="28"/>
          <p:cNvGrpSpPr/>
          <p:nvPr/>
        </p:nvGrpSpPr>
        <p:grpSpPr>
          <a:xfrm rot="0">
            <a:off x="6999351" y="5841235"/>
            <a:ext cx="640080" cy="548640"/>
            <a:chOff x="0" y="0"/>
            <a:chExt cx="853440" cy="731520"/>
          </a:xfrm>
        </p:grpSpPr>
        <p:sp>
          <p:nvSpPr>
            <p:cNvPr name="Freeform 29" id="29"/>
            <p:cNvSpPr/>
            <p:nvPr/>
          </p:nvSpPr>
          <p:spPr>
            <a:xfrm flipH="false" flipV="false" rot="0">
              <a:off x="0" y="0"/>
              <a:ext cx="853440" cy="731520"/>
            </a:xfrm>
            <a:custGeom>
              <a:avLst/>
              <a:gdLst/>
              <a:ahLst/>
              <a:cxnLst/>
              <a:rect r="r" b="b" t="t" l="l"/>
              <a:pathLst>
                <a:path h="731520" w="853440">
                  <a:moveTo>
                    <a:pt x="0" y="0"/>
                  </a:moveTo>
                  <a:lnTo>
                    <a:pt x="853440" y="0"/>
                  </a:lnTo>
                  <a:lnTo>
                    <a:pt x="853440" y="731520"/>
                  </a:lnTo>
                  <a:lnTo>
                    <a:pt x="0" y="731520"/>
                  </a:lnTo>
                  <a:close/>
                </a:path>
              </a:pathLst>
            </a:custGeom>
            <a:blipFill>
              <a:blip r:embed="rId3">
                <a:alphaModFix amt="0"/>
              </a:blip>
              <a:stretch>
                <a:fillRect l="-59974" t="0" r="-59974" b="0"/>
              </a:stretch>
            </a:blipFill>
          </p:spPr>
        </p:sp>
        <p:sp>
          <p:nvSpPr>
            <p:cNvPr name="TextBox 30" id="30"/>
            <p:cNvSpPr txBox="true"/>
            <p:nvPr/>
          </p:nvSpPr>
          <p:spPr>
            <a:xfrm>
              <a:off x="0" y="-66675"/>
              <a:ext cx="853440" cy="798195"/>
            </a:xfrm>
            <a:prstGeom prst="rect">
              <a:avLst/>
            </a:prstGeom>
          </p:spPr>
          <p:txBody>
            <a:bodyPr anchor="ctr" rtlCol="false" tIns="0" lIns="0" bIns="0" rIns="0"/>
            <a:lstStyle/>
            <a:p>
              <a:pPr algn="ctr">
                <a:lnSpc>
                  <a:spcPts val="4320"/>
                </a:lnSpc>
              </a:pPr>
              <a:r>
                <a:rPr lang="en-US" sz="3600">
                  <a:solidFill>
                    <a:srgbClr val="028090"/>
                  </a:solidFill>
                  <a:latin typeface="Calibri (MS)"/>
                  <a:ea typeface="Calibri (MS)"/>
                  <a:cs typeface="Calibri (MS)"/>
                  <a:sym typeface="Calibri (MS)"/>
                </a:rPr>
                <a:t>↓</a:t>
              </a:r>
            </a:p>
          </p:txBody>
        </p:sp>
      </p:grpSp>
      <p:grpSp>
        <p:nvGrpSpPr>
          <p:cNvPr name="Group 31" id="31"/>
          <p:cNvGrpSpPr/>
          <p:nvPr/>
        </p:nvGrpSpPr>
        <p:grpSpPr>
          <a:xfrm rot="0">
            <a:off x="5761358" y="6450330"/>
            <a:ext cx="3134363" cy="1305563"/>
            <a:chOff x="0" y="0"/>
            <a:chExt cx="4179151" cy="1740751"/>
          </a:xfrm>
        </p:grpSpPr>
        <p:sp>
          <p:nvSpPr>
            <p:cNvPr name="Freeform 32" id="32"/>
            <p:cNvSpPr/>
            <p:nvPr/>
          </p:nvSpPr>
          <p:spPr>
            <a:xfrm flipH="false" flipV="false" rot="0">
              <a:off x="0" y="0"/>
              <a:ext cx="4179189" cy="1740789"/>
            </a:xfrm>
            <a:custGeom>
              <a:avLst/>
              <a:gdLst/>
              <a:ahLst/>
              <a:cxnLst/>
              <a:rect r="r" b="b" t="t" l="l"/>
              <a:pathLst>
                <a:path h="1740789" w="4179189">
                  <a:moveTo>
                    <a:pt x="0" y="199009"/>
                  </a:moveTo>
                  <a:cubicBezTo>
                    <a:pt x="0" y="89027"/>
                    <a:pt x="89027" y="0"/>
                    <a:pt x="199009" y="0"/>
                  </a:cubicBezTo>
                  <a:lnTo>
                    <a:pt x="3980180" y="0"/>
                  </a:lnTo>
                  <a:cubicBezTo>
                    <a:pt x="4090035" y="0"/>
                    <a:pt x="4179189" y="89027"/>
                    <a:pt x="4179189" y="199009"/>
                  </a:cubicBezTo>
                  <a:lnTo>
                    <a:pt x="4179189" y="1541780"/>
                  </a:lnTo>
                  <a:cubicBezTo>
                    <a:pt x="4179189" y="1651635"/>
                    <a:pt x="4090162" y="1740789"/>
                    <a:pt x="3980180" y="1740789"/>
                  </a:cubicBezTo>
                  <a:lnTo>
                    <a:pt x="199009" y="1740789"/>
                  </a:lnTo>
                  <a:cubicBezTo>
                    <a:pt x="89027" y="1740789"/>
                    <a:pt x="0" y="1651635"/>
                    <a:pt x="0" y="1541780"/>
                  </a:cubicBezTo>
                  <a:close/>
                </a:path>
              </a:pathLst>
            </a:custGeom>
            <a:solidFill>
              <a:srgbClr val="EBF2FA"/>
            </a:solidFill>
            <a:ln w="25400" cap="sq">
              <a:solidFill>
                <a:srgbClr val="CADCFC"/>
              </a:solidFill>
              <a:prstDash val="solid"/>
              <a:miter/>
            </a:ln>
          </p:spPr>
        </p:sp>
      </p:grpSp>
      <p:grpSp>
        <p:nvGrpSpPr>
          <p:cNvPr name="Group 33" id="33"/>
          <p:cNvGrpSpPr/>
          <p:nvPr/>
        </p:nvGrpSpPr>
        <p:grpSpPr>
          <a:xfrm rot="0">
            <a:off x="5865495" y="6554467"/>
            <a:ext cx="2926080" cy="1097280"/>
            <a:chOff x="0" y="0"/>
            <a:chExt cx="3901440" cy="1463040"/>
          </a:xfrm>
        </p:grpSpPr>
        <p:sp>
          <p:nvSpPr>
            <p:cNvPr name="Freeform 34" id="34"/>
            <p:cNvSpPr/>
            <p:nvPr/>
          </p:nvSpPr>
          <p:spPr>
            <a:xfrm flipH="false" flipV="false" rot="0">
              <a:off x="0" y="0"/>
              <a:ext cx="3901440" cy="1463040"/>
            </a:xfrm>
            <a:custGeom>
              <a:avLst/>
              <a:gdLst/>
              <a:ahLst/>
              <a:cxnLst/>
              <a:rect r="r" b="b" t="t" l="l"/>
              <a:pathLst>
                <a:path h="1463040" w="3901440">
                  <a:moveTo>
                    <a:pt x="0" y="0"/>
                  </a:moveTo>
                  <a:lnTo>
                    <a:pt x="3901440" y="0"/>
                  </a:lnTo>
                  <a:lnTo>
                    <a:pt x="3901440" y="1463040"/>
                  </a:lnTo>
                  <a:lnTo>
                    <a:pt x="0" y="1463040"/>
                  </a:lnTo>
                  <a:close/>
                </a:path>
              </a:pathLst>
            </a:custGeom>
            <a:blipFill>
              <a:blip r:embed="rId3">
                <a:alphaModFix amt="0"/>
              </a:blip>
              <a:stretch>
                <a:fillRect l="0" t="-1960" r="0" b="-1960"/>
              </a:stretch>
            </a:blipFill>
          </p:spPr>
        </p:sp>
        <p:sp>
          <p:nvSpPr>
            <p:cNvPr name="TextBox 35" id="35"/>
            <p:cNvSpPr txBox="true"/>
            <p:nvPr/>
          </p:nvSpPr>
          <p:spPr>
            <a:xfrm>
              <a:off x="0" y="-38100"/>
              <a:ext cx="3901440" cy="1501140"/>
            </a:xfrm>
            <a:prstGeom prst="rect">
              <a:avLst/>
            </a:prstGeom>
          </p:spPr>
          <p:txBody>
            <a:bodyPr anchor="ctr" rtlCol="false" tIns="0" lIns="0" bIns="0" rIns="0"/>
            <a:lstStyle/>
            <a:p>
              <a:pPr algn="ctr">
                <a:lnSpc>
                  <a:spcPts val="2879"/>
                </a:lnSpc>
              </a:pPr>
              <a:r>
                <a:rPr lang="en-US" sz="2400" b="true">
                  <a:solidFill>
                    <a:srgbClr val="1E2761"/>
                  </a:solidFill>
                  <a:latin typeface="Calibri (MS) Bold"/>
                  <a:ea typeface="Calibri (MS) Bold"/>
                  <a:cs typeface="Calibri (MS) Bold"/>
                  <a:sym typeface="Calibri (MS) Bold"/>
                </a:rPr>
                <a:t>TÉRMINO</a:t>
              </a:r>
            </a:p>
            <a:p>
              <a:pPr algn="ctr">
                <a:lnSpc>
                  <a:spcPts val="2879"/>
                </a:lnSpc>
              </a:pPr>
              <a:r>
                <a:rPr lang="en-US" sz="2400" b="true">
                  <a:solidFill>
                    <a:srgbClr val="1E2761"/>
                  </a:solidFill>
                  <a:latin typeface="Calibri (MS) Bold"/>
                  <a:ea typeface="Calibri (MS) Bold"/>
                  <a:cs typeface="Calibri (MS) Bold"/>
                  <a:sym typeface="Calibri (MS) Bold"/>
                </a:rPr>
                <a:t>de práctica</a:t>
              </a:r>
            </a:p>
          </p:txBody>
        </p:sp>
      </p:grpSp>
      <p:grpSp>
        <p:nvGrpSpPr>
          <p:cNvPr name="Group 36" id="36"/>
          <p:cNvGrpSpPr/>
          <p:nvPr/>
        </p:nvGrpSpPr>
        <p:grpSpPr>
          <a:xfrm rot="0">
            <a:off x="9614535" y="610867"/>
            <a:ext cx="2502786" cy="731520"/>
            <a:chOff x="0" y="0"/>
            <a:chExt cx="3337048" cy="975360"/>
          </a:xfrm>
        </p:grpSpPr>
        <p:sp>
          <p:nvSpPr>
            <p:cNvPr name="Freeform 37" id="37"/>
            <p:cNvSpPr/>
            <p:nvPr/>
          </p:nvSpPr>
          <p:spPr>
            <a:xfrm flipH="false" flipV="false" rot="0">
              <a:off x="0" y="0"/>
              <a:ext cx="3337048" cy="975360"/>
            </a:xfrm>
            <a:custGeom>
              <a:avLst/>
              <a:gdLst/>
              <a:ahLst/>
              <a:cxnLst/>
              <a:rect r="r" b="b" t="t" l="l"/>
              <a:pathLst>
                <a:path h="975360" w="3337048">
                  <a:moveTo>
                    <a:pt x="0" y="0"/>
                  </a:moveTo>
                  <a:lnTo>
                    <a:pt x="3337048" y="0"/>
                  </a:lnTo>
                  <a:lnTo>
                    <a:pt x="3337048" y="975360"/>
                  </a:lnTo>
                  <a:lnTo>
                    <a:pt x="0" y="975360"/>
                  </a:lnTo>
                  <a:close/>
                </a:path>
              </a:pathLst>
            </a:custGeom>
            <a:blipFill>
              <a:blip r:embed="rId3">
                <a:alphaModFix amt="0"/>
              </a:blip>
              <a:stretch>
                <a:fillRect l="0" t="-144850" r="-192282" b="-144850"/>
              </a:stretch>
            </a:blipFill>
          </p:spPr>
        </p:sp>
        <p:sp>
          <p:nvSpPr>
            <p:cNvPr name="TextBox 38" id="38"/>
            <p:cNvSpPr txBox="true"/>
            <p:nvPr/>
          </p:nvSpPr>
          <p:spPr>
            <a:xfrm>
              <a:off x="0" y="-66675"/>
              <a:ext cx="3337048" cy="1042035"/>
            </a:xfrm>
            <a:prstGeom prst="rect">
              <a:avLst/>
            </a:prstGeom>
          </p:spPr>
          <p:txBody>
            <a:bodyPr anchor="ctr" rtlCol="false" tIns="0" lIns="0" bIns="0" rIns="0"/>
            <a:lstStyle/>
            <a:p>
              <a:pPr algn="l">
                <a:lnSpc>
                  <a:spcPts val="3359"/>
                </a:lnSpc>
              </a:pPr>
              <a:r>
                <a:rPr lang="en-US" sz="2799" b="true">
                  <a:solidFill>
                    <a:srgbClr val="1E2761"/>
                  </a:solidFill>
                  <a:latin typeface="Calibri (MS) Bold"/>
                  <a:ea typeface="Calibri (MS) Bold"/>
                  <a:cs typeface="Calibri (MS) Bold"/>
                  <a:sym typeface="Calibri (MS) Bold"/>
                </a:rPr>
                <a:t>Consecuencias</a:t>
              </a:r>
            </a:p>
          </p:txBody>
        </p:sp>
      </p:grpSp>
      <p:grpSp>
        <p:nvGrpSpPr>
          <p:cNvPr name="Group 39" id="39"/>
          <p:cNvGrpSpPr/>
          <p:nvPr/>
        </p:nvGrpSpPr>
        <p:grpSpPr>
          <a:xfrm rot="0">
            <a:off x="9601838" y="1512570"/>
            <a:ext cx="7523483" cy="1451867"/>
            <a:chOff x="0" y="0"/>
            <a:chExt cx="10031311" cy="1935823"/>
          </a:xfrm>
        </p:grpSpPr>
        <p:sp>
          <p:nvSpPr>
            <p:cNvPr name="Freeform 40" id="40"/>
            <p:cNvSpPr/>
            <p:nvPr/>
          </p:nvSpPr>
          <p:spPr>
            <a:xfrm flipH="false" flipV="false" rot="0">
              <a:off x="0" y="0"/>
              <a:ext cx="10031222" cy="1935734"/>
            </a:xfrm>
            <a:custGeom>
              <a:avLst/>
              <a:gdLst/>
              <a:ahLst/>
              <a:cxnLst/>
              <a:rect r="r" b="b" t="t" l="l"/>
              <a:pathLst>
                <a:path h="1935734" w="10031222">
                  <a:moveTo>
                    <a:pt x="0" y="198501"/>
                  </a:moveTo>
                  <a:cubicBezTo>
                    <a:pt x="0" y="88900"/>
                    <a:pt x="88900" y="0"/>
                    <a:pt x="198501" y="0"/>
                  </a:cubicBezTo>
                  <a:lnTo>
                    <a:pt x="9832721" y="0"/>
                  </a:lnTo>
                  <a:cubicBezTo>
                    <a:pt x="9942322" y="0"/>
                    <a:pt x="10031222" y="88900"/>
                    <a:pt x="10031222" y="198501"/>
                  </a:cubicBezTo>
                  <a:lnTo>
                    <a:pt x="10031222" y="1737233"/>
                  </a:lnTo>
                  <a:cubicBezTo>
                    <a:pt x="10031222" y="1846834"/>
                    <a:pt x="9942322" y="1935734"/>
                    <a:pt x="9832721" y="1935734"/>
                  </a:cubicBezTo>
                  <a:lnTo>
                    <a:pt x="198501" y="1935734"/>
                  </a:lnTo>
                  <a:cubicBezTo>
                    <a:pt x="88900" y="1935861"/>
                    <a:pt x="0" y="1846961"/>
                    <a:pt x="0" y="1737233"/>
                  </a:cubicBezTo>
                  <a:close/>
                </a:path>
              </a:pathLst>
            </a:custGeom>
            <a:solidFill>
              <a:srgbClr val="FFFFFF"/>
            </a:solidFill>
            <a:ln w="25400" cap="sq">
              <a:solidFill>
                <a:srgbClr val="CADCFC"/>
              </a:solidFill>
              <a:prstDash val="solid"/>
              <a:miter/>
            </a:ln>
          </p:spPr>
        </p:sp>
      </p:grpSp>
      <p:grpSp>
        <p:nvGrpSpPr>
          <p:cNvPr name="Group 41" id="41"/>
          <p:cNvGrpSpPr/>
          <p:nvPr/>
        </p:nvGrpSpPr>
        <p:grpSpPr>
          <a:xfrm rot="0">
            <a:off x="9888855" y="1671571"/>
            <a:ext cx="731520" cy="914400"/>
            <a:chOff x="0" y="0"/>
            <a:chExt cx="975360" cy="1219200"/>
          </a:xfrm>
        </p:grpSpPr>
        <p:sp>
          <p:nvSpPr>
            <p:cNvPr name="Freeform 42" id="42"/>
            <p:cNvSpPr/>
            <p:nvPr/>
          </p:nvSpPr>
          <p:spPr>
            <a:xfrm flipH="false" flipV="false" rot="0">
              <a:off x="0" y="0"/>
              <a:ext cx="975360" cy="1219200"/>
            </a:xfrm>
            <a:custGeom>
              <a:avLst/>
              <a:gdLst/>
              <a:ahLst/>
              <a:cxnLst/>
              <a:rect r="r" b="b" t="t" l="l"/>
              <a:pathLst>
                <a:path h="1219200" w="975360">
                  <a:moveTo>
                    <a:pt x="0" y="0"/>
                  </a:moveTo>
                  <a:lnTo>
                    <a:pt x="975360" y="0"/>
                  </a:lnTo>
                  <a:lnTo>
                    <a:pt x="975360" y="1219200"/>
                  </a:lnTo>
                  <a:lnTo>
                    <a:pt x="0" y="1219200"/>
                  </a:lnTo>
                  <a:close/>
                </a:path>
              </a:pathLst>
            </a:custGeom>
            <a:blipFill>
              <a:blip r:embed="rId3">
                <a:alphaModFix amt="0"/>
              </a:blip>
              <a:stretch>
                <a:fillRect l="-110379" t="0" r="-110379" b="0"/>
              </a:stretch>
            </a:blipFill>
          </p:spPr>
        </p:sp>
        <p:sp>
          <p:nvSpPr>
            <p:cNvPr name="TextBox 43" id="43"/>
            <p:cNvSpPr txBox="true"/>
            <p:nvPr/>
          </p:nvSpPr>
          <p:spPr>
            <a:xfrm>
              <a:off x="0" y="-66675"/>
              <a:ext cx="975360" cy="1285875"/>
            </a:xfrm>
            <a:prstGeom prst="rect">
              <a:avLst/>
            </a:prstGeom>
          </p:spPr>
          <p:txBody>
            <a:bodyPr anchor="ctr" rtlCol="false" tIns="0" lIns="0" bIns="0" rIns="0"/>
            <a:lstStyle/>
            <a:p>
              <a:pPr algn="l">
                <a:lnSpc>
                  <a:spcPts val="4320"/>
                </a:lnSpc>
              </a:pPr>
              <a:r>
                <a:rPr lang="en-US" sz="3600" b="true">
                  <a:solidFill>
                    <a:srgbClr val="C0392B"/>
                  </a:solidFill>
                  <a:latin typeface="Calibri (MS) Bold"/>
                  <a:ea typeface="Calibri (MS) Bold"/>
                  <a:cs typeface="Calibri (MS) Bold"/>
                  <a:sym typeface="Calibri (MS) Bold"/>
                </a:rPr>
                <a:t>✗</a:t>
              </a:r>
            </a:p>
          </p:txBody>
        </p:sp>
      </p:grpSp>
      <p:grpSp>
        <p:nvGrpSpPr>
          <p:cNvPr name="Group 44" id="44"/>
          <p:cNvGrpSpPr/>
          <p:nvPr/>
        </p:nvGrpSpPr>
        <p:grpSpPr>
          <a:xfrm rot="0">
            <a:off x="10711815" y="1708147"/>
            <a:ext cx="6217920" cy="822960"/>
            <a:chOff x="0" y="0"/>
            <a:chExt cx="8290560" cy="1097280"/>
          </a:xfrm>
        </p:grpSpPr>
        <p:sp>
          <p:nvSpPr>
            <p:cNvPr name="Freeform 45" id="45"/>
            <p:cNvSpPr/>
            <p:nvPr/>
          </p:nvSpPr>
          <p:spPr>
            <a:xfrm flipH="false" flipV="false" rot="0">
              <a:off x="0" y="0"/>
              <a:ext cx="8290560" cy="1097280"/>
            </a:xfrm>
            <a:custGeom>
              <a:avLst/>
              <a:gdLst/>
              <a:ahLst/>
              <a:cxnLst/>
              <a:rect r="r" b="b" t="t" l="l"/>
              <a:pathLst>
                <a:path h="1097280" w="8290560">
                  <a:moveTo>
                    <a:pt x="0" y="0"/>
                  </a:moveTo>
                  <a:lnTo>
                    <a:pt x="8290560" y="0"/>
                  </a:lnTo>
                  <a:lnTo>
                    <a:pt x="8290560" y="1097280"/>
                  </a:lnTo>
                  <a:lnTo>
                    <a:pt x="0" y="1097280"/>
                  </a:lnTo>
                  <a:close/>
                </a:path>
              </a:pathLst>
            </a:custGeom>
            <a:blipFill>
              <a:blip r:embed="rId3">
                <a:alphaModFix amt="0"/>
              </a:blip>
              <a:stretch>
                <a:fillRect l="0" t="-97220" r="0" b="-97220"/>
              </a:stretch>
            </a:blipFill>
          </p:spPr>
        </p:sp>
        <p:sp>
          <p:nvSpPr>
            <p:cNvPr name="TextBox 46" id="46"/>
            <p:cNvSpPr txBox="true"/>
            <p:nvPr/>
          </p:nvSpPr>
          <p:spPr>
            <a:xfrm>
              <a:off x="0" y="-57150"/>
              <a:ext cx="8290560" cy="1154430"/>
            </a:xfrm>
            <a:prstGeom prst="rect">
              <a:avLst/>
            </a:prstGeom>
          </p:spPr>
          <p:txBody>
            <a:bodyPr anchor="ctr" rtlCol="false" tIns="0" lIns="0" bIns="0" rIns="0"/>
            <a:lstStyle/>
            <a:p>
              <a:pPr algn="l">
                <a:lnSpc>
                  <a:spcPts val="3120"/>
                </a:lnSpc>
              </a:pPr>
              <a:r>
                <a:rPr lang="en-US" sz="2600">
                  <a:solidFill>
                    <a:srgbClr val="1A1A2E"/>
                  </a:solidFill>
                  <a:latin typeface="Calibri (MS)"/>
                  <a:ea typeface="Calibri (MS)"/>
                  <a:cs typeface="Calibri (MS)"/>
                  <a:sym typeface="Calibri (MS)"/>
                </a:rPr>
                <a:t>Sin detección oportuna de problemas</a:t>
              </a:r>
            </a:p>
          </p:txBody>
        </p:sp>
      </p:grpSp>
      <p:grpSp>
        <p:nvGrpSpPr>
          <p:cNvPr name="Group 47" id="47"/>
          <p:cNvGrpSpPr/>
          <p:nvPr/>
        </p:nvGrpSpPr>
        <p:grpSpPr>
          <a:xfrm rot="0">
            <a:off x="9601838" y="3249930"/>
            <a:ext cx="7523483" cy="1451867"/>
            <a:chOff x="0" y="0"/>
            <a:chExt cx="10031311" cy="1935823"/>
          </a:xfrm>
        </p:grpSpPr>
        <p:sp>
          <p:nvSpPr>
            <p:cNvPr name="Freeform 48" id="48"/>
            <p:cNvSpPr/>
            <p:nvPr/>
          </p:nvSpPr>
          <p:spPr>
            <a:xfrm flipH="false" flipV="false" rot="0">
              <a:off x="0" y="0"/>
              <a:ext cx="10031222" cy="1935734"/>
            </a:xfrm>
            <a:custGeom>
              <a:avLst/>
              <a:gdLst/>
              <a:ahLst/>
              <a:cxnLst/>
              <a:rect r="r" b="b" t="t" l="l"/>
              <a:pathLst>
                <a:path h="1935734" w="10031222">
                  <a:moveTo>
                    <a:pt x="0" y="198501"/>
                  </a:moveTo>
                  <a:cubicBezTo>
                    <a:pt x="0" y="88900"/>
                    <a:pt x="88900" y="0"/>
                    <a:pt x="198501" y="0"/>
                  </a:cubicBezTo>
                  <a:lnTo>
                    <a:pt x="9832721" y="0"/>
                  </a:lnTo>
                  <a:cubicBezTo>
                    <a:pt x="9942322" y="0"/>
                    <a:pt x="10031222" y="88900"/>
                    <a:pt x="10031222" y="198501"/>
                  </a:cubicBezTo>
                  <a:lnTo>
                    <a:pt x="10031222" y="1737233"/>
                  </a:lnTo>
                  <a:cubicBezTo>
                    <a:pt x="10031222" y="1846834"/>
                    <a:pt x="9942322" y="1935734"/>
                    <a:pt x="9832721" y="1935734"/>
                  </a:cubicBezTo>
                  <a:lnTo>
                    <a:pt x="198501" y="1935734"/>
                  </a:lnTo>
                  <a:cubicBezTo>
                    <a:pt x="88900" y="1935861"/>
                    <a:pt x="0" y="1846961"/>
                    <a:pt x="0" y="1737233"/>
                  </a:cubicBezTo>
                  <a:close/>
                </a:path>
              </a:pathLst>
            </a:custGeom>
            <a:solidFill>
              <a:srgbClr val="FFFFFF"/>
            </a:solidFill>
            <a:ln w="25400" cap="sq">
              <a:solidFill>
                <a:srgbClr val="CADCFC"/>
              </a:solidFill>
              <a:prstDash val="solid"/>
              <a:miter/>
            </a:ln>
          </p:spPr>
        </p:sp>
      </p:grpSp>
      <p:grpSp>
        <p:nvGrpSpPr>
          <p:cNvPr name="Group 49" id="49"/>
          <p:cNvGrpSpPr/>
          <p:nvPr/>
        </p:nvGrpSpPr>
        <p:grpSpPr>
          <a:xfrm rot="0">
            <a:off x="9888855" y="3408931"/>
            <a:ext cx="731520" cy="914400"/>
            <a:chOff x="0" y="0"/>
            <a:chExt cx="975360" cy="1219200"/>
          </a:xfrm>
        </p:grpSpPr>
        <p:sp>
          <p:nvSpPr>
            <p:cNvPr name="Freeform 50" id="50"/>
            <p:cNvSpPr/>
            <p:nvPr/>
          </p:nvSpPr>
          <p:spPr>
            <a:xfrm flipH="false" flipV="false" rot="0">
              <a:off x="0" y="0"/>
              <a:ext cx="975360" cy="1219200"/>
            </a:xfrm>
            <a:custGeom>
              <a:avLst/>
              <a:gdLst/>
              <a:ahLst/>
              <a:cxnLst/>
              <a:rect r="r" b="b" t="t" l="l"/>
              <a:pathLst>
                <a:path h="1219200" w="975360">
                  <a:moveTo>
                    <a:pt x="0" y="0"/>
                  </a:moveTo>
                  <a:lnTo>
                    <a:pt x="975360" y="0"/>
                  </a:lnTo>
                  <a:lnTo>
                    <a:pt x="975360" y="1219200"/>
                  </a:lnTo>
                  <a:lnTo>
                    <a:pt x="0" y="1219200"/>
                  </a:lnTo>
                  <a:close/>
                </a:path>
              </a:pathLst>
            </a:custGeom>
            <a:blipFill>
              <a:blip r:embed="rId3">
                <a:alphaModFix amt="0"/>
              </a:blip>
              <a:stretch>
                <a:fillRect l="-110379" t="0" r="-110379" b="0"/>
              </a:stretch>
            </a:blipFill>
          </p:spPr>
        </p:sp>
        <p:sp>
          <p:nvSpPr>
            <p:cNvPr name="TextBox 51" id="51"/>
            <p:cNvSpPr txBox="true"/>
            <p:nvPr/>
          </p:nvSpPr>
          <p:spPr>
            <a:xfrm>
              <a:off x="0" y="-66675"/>
              <a:ext cx="975360" cy="1285875"/>
            </a:xfrm>
            <a:prstGeom prst="rect">
              <a:avLst/>
            </a:prstGeom>
          </p:spPr>
          <p:txBody>
            <a:bodyPr anchor="ctr" rtlCol="false" tIns="0" lIns="0" bIns="0" rIns="0"/>
            <a:lstStyle/>
            <a:p>
              <a:pPr algn="l">
                <a:lnSpc>
                  <a:spcPts val="4320"/>
                </a:lnSpc>
              </a:pPr>
              <a:r>
                <a:rPr lang="en-US" sz="3600" b="true">
                  <a:solidFill>
                    <a:srgbClr val="C0392B"/>
                  </a:solidFill>
                  <a:latin typeface="Calibri (MS) Bold"/>
                  <a:ea typeface="Calibri (MS) Bold"/>
                  <a:cs typeface="Calibri (MS) Bold"/>
                  <a:sym typeface="Calibri (MS) Bold"/>
                </a:rPr>
                <a:t>✗</a:t>
              </a:r>
            </a:p>
          </p:txBody>
        </p:sp>
      </p:grpSp>
      <p:grpSp>
        <p:nvGrpSpPr>
          <p:cNvPr name="Group 52" id="52"/>
          <p:cNvGrpSpPr/>
          <p:nvPr/>
        </p:nvGrpSpPr>
        <p:grpSpPr>
          <a:xfrm rot="0">
            <a:off x="10711815" y="3445507"/>
            <a:ext cx="6217920" cy="822960"/>
            <a:chOff x="0" y="0"/>
            <a:chExt cx="8290560" cy="1097280"/>
          </a:xfrm>
        </p:grpSpPr>
        <p:sp>
          <p:nvSpPr>
            <p:cNvPr name="Freeform 53" id="53"/>
            <p:cNvSpPr/>
            <p:nvPr/>
          </p:nvSpPr>
          <p:spPr>
            <a:xfrm flipH="false" flipV="false" rot="0">
              <a:off x="0" y="0"/>
              <a:ext cx="8290560" cy="1097280"/>
            </a:xfrm>
            <a:custGeom>
              <a:avLst/>
              <a:gdLst/>
              <a:ahLst/>
              <a:cxnLst/>
              <a:rect r="r" b="b" t="t" l="l"/>
              <a:pathLst>
                <a:path h="1097280" w="8290560">
                  <a:moveTo>
                    <a:pt x="0" y="0"/>
                  </a:moveTo>
                  <a:lnTo>
                    <a:pt x="8290560" y="0"/>
                  </a:lnTo>
                  <a:lnTo>
                    <a:pt x="8290560" y="1097280"/>
                  </a:lnTo>
                  <a:lnTo>
                    <a:pt x="0" y="1097280"/>
                  </a:lnTo>
                  <a:close/>
                </a:path>
              </a:pathLst>
            </a:custGeom>
            <a:blipFill>
              <a:blip r:embed="rId3">
                <a:alphaModFix amt="0"/>
              </a:blip>
              <a:stretch>
                <a:fillRect l="0" t="-97220" r="0" b="-97220"/>
              </a:stretch>
            </a:blipFill>
          </p:spPr>
        </p:sp>
        <p:sp>
          <p:nvSpPr>
            <p:cNvPr name="TextBox 54" id="54"/>
            <p:cNvSpPr txBox="true"/>
            <p:nvPr/>
          </p:nvSpPr>
          <p:spPr>
            <a:xfrm>
              <a:off x="0" y="-57150"/>
              <a:ext cx="8290560" cy="1154430"/>
            </a:xfrm>
            <a:prstGeom prst="rect">
              <a:avLst/>
            </a:prstGeom>
          </p:spPr>
          <p:txBody>
            <a:bodyPr anchor="ctr" rtlCol="false" tIns="0" lIns="0" bIns="0" rIns="0"/>
            <a:lstStyle/>
            <a:p>
              <a:pPr algn="l">
                <a:lnSpc>
                  <a:spcPts val="3120"/>
                </a:lnSpc>
              </a:pPr>
              <a:r>
                <a:rPr lang="en-US" sz="2600">
                  <a:solidFill>
                    <a:srgbClr val="1A1A2E"/>
                  </a:solidFill>
                  <a:latin typeface="Calibri (MS)"/>
                  <a:ea typeface="Calibri (MS)"/>
                  <a:cs typeface="Calibri (MS)"/>
                  <a:sym typeface="Calibri (MS)"/>
                </a:rPr>
                <a:t>No se sabe si el estudiante abandonó</a:t>
              </a:r>
            </a:p>
          </p:txBody>
        </p:sp>
      </p:grpSp>
      <p:grpSp>
        <p:nvGrpSpPr>
          <p:cNvPr name="Group 55" id="55"/>
          <p:cNvGrpSpPr/>
          <p:nvPr/>
        </p:nvGrpSpPr>
        <p:grpSpPr>
          <a:xfrm rot="0">
            <a:off x="9601838" y="4987290"/>
            <a:ext cx="7523483" cy="1451867"/>
            <a:chOff x="0" y="0"/>
            <a:chExt cx="10031311" cy="1935823"/>
          </a:xfrm>
        </p:grpSpPr>
        <p:sp>
          <p:nvSpPr>
            <p:cNvPr name="Freeform 56" id="56"/>
            <p:cNvSpPr/>
            <p:nvPr/>
          </p:nvSpPr>
          <p:spPr>
            <a:xfrm flipH="false" flipV="false" rot="0">
              <a:off x="0" y="0"/>
              <a:ext cx="10031222" cy="1935734"/>
            </a:xfrm>
            <a:custGeom>
              <a:avLst/>
              <a:gdLst/>
              <a:ahLst/>
              <a:cxnLst/>
              <a:rect r="r" b="b" t="t" l="l"/>
              <a:pathLst>
                <a:path h="1935734" w="10031222">
                  <a:moveTo>
                    <a:pt x="0" y="198501"/>
                  </a:moveTo>
                  <a:cubicBezTo>
                    <a:pt x="0" y="88900"/>
                    <a:pt x="88900" y="0"/>
                    <a:pt x="198501" y="0"/>
                  </a:cubicBezTo>
                  <a:lnTo>
                    <a:pt x="9832721" y="0"/>
                  </a:lnTo>
                  <a:cubicBezTo>
                    <a:pt x="9942322" y="0"/>
                    <a:pt x="10031222" y="88900"/>
                    <a:pt x="10031222" y="198501"/>
                  </a:cubicBezTo>
                  <a:lnTo>
                    <a:pt x="10031222" y="1737233"/>
                  </a:lnTo>
                  <a:cubicBezTo>
                    <a:pt x="10031222" y="1846834"/>
                    <a:pt x="9942322" y="1935734"/>
                    <a:pt x="9832721" y="1935734"/>
                  </a:cubicBezTo>
                  <a:lnTo>
                    <a:pt x="198501" y="1935734"/>
                  </a:lnTo>
                  <a:cubicBezTo>
                    <a:pt x="88900" y="1935861"/>
                    <a:pt x="0" y="1846961"/>
                    <a:pt x="0" y="1737233"/>
                  </a:cubicBezTo>
                  <a:close/>
                </a:path>
              </a:pathLst>
            </a:custGeom>
            <a:solidFill>
              <a:srgbClr val="FFFFFF"/>
            </a:solidFill>
            <a:ln w="25400" cap="sq">
              <a:solidFill>
                <a:srgbClr val="CADCFC"/>
              </a:solidFill>
              <a:prstDash val="solid"/>
              <a:miter/>
            </a:ln>
          </p:spPr>
        </p:sp>
      </p:grpSp>
      <p:grpSp>
        <p:nvGrpSpPr>
          <p:cNvPr name="Group 57" id="57"/>
          <p:cNvGrpSpPr/>
          <p:nvPr/>
        </p:nvGrpSpPr>
        <p:grpSpPr>
          <a:xfrm rot="0">
            <a:off x="9888855" y="5146291"/>
            <a:ext cx="731520" cy="914400"/>
            <a:chOff x="0" y="0"/>
            <a:chExt cx="975360" cy="1219200"/>
          </a:xfrm>
        </p:grpSpPr>
        <p:sp>
          <p:nvSpPr>
            <p:cNvPr name="Freeform 58" id="58"/>
            <p:cNvSpPr/>
            <p:nvPr/>
          </p:nvSpPr>
          <p:spPr>
            <a:xfrm flipH="false" flipV="false" rot="0">
              <a:off x="0" y="0"/>
              <a:ext cx="975360" cy="1219200"/>
            </a:xfrm>
            <a:custGeom>
              <a:avLst/>
              <a:gdLst/>
              <a:ahLst/>
              <a:cxnLst/>
              <a:rect r="r" b="b" t="t" l="l"/>
              <a:pathLst>
                <a:path h="1219200" w="975360">
                  <a:moveTo>
                    <a:pt x="0" y="0"/>
                  </a:moveTo>
                  <a:lnTo>
                    <a:pt x="975360" y="0"/>
                  </a:lnTo>
                  <a:lnTo>
                    <a:pt x="975360" y="1219200"/>
                  </a:lnTo>
                  <a:lnTo>
                    <a:pt x="0" y="1219200"/>
                  </a:lnTo>
                  <a:close/>
                </a:path>
              </a:pathLst>
            </a:custGeom>
            <a:blipFill>
              <a:blip r:embed="rId3">
                <a:alphaModFix amt="0"/>
              </a:blip>
              <a:stretch>
                <a:fillRect l="-110379" t="0" r="-110379" b="0"/>
              </a:stretch>
            </a:blipFill>
          </p:spPr>
        </p:sp>
        <p:sp>
          <p:nvSpPr>
            <p:cNvPr name="TextBox 59" id="59"/>
            <p:cNvSpPr txBox="true"/>
            <p:nvPr/>
          </p:nvSpPr>
          <p:spPr>
            <a:xfrm>
              <a:off x="0" y="-66675"/>
              <a:ext cx="975360" cy="1285875"/>
            </a:xfrm>
            <a:prstGeom prst="rect">
              <a:avLst/>
            </a:prstGeom>
          </p:spPr>
          <p:txBody>
            <a:bodyPr anchor="ctr" rtlCol="false" tIns="0" lIns="0" bIns="0" rIns="0"/>
            <a:lstStyle/>
            <a:p>
              <a:pPr algn="l">
                <a:lnSpc>
                  <a:spcPts val="4320"/>
                </a:lnSpc>
              </a:pPr>
              <a:r>
                <a:rPr lang="en-US" sz="3600" b="true">
                  <a:solidFill>
                    <a:srgbClr val="C0392B"/>
                  </a:solidFill>
                  <a:latin typeface="Calibri (MS) Bold"/>
                  <a:ea typeface="Calibri (MS) Bold"/>
                  <a:cs typeface="Calibri (MS) Bold"/>
                  <a:sym typeface="Calibri (MS) Bold"/>
                </a:rPr>
                <a:t>✗</a:t>
              </a:r>
            </a:p>
          </p:txBody>
        </p:sp>
      </p:grpSp>
      <p:grpSp>
        <p:nvGrpSpPr>
          <p:cNvPr name="Group 60" id="60"/>
          <p:cNvGrpSpPr/>
          <p:nvPr/>
        </p:nvGrpSpPr>
        <p:grpSpPr>
          <a:xfrm rot="0">
            <a:off x="10711815" y="5182867"/>
            <a:ext cx="6217920" cy="822960"/>
            <a:chOff x="0" y="0"/>
            <a:chExt cx="8290560" cy="1097280"/>
          </a:xfrm>
        </p:grpSpPr>
        <p:sp>
          <p:nvSpPr>
            <p:cNvPr name="Freeform 61" id="61"/>
            <p:cNvSpPr/>
            <p:nvPr/>
          </p:nvSpPr>
          <p:spPr>
            <a:xfrm flipH="false" flipV="false" rot="0">
              <a:off x="0" y="0"/>
              <a:ext cx="8290560" cy="1097280"/>
            </a:xfrm>
            <a:custGeom>
              <a:avLst/>
              <a:gdLst/>
              <a:ahLst/>
              <a:cxnLst/>
              <a:rect r="r" b="b" t="t" l="l"/>
              <a:pathLst>
                <a:path h="1097280" w="8290560">
                  <a:moveTo>
                    <a:pt x="0" y="0"/>
                  </a:moveTo>
                  <a:lnTo>
                    <a:pt x="8290560" y="0"/>
                  </a:lnTo>
                  <a:lnTo>
                    <a:pt x="8290560" y="1097280"/>
                  </a:lnTo>
                  <a:lnTo>
                    <a:pt x="0" y="1097280"/>
                  </a:lnTo>
                  <a:close/>
                </a:path>
              </a:pathLst>
            </a:custGeom>
            <a:blipFill>
              <a:blip r:embed="rId3">
                <a:alphaModFix amt="0"/>
              </a:blip>
              <a:stretch>
                <a:fillRect l="0" t="-97220" r="0" b="-97220"/>
              </a:stretch>
            </a:blipFill>
          </p:spPr>
        </p:sp>
        <p:sp>
          <p:nvSpPr>
            <p:cNvPr name="TextBox 62" id="62"/>
            <p:cNvSpPr txBox="true"/>
            <p:nvPr/>
          </p:nvSpPr>
          <p:spPr>
            <a:xfrm>
              <a:off x="0" y="-57150"/>
              <a:ext cx="8290560" cy="1154430"/>
            </a:xfrm>
            <a:prstGeom prst="rect">
              <a:avLst/>
            </a:prstGeom>
          </p:spPr>
          <p:txBody>
            <a:bodyPr anchor="ctr" rtlCol="false" tIns="0" lIns="0" bIns="0" rIns="0"/>
            <a:lstStyle/>
            <a:p>
              <a:pPr algn="l">
                <a:lnSpc>
                  <a:spcPts val="3120"/>
                </a:lnSpc>
              </a:pPr>
              <a:r>
                <a:rPr lang="en-US" sz="2600">
                  <a:solidFill>
                    <a:srgbClr val="1A1A2E"/>
                  </a:solidFill>
                  <a:latin typeface="Calibri (MS)"/>
                  <a:ea typeface="Calibri (MS)"/>
                  <a:cs typeface="Calibri (MS)"/>
                  <a:sym typeface="Calibri (MS)"/>
                </a:rPr>
                <a:t>Dificultades pasan desapercibidas</a:t>
              </a:r>
            </a:p>
          </p:txBody>
        </p:sp>
      </p:grpSp>
      <p:grpSp>
        <p:nvGrpSpPr>
          <p:cNvPr name="Group 63" id="63"/>
          <p:cNvGrpSpPr/>
          <p:nvPr/>
        </p:nvGrpSpPr>
        <p:grpSpPr>
          <a:xfrm rot="0">
            <a:off x="9601838" y="6724650"/>
            <a:ext cx="7523483" cy="1451867"/>
            <a:chOff x="0" y="0"/>
            <a:chExt cx="10031311" cy="1935823"/>
          </a:xfrm>
        </p:grpSpPr>
        <p:sp>
          <p:nvSpPr>
            <p:cNvPr name="Freeform 64" id="64"/>
            <p:cNvSpPr/>
            <p:nvPr/>
          </p:nvSpPr>
          <p:spPr>
            <a:xfrm flipH="false" flipV="false" rot="0">
              <a:off x="0" y="0"/>
              <a:ext cx="10031222" cy="1935734"/>
            </a:xfrm>
            <a:custGeom>
              <a:avLst/>
              <a:gdLst/>
              <a:ahLst/>
              <a:cxnLst/>
              <a:rect r="r" b="b" t="t" l="l"/>
              <a:pathLst>
                <a:path h="1935734" w="10031222">
                  <a:moveTo>
                    <a:pt x="0" y="198501"/>
                  </a:moveTo>
                  <a:cubicBezTo>
                    <a:pt x="0" y="88900"/>
                    <a:pt x="88900" y="0"/>
                    <a:pt x="198501" y="0"/>
                  </a:cubicBezTo>
                  <a:lnTo>
                    <a:pt x="9832721" y="0"/>
                  </a:lnTo>
                  <a:cubicBezTo>
                    <a:pt x="9942322" y="0"/>
                    <a:pt x="10031222" y="88900"/>
                    <a:pt x="10031222" y="198501"/>
                  </a:cubicBezTo>
                  <a:lnTo>
                    <a:pt x="10031222" y="1737233"/>
                  </a:lnTo>
                  <a:cubicBezTo>
                    <a:pt x="10031222" y="1846834"/>
                    <a:pt x="9942322" y="1935734"/>
                    <a:pt x="9832721" y="1935734"/>
                  </a:cubicBezTo>
                  <a:lnTo>
                    <a:pt x="198501" y="1935734"/>
                  </a:lnTo>
                  <a:cubicBezTo>
                    <a:pt x="88900" y="1935861"/>
                    <a:pt x="0" y="1846961"/>
                    <a:pt x="0" y="1737233"/>
                  </a:cubicBezTo>
                  <a:close/>
                </a:path>
              </a:pathLst>
            </a:custGeom>
            <a:solidFill>
              <a:srgbClr val="FFFFFF"/>
            </a:solidFill>
            <a:ln w="25400" cap="sq">
              <a:solidFill>
                <a:srgbClr val="CADCFC"/>
              </a:solidFill>
              <a:prstDash val="solid"/>
              <a:miter/>
            </a:ln>
          </p:spPr>
        </p:sp>
      </p:grpSp>
      <p:grpSp>
        <p:nvGrpSpPr>
          <p:cNvPr name="Group 65" id="65"/>
          <p:cNvGrpSpPr/>
          <p:nvPr/>
        </p:nvGrpSpPr>
        <p:grpSpPr>
          <a:xfrm rot="0">
            <a:off x="9888855" y="6883651"/>
            <a:ext cx="731520" cy="914400"/>
            <a:chOff x="0" y="0"/>
            <a:chExt cx="975360" cy="1219200"/>
          </a:xfrm>
        </p:grpSpPr>
        <p:sp>
          <p:nvSpPr>
            <p:cNvPr name="Freeform 66" id="66"/>
            <p:cNvSpPr/>
            <p:nvPr/>
          </p:nvSpPr>
          <p:spPr>
            <a:xfrm flipH="false" flipV="false" rot="0">
              <a:off x="0" y="0"/>
              <a:ext cx="975360" cy="1219200"/>
            </a:xfrm>
            <a:custGeom>
              <a:avLst/>
              <a:gdLst/>
              <a:ahLst/>
              <a:cxnLst/>
              <a:rect r="r" b="b" t="t" l="l"/>
              <a:pathLst>
                <a:path h="1219200" w="975360">
                  <a:moveTo>
                    <a:pt x="0" y="0"/>
                  </a:moveTo>
                  <a:lnTo>
                    <a:pt x="975360" y="0"/>
                  </a:lnTo>
                  <a:lnTo>
                    <a:pt x="975360" y="1219200"/>
                  </a:lnTo>
                  <a:lnTo>
                    <a:pt x="0" y="1219200"/>
                  </a:lnTo>
                  <a:close/>
                </a:path>
              </a:pathLst>
            </a:custGeom>
            <a:blipFill>
              <a:blip r:embed="rId3">
                <a:alphaModFix amt="0"/>
              </a:blip>
              <a:stretch>
                <a:fillRect l="-110379" t="0" r="-110379" b="0"/>
              </a:stretch>
            </a:blipFill>
          </p:spPr>
        </p:sp>
        <p:sp>
          <p:nvSpPr>
            <p:cNvPr name="TextBox 67" id="67"/>
            <p:cNvSpPr txBox="true"/>
            <p:nvPr/>
          </p:nvSpPr>
          <p:spPr>
            <a:xfrm>
              <a:off x="0" y="-66675"/>
              <a:ext cx="975360" cy="1285875"/>
            </a:xfrm>
            <a:prstGeom prst="rect">
              <a:avLst/>
            </a:prstGeom>
          </p:spPr>
          <p:txBody>
            <a:bodyPr anchor="ctr" rtlCol="false" tIns="0" lIns="0" bIns="0" rIns="0"/>
            <a:lstStyle/>
            <a:p>
              <a:pPr algn="l">
                <a:lnSpc>
                  <a:spcPts val="4320"/>
                </a:lnSpc>
              </a:pPr>
              <a:r>
                <a:rPr lang="en-US" sz="3600" b="true">
                  <a:solidFill>
                    <a:srgbClr val="C0392B"/>
                  </a:solidFill>
                  <a:latin typeface="Calibri (MS) Bold"/>
                  <a:ea typeface="Calibri (MS) Bold"/>
                  <a:cs typeface="Calibri (MS) Bold"/>
                  <a:sym typeface="Calibri (MS) Bold"/>
                </a:rPr>
                <a:t>✗</a:t>
              </a:r>
            </a:p>
          </p:txBody>
        </p:sp>
      </p:grpSp>
      <p:grpSp>
        <p:nvGrpSpPr>
          <p:cNvPr name="Group 68" id="68"/>
          <p:cNvGrpSpPr/>
          <p:nvPr/>
        </p:nvGrpSpPr>
        <p:grpSpPr>
          <a:xfrm rot="0">
            <a:off x="10711815" y="6920227"/>
            <a:ext cx="6217920" cy="822960"/>
            <a:chOff x="0" y="0"/>
            <a:chExt cx="8290560" cy="1097280"/>
          </a:xfrm>
        </p:grpSpPr>
        <p:sp>
          <p:nvSpPr>
            <p:cNvPr name="Freeform 69" id="69"/>
            <p:cNvSpPr/>
            <p:nvPr/>
          </p:nvSpPr>
          <p:spPr>
            <a:xfrm flipH="false" flipV="false" rot="0">
              <a:off x="0" y="0"/>
              <a:ext cx="8290560" cy="1097280"/>
            </a:xfrm>
            <a:custGeom>
              <a:avLst/>
              <a:gdLst/>
              <a:ahLst/>
              <a:cxnLst/>
              <a:rect r="r" b="b" t="t" l="l"/>
              <a:pathLst>
                <a:path h="1097280" w="8290560">
                  <a:moveTo>
                    <a:pt x="0" y="0"/>
                  </a:moveTo>
                  <a:lnTo>
                    <a:pt x="8290560" y="0"/>
                  </a:lnTo>
                  <a:lnTo>
                    <a:pt x="8290560" y="1097280"/>
                  </a:lnTo>
                  <a:lnTo>
                    <a:pt x="0" y="1097280"/>
                  </a:lnTo>
                  <a:close/>
                </a:path>
              </a:pathLst>
            </a:custGeom>
            <a:blipFill>
              <a:blip r:embed="rId3">
                <a:alphaModFix amt="0"/>
              </a:blip>
              <a:stretch>
                <a:fillRect l="0" t="-97220" r="0" b="-97220"/>
              </a:stretch>
            </a:blipFill>
          </p:spPr>
        </p:sp>
        <p:sp>
          <p:nvSpPr>
            <p:cNvPr name="TextBox 70" id="70"/>
            <p:cNvSpPr txBox="true"/>
            <p:nvPr/>
          </p:nvSpPr>
          <p:spPr>
            <a:xfrm>
              <a:off x="0" y="-57150"/>
              <a:ext cx="8290560" cy="1154430"/>
            </a:xfrm>
            <a:prstGeom prst="rect">
              <a:avLst/>
            </a:prstGeom>
          </p:spPr>
          <p:txBody>
            <a:bodyPr anchor="ctr" rtlCol="false" tIns="0" lIns="0" bIns="0" rIns="0"/>
            <a:lstStyle/>
            <a:p>
              <a:pPr algn="l">
                <a:lnSpc>
                  <a:spcPts val="3120"/>
                </a:lnSpc>
              </a:pPr>
              <a:r>
                <a:rPr lang="en-US" sz="2600">
                  <a:solidFill>
                    <a:srgbClr val="1A1A2E"/>
                  </a:solidFill>
                  <a:latin typeface="Calibri (MS)"/>
                  <a:ea typeface="Calibri (MS)"/>
                  <a:cs typeface="Calibri (MS)"/>
                  <a:sym typeface="Calibri (MS)"/>
                </a:rPr>
                <a:t>Gestión administrativa limitada</a:t>
              </a:r>
            </a:p>
          </p:txBody>
        </p:sp>
      </p:grpSp>
      <p:grpSp>
        <p:nvGrpSpPr>
          <p:cNvPr name="Group 71" id="71"/>
          <p:cNvGrpSpPr/>
          <p:nvPr/>
        </p:nvGrpSpPr>
        <p:grpSpPr>
          <a:xfrm rot="0">
            <a:off x="9601838" y="8553450"/>
            <a:ext cx="7523483" cy="1122683"/>
            <a:chOff x="0" y="0"/>
            <a:chExt cx="10031311" cy="1496911"/>
          </a:xfrm>
        </p:grpSpPr>
        <p:sp>
          <p:nvSpPr>
            <p:cNvPr name="Freeform 72" id="72"/>
            <p:cNvSpPr/>
            <p:nvPr/>
          </p:nvSpPr>
          <p:spPr>
            <a:xfrm flipH="false" flipV="false" rot="0">
              <a:off x="0" y="0"/>
              <a:ext cx="10031349" cy="1496949"/>
            </a:xfrm>
            <a:custGeom>
              <a:avLst/>
              <a:gdLst/>
              <a:ahLst/>
              <a:cxnLst/>
              <a:rect r="r" b="b" t="t" l="l"/>
              <a:pathLst>
                <a:path h="1496949" w="10031349">
                  <a:moveTo>
                    <a:pt x="0" y="149733"/>
                  </a:moveTo>
                  <a:cubicBezTo>
                    <a:pt x="0" y="67056"/>
                    <a:pt x="67056" y="0"/>
                    <a:pt x="149733" y="0"/>
                  </a:cubicBezTo>
                  <a:lnTo>
                    <a:pt x="9881616" y="0"/>
                  </a:lnTo>
                  <a:cubicBezTo>
                    <a:pt x="9964293" y="0"/>
                    <a:pt x="10031349" y="67056"/>
                    <a:pt x="10031349" y="149733"/>
                  </a:cubicBezTo>
                  <a:lnTo>
                    <a:pt x="10031349" y="1347216"/>
                  </a:lnTo>
                  <a:cubicBezTo>
                    <a:pt x="10031349" y="1429893"/>
                    <a:pt x="9964293" y="1496949"/>
                    <a:pt x="9881616" y="1496949"/>
                  </a:cubicBezTo>
                  <a:lnTo>
                    <a:pt x="149733" y="1496949"/>
                  </a:lnTo>
                  <a:cubicBezTo>
                    <a:pt x="67056" y="1496949"/>
                    <a:pt x="0" y="1429893"/>
                    <a:pt x="0" y="1347216"/>
                  </a:cubicBezTo>
                  <a:close/>
                </a:path>
              </a:pathLst>
            </a:custGeom>
            <a:solidFill>
              <a:srgbClr val="1E2761"/>
            </a:solidFill>
            <a:ln w="25400" cap="sq">
              <a:solidFill>
                <a:srgbClr val="1E2761"/>
              </a:solidFill>
              <a:prstDash val="solid"/>
              <a:miter/>
            </a:ln>
          </p:spPr>
        </p:sp>
      </p:grpSp>
      <p:grpSp>
        <p:nvGrpSpPr>
          <p:cNvPr name="Group 73" id="73"/>
          <p:cNvGrpSpPr/>
          <p:nvPr/>
        </p:nvGrpSpPr>
        <p:grpSpPr>
          <a:xfrm rot="0">
            <a:off x="9797415" y="8657587"/>
            <a:ext cx="7132320" cy="914400"/>
            <a:chOff x="0" y="0"/>
            <a:chExt cx="9509760" cy="1219200"/>
          </a:xfrm>
        </p:grpSpPr>
        <p:sp>
          <p:nvSpPr>
            <p:cNvPr name="Freeform 74" id="74"/>
            <p:cNvSpPr/>
            <p:nvPr/>
          </p:nvSpPr>
          <p:spPr>
            <a:xfrm flipH="false" flipV="false" rot="0">
              <a:off x="0" y="0"/>
              <a:ext cx="9509760" cy="1219200"/>
            </a:xfrm>
            <a:custGeom>
              <a:avLst/>
              <a:gdLst/>
              <a:ahLst/>
              <a:cxnLst/>
              <a:rect r="r" b="b" t="t" l="l"/>
              <a:pathLst>
                <a:path h="1219200" w="9509760">
                  <a:moveTo>
                    <a:pt x="0" y="0"/>
                  </a:moveTo>
                  <a:lnTo>
                    <a:pt x="9509760" y="0"/>
                  </a:lnTo>
                  <a:lnTo>
                    <a:pt x="9509760" y="1219200"/>
                  </a:lnTo>
                  <a:lnTo>
                    <a:pt x="0" y="1219200"/>
                  </a:lnTo>
                  <a:close/>
                </a:path>
              </a:pathLst>
            </a:custGeom>
            <a:blipFill>
              <a:blip r:embed="rId3">
                <a:alphaModFix amt="0"/>
              </a:blip>
              <a:stretch>
                <a:fillRect l="0" t="-101983" r="0" b="-101983"/>
              </a:stretch>
            </a:blipFill>
          </p:spPr>
        </p:sp>
        <p:sp>
          <p:nvSpPr>
            <p:cNvPr name="TextBox 75" id="75"/>
            <p:cNvSpPr txBox="true"/>
            <p:nvPr/>
          </p:nvSpPr>
          <p:spPr>
            <a:xfrm>
              <a:off x="0" y="-47625"/>
              <a:ext cx="9509760" cy="1266825"/>
            </a:xfrm>
            <a:prstGeom prst="rect">
              <a:avLst/>
            </a:prstGeom>
          </p:spPr>
          <p:txBody>
            <a:bodyPr anchor="ctr" rtlCol="false" tIns="0" lIns="0" bIns="0" rIns="0"/>
            <a:lstStyle/>
            <a:p>
              <a:pPr algn="ctr">
                <a:lnSpc>
                  <a:spcPts val="2639"/>
                </a:lnSpc>
              </a:pPr>
              <a:r>
                <a:rPr lang="en-US" sz="2199" b="true">
                  <a:solidFill>
                    <a:srgbClr val="FFFFFF"/>
                  </a:solidFill>
                  <a:latin typeface="Calibri (MS) Bold"/>
                  <a:ea typeface="Calibri (MS) Bold"/>
                  <a:cs typeface="Calibri (MS) Bold"/>
                  <a:sym typeface="Calibri (MS) Bold"/>
                </a:rPr>
                <a:t>Poca trazabilidad durante el desarrollo de la práctica</a:t>
              </a:r>
            </a:p>
          </p:txBody>
        </p:sp>
      </p:grpSp>
      <p:sp>
        <p:nvSpPr>
          <p:cNvPr name="Freeform 76" id="76"/>
          <p:cNvSpPr/>
          <p:nvPr/>
        </p:nvSpPr>
        <p:spPr>
          <a:xfrm flipH="false" flipV="false" rot="0">
            <a:off x="13644173" y="170126"/>
            <a:ext cx="4226777" cy="1056694"/>
          </a:xfrm>
          <a:custGeom>
            <a:avLst/>
            <a:gdLst/>
            <a:ahLst/>
            <a:cxnLst/>
            <a:rect r="r" b="b" t="t" l="l"/>
            <a:pathLst>
              <a:path h="1056694" w="4226777">
                <a:moveTo>
                  <a:pt x="0" y="0"/>
                </a:moveTo>
                <a:lnTo>
                  <a:pt x="4226777" y="0"/>
                </a:lnTo>
                <a:lnTo>
                  <a:pt x="4226777" y="1056694"/>
                </a:lnTo>
                <a:lnTo>
                  <a:pt x="0" y="1056694"/>
                </a:lnTo>
                <a:lnTo>
                  <a:pt x="0" y="0"/>
                </a:lnTo>
                <a:close/>
              </a:path>
            </a:pathLst>
          </a:custGeom>
          <a:blipFill>
            <a:blip r:embed="rId4"/>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8663173" cy="1828800"/>
            <a:chOff x="0" y="0"/>
            <a:chExt cx="11550897" cy="2438400"/>
          </a:xfrm>
        </p:grpSpPr>
        <p:sp>
          <p:nvSpPr>
            <p:cNvPr name="Freeform 3" id="3"/>
            <p:cNvSpPr/>
            <p:nvPr/>
          </p:nvSpPr>
          <p:spPr>
            <a:xfrm flipH="false" flipV="false" rot="0">
              <a:off x="0" y="0"/>
              <a:ext cx="11550896" cy="2438400"/>
            </a:xfrm>
            <a:custGeom>
              <a:avLst/>
              <a:gdLst/>
              <a:ahLst/>
              <a:cxnLst/>
              <a:rect r="r" b="b" t="t" l="l"/>
              <a:pathLst>
                <a:path h="2438400" w="11550896">
                  <a:moveTo>
                    <a:pt x="0" y="0"/>
                  </a:moveTo>
                  <a:lnTo>
                    <a:pt x="11550896" y="0"/>
                  </a:lnTo>
                  <a:lnTo>
                    <a:pt x="11550896" y="2438400"/>
                  </a:lnTo>
                  <a:lnTo>
                    <a:pt x="0" y="2438400"/>
                  </a:lnTo>
                  <a:close/>
                </a:path>
              </a:pathLst>
            </a:custGeom>
            <a:solidFill>
              <a:srgbClr val="1E2761"/>
            </a:solidFill>
          </p:spPr>
        </p:sp>
      </p:grpSp>
      <p:grpSp>
        <p:nvGrpSpPr>
          <p:cNvPr name="Group 4" id="4"/>
          <p:cNvGrpSpPr/>
          <p:nvPr/>
        </p:nvGrpSpPr>
        <p:grpSpPr>
          <a:xfrm rot="0">
            <a:off x="914400" y="365760"/>
            <a:ext cx="7297954" cy="1097280"/>
            <a:chOff x="0" y="0"/>
            <a:chExt cx="9730605" cy="1463040"/>
          </a:xfrm>
        </p:grpSpPr>
        <p:sp>
          <p:nvSpPr>
            <p:cNvPr name="Freeform 5" id="5"/>
            <p:cNvSpPr/>
            <p:nvPr/>
          </p:nvSpPr>
          <p:spPr>
            <a:xfrm flipH="false" flipV="false" rot="0">
              <a:off x="0" y="0"/>
              <a:ext cx="9730605" cy="1463040"/>
            </a:xfrm>
            <a:custGeom>
              <a:avLst/>
              <a:gdLst/>
              <a:ahLst/>
              <a:cxnLst/>
              <a:rect r="r" b="b" t="t" l="l"/>
              <a:pathLst>
                <a:path h="1463040" w="9730605">
                  <a:moveTo>
                    <a:pt x="0" y="0"/>
                  </a:moveTo>
                  <a:lnTo>
                    <a:pt x="9730605" y="0"/>
                  </a:lnTo>
                  <a:lnTo>
                    <a:pt x="9730605" y="1463040"/>
                  </a:lnTo>
                  <a:lnTo>
                    <a:pt x="0" y="1463040"/>
                  </a:lnTo>
                  <a:close/>
                </a:path>
              </a:pathLst>
            </a:custGeom>
            <a:blipFill>
              <a:blip r:embed="rId3">
                <a:alphaModFix amt="0"/>
              </a:blip>
              <a:stretch>
                <a:fillRect l="0" t="-242275" r="-125531" b="-242275"/>
              </a:stretch>
            </a:blipFill>
          </p:spPr>
        </p:sp>
        <p:sp>
          <p:nvSpPr>
            <p:cNvPr name="TextBox 6" id="6"/>
            <p:cNvSpPr txBox="true"/>
            <p:nvPr/>
          </p:nvSpPr>
          <p:spPr>
            <a:xfrm>
              <a:off x="0" y="-123825"/>
              <a:ext cx="9730605" cy="1586865"/>
            </a:xfrm>
            <a:prstGeom prst="rect">
              <a:avLst/>
            </a:prstGeom>
          </p:spPr>
          <p:txBody>
            <a:bodyPr anchor="ctr" rtlCol="false" tIns="0" lIns="0" bIns="0" rIns="0"/>
            <a:lstStyle/>
            <a:p>
              <a:pPr algn="l">
                <a:lnSpc>
                  <a:spcPts val="6239"/>
                </a:lnSpc>
              </a:pPr>
              <a:r>
                <a:rPr lang="en-US" sz="5199" b="true">
                  <a:solidFill>
                    <a:srgbClr val="FFFFFF"/>
                  </a:solidFill>
                  <a:latin typeface="Calibri (MS) Bold"/>
                  <a:ea typeface="Calibri (MS) Bold"/>
                  <a:cs typeface="Calibri (MS) Bold"/>
                  <a:sym typeface="Calibri (MS) Bold"/>
                </a:rPr>
                <a:t>¿Por qué es relevante?</a:t>
              </a:r>
            </a:p>
          </p:txBody>
        </p:sp>
      </p:grpSp>
      <p:grpSp>
        <p:nvGrpSpPr>
          <p:cNvPr name="Group 7" id="7"/>
          <p:cNvGrpSpPr/>
          <p:nvPr/>
        </p:nvGrpSpPr>
        <p:grpSpPr>
          <a:xfrm rot="0">
            <a:off x="718823" y="2090423"/>
            <a:ext cx="5511803" cy="4048763"/>
            <a:chOff x="0" y="0"/>
            <a:chExt cx="7349071" cy="5398351"/>
          </a:xfrm>
        </p:grpSpPr>
        <p:sp>
          <p:nvSpPr>
            <p:cNvPr name="Freeform 8" id="8"/>
            <p:cNvSpPr/>
            <p:nvPr/>
          </p:nvSpPr>
          <p:spPr>
            <a:xfrm flipH="false" flipV="false" rot="0">
              <a:off x="0" y="0"/>
              <a:ext cx="7349110" cy="5398389"/>
            </a:xfrm>
            <a:custGeom>
              <a:avLst/>
              <a:gdLst/>
              <a:ahLst/>
              <a:cxnLst/>
              <a:rect r="r" b="b" t="t" l="l"/>
              <a:pathLst>
                <a:path h="5398389" w="7349110">
                  <a:moveTo>
                    <a:pt x="0" y="196342"/>
                  </a:moveTo>
                  <a:cubicBezTo>
                    <a:pt x="0" y="87884"/>
                    <a:pt x="87884" y="0"/>
                    <a:pt x="196342" y="0"/>
                  </a:cubicBezTo>
                  <a:lnTo>
                    <a:pt x="7152767" y="0"/>
                  </a:lnTo>
                  <a:cubicBezTo>
                    <a:pt x="7261225" y="0"/>
                    <a:pt x="7349110" y="87884"/>
                    <a:pt x="7349110" y="196342"/>
                  </a:cubicBezTo>
                  <a:lnTo>
                    <a:pt x="7349110" y="5202047"/>
                  </a:lnTo>
                  <a:cubicBezTo>
                    <a:pt x="7349110" y="5310505"/>
                    <a:pt x="7261225" y="5398389"/>
                    <a:pt x="7152767" y="5398389"/>
                  </a:cubicBezTo>
                  <a:lnTo>
                    <a:pt x="196342" y="5398389"/>
                  </a:lnTo>
                  <a:cubicBezTo>
                    <a:pt x="87884" y="5398389"/>
                    <a:pt x="0" y="5310505"/>
                    <a:pt x="0" y="5202047"/>
                  </a:cubicBezTo>
                  <a:close/>
                </a:path>
              </a:pathLst>
            </a:custGeom>
            <a:solidFill>
              <a:srgbClr val="FFFFFF"/>
            </a:solidFill>
            <a:ln w="25400" cap="sq">
              <a:solidFill>
                <a:srgbClr val="CADCFC"/>
              </a:solidFill>
              <a:prstDash val="solid"/>
              <a:miter/>
            </a:ln>
          </p:spPr>
        </p:sp>
      </p:grpSp>
      <p:grpSp>
        <p:nvGrpSpPr>
          <p:cNvPr name="Group 9" id="9"/>
          <p:cNvGrpSpPr/>
          <p:nvPr/>
        </p:nvGrpSpPr>
        <p:grpSpPr>
          <a:xfrm rot="0">
            <a:off x="914400" y="3383280"/>
            <a:ext cx="5120640" cy="640080"/>
            <a:chOff x="0" y="0"/>
            <a:chExt cx="6827520" cy="853440"/>
          </a:xfrm>
        </p:grpSpPr>
        <p:sp>
          <p:nvSpPr>
            <p:cNvPr name="Freeform 10" id="10"/>
            <p:cNvSpPr/>
            <p:nvPr/>
          </p:nvSpPr>
          <p:spPr>
            <a:xfrm flipH="false" flipV="false" rot="0">
              <a:off x="0" y="0"/>
              <a:ext cx="6827520" cy="853440"/>
            </a:xfrm>
            <a:custGeom>
              <a:avLst/>
              <a:gdLst/>
              <a:ahLst/>
              <a:cxnLst/>
              <a:rect r="r" b="b" t="t" l="l"/>
              <a:pathLst>
                <a:path h="853440" w="6827520">
                  <a:moveTo>
                    <a:pt x="0" y="0"/>
                  </a:moveTo>
                  <a:lnTo>
                    <a:pt x="6827520" y="0"/>
                  </a:lnTo>
                  <a:lnTo>
                    <a:pt x="6827520" y="853440"/>
                  </a:lnTo>
                  <a:lnTo>
                    <a:pt x="0" y="853440"/>
                  </a:lnTo>
                  <a:close/>
                </a:path>
              </a:pathLst>
            </a:custGeom>
            <a:blipFill>
              <a:blip r:embed="rId3">
                <a:alphaModFix amt="0"/>
              </a:blip>
              <a:stretch>
                <a:fillRect l="0" t="-105880" r="0" b="-105880"/>
              </a:stretch>
            </a:blipFill>
          </p:spPr>
        </p:sp>
        <p:sp>
          <p:nvSpPr>
            <p:cNvPr name="TextBox 11" id="11"/>
            <p:cNvSpPr txBox="true"/>
            <p:nvPr/>
          </p:nvSpPr>
          <p:spPr>
            <a:xfrm>
              <a:off x="0" y="-57150"/>
              <a:ext cx="6827520" cy="910590"/>
            </a:xfrm>
            <a:prstGeom prst="rect">
              <a:avLst/>
            </a:prstGeom>
          </p:spPr>
          <p:txBody>
            <a:bodyPr anchor="ctr" rtlCol="false" tIns="0" lIns="0" bIns="0" rIns="0"/>
            <a:lstStyle/>
            <a:p>
              <a:pPr algn="ctr">
                <a:lnSpc>
                  <a:spcPts val="3479"/>
                </a:lnSpc>
              </a:pPr>
              <a:r>
                <a:rPr lang="en-US" sz="2899" b="true">
                  <a:solidFill>
                    <a:srgbClr val="1E2761"/>
                  </a:solidFill>
                  <a:latin typeface="Calibri (MS) Bold"/>
                  <a:ea typeface="Calibri (MS) Bold"/>
                  <a:cs typeface="Calibri (MS) Bold"/>
                  <a:sym typeface="Calibri (MS) Bold"/>
                </a:rPr>
                <a:t>Trazabilidad</a:t>
              </a:r>
            </a:p>
          </p:txBody>
        </p:sp>
      </p:grpSp>
      <p:grpSp>
        <p:nvGrpSpPr>
          <p:cNvPr name="Group 12" id="12"/>
          <p:cNvGrpSpPr/>
          <p:nvPr/>
        </p:nvGrpSpPr>
        <p:grpSpPr>
          <a:xfrm rot="0">
            <a:off x="914400" y="4114800"/>
            <a:ext cx="5120640" cy="1645920"/>
            <a:chOff x="0" y="0"/>
            <a:chExt cx="6827520" cy="2194560"/>
          </a:xfrm>
        </p:grpSpPr>
        <p:sp>
          <p:nvSpPr>
            <p:cNvPr name="Freeform 13" id="13"/>
            <p:cNvSpPr/>
            <p:nvPr/>
          </p:nvSpPr>
          <p:spPr>
            <a:xfrm flipH="false" flipV="false" rot="0">
              <a:off x="0" y="0"/>
              <a:ext cx="6827520" cy="2194560"/>
            </a:xfrm>
            <a:custGeom>
              <a:avLst/>
              <a:gdLst/>
              <a:ahLst/>
              <a:cxnLst/>
              <a:rect r="r" b="b" t="t" l="l"/>
              <a:pathLst>
                <a:path h="2194560" w="6827520">
                  <a:moveTo>
                    <a:pt x="0" y="0"/>
                  </a:moveTo>
                  <a:lnTo>
                    <a:pt x="6827520" y="0"/>
                  </a:lnTo>
                  <a:lnTo>
                    <a:pt x="6827520" y="2194560"/>
                  </a:lnTo>
                  <a:lnTo>
                    <a:pt x="0" y="2194560"/>
                  </a:lnTo>
                  <a:close/>
                </a:path>
              </a:pathLst>
            </a:custGeom>
            <a:blipFill>
              <a:blip r:embed="rId3">
                <a:alphaModFix amt="0"/>
              </a:blip>
              <a:stretch>
                <a:fillRect l="0" t="-10620" r="0" b="-10620"/>
              </a:stretch>
            </a:blipFill>
          </p:spPr>
        </p:sp>
        <p:sp>
          <p:nvSpPr>
            <p:cNvPr name="TextBox 14" id="14"/>
            <p:cNvSpPr txBox="true"/>
            <p:nvPr/>
          </p:nvSpPr>
          <p:spPr>
            <a:xfrm>
              <a:off x="0" y="-47625"/>
              <a:ext cx="6827520" cy="2242185"/>
            </a:xfrm>
            <a:prstGeom prst="rect">
              <a:avLst/>
            </a:prstGeom>
          </p:spPr>
          <p:txBody>
            <a:bodyPr anchor="ctr" rtlCol="false" tIns="0" lIns="0" bIns="0" rIns="0"/>
            <a:lstStyle/>
            <a:p>
              <a:pPr algn="ctr">
                <a:lnSpc>
                  <a:spcPts val="2999"/>
                </a:lnSpc>
              </a:pPr>
              <a:r>
                <a:rPr lang="en-US" sz="2499">
                  <a:solidFill>
                    <a:srgbClr val="4A4A6A"/>
                  </a:solidFill>
                  <a:latin typeface="Calibri (MS)"/>
                  <a:ea typeface="Calibri (MS)"/>
                  <a:cs typeface="Calibri (MS)"/>
                  <a:sym typeface="Calibri (MS)"/>
                </a:rPr>
                <a:t>Visibilidad completa desde el inicio hasta el cierre de cada práctica</a:t>
              </a:r>
            </a:p>
          </p:txBody>
        </p:sp>
      </p:grpSp>
      <p:grpSp>
        <p:nvGrpSpPr>
          <p:cNvPr name="Group 15" id="15"/>
          <p:cNvGrpSpPr/>
          <p:nvPr/>
        </p:nvGrpSpPr>
        <p:grpSpPr>
          <a:xfrm rot="0">
            <a:off x="6570983" y="2090423"/>
            <a:ext cx="5511803" cy="4048763"/>
            <a:chOff x="0" y="0"/>
            <a:chExt cx="7349071" cy="5398351"/>
          </a:xfrm>
        </p:grpSpPr>
        <p:sp>
          <p:nvSpPr>
            <p:cNvPr name="Freeform 16" id="16"/>
            <p:cNvSpPr/>
            <p:nvPr/>
          </p:nvSpPr>
          <p:spPr>
            <a:xfrm flipH="false" flipV="false" rot="0">
              <a:off x="0" y="0"/>
              <a:ext cx="7349110" cy="5398389"/>
            </a:xfrm>
            <a:custGeom>
              <a:avLst/>
              <a:gdLst/>
              <a:ahLst/>
              <a:cxnLst/>
              <a:rect r="r" b="b" t="t" l="l"/>
              <a:pathLst>
                <a:path h="5398389" w="7349110">
                  <a:moveTo>
                    <a:pt x="0" y="196342"/>
                  </a:moveTo>
                  <a:cubicBezTo>
                    <a:pt x="0" y="87884"/>
                    <a:pt x="87884" y="0"/>
                    <a:pt x="196342" y="0"/>
                  </a:cubicBezTo>
                  <a:lnTo>
                    <a:pt x="7152767" y="0"/>
                  </a:lnTo>
                  <a:cubicBezTo>
                    <a:pt x="7261225" y="0"/>
                    <a:pt x="7349110" y="87884"/>
                    <a:pt x="7349110" y="196342"/>
                  </a:cubicBezTo>
                  <a:lnTo>
                    <a:pt x="7349110" y="5202047"/>
                  </a:lnTo>
                  <a:cubicBezTo>
                    <a:pt x="7349110" y="5310505"/>
                    <a:pt x="7261225" y="5398389"/>
                    <a:pt x="7152767" y="5398389"/>
                  </a:cubicBezTo>
                  <a:lnTo>
                    <a:pt x="196342" y="5398389"/>
                  </a:lnTo>
                  <a:cubicBezTo>
                    <a:pt x="87884" y="5398389"/>
                    <a:pt x="0" y="5310505"/>
                    <a:pt x="0" y="5202047"/>
                  </a:cubicBezTo>
                  <a:close/>
                </a:path>
              </a:pathLst>
            </a:custGeom>
            <a:solidFill>
              <a:srgbClr val="FFFFFF"/>
            </a:solidFill>
            <a:ln w="25400" cap="sq">
              <a:solidFill>
                <a:srgbClr val="CADCFC"/>
              </a:solidFill>
              <a:prstDash val="solid"/>
              <a:miter/>
            </a:ln>
          </p:spPr>
        </p:sp>
      </p:grpSp>
      <p:grpSp>
        <p:nvGrpSpPr>
          <p:cNvPr name="Group 17" id="17"/>
          <p:cNvGrpSpPr/>
          <p:nvPr/>
        </p:nvGrpSpPr>
        <p:grpSpPr>
          <a:xfrm rot="0">
            <a:off x="6766560" y="3383280"/>
            <a:ext cx="5120640" cy="640080"/>
            <a:chOff x="0" y="0"/>
            <a:chExt cx="6827520" cy="853440"/>
          </a:xfrm>
        </p:grpSpPr>
        <p:sp>
          <p:nvSpPr>
            <p:cNvPr name="Freeform 18" id="18"/>
            <p:cNvSpPr/>
            <p:nvPr/>
          </p:nvSpPr>
          <p:spPr>
            <a:xfrm flipH="false" flipV="false" rot="0">
              <a:off x="0" y="0"/>
              <a:ext cx="6827520" cy="853440"/>
            </a:xfrm>
            <a:custGeom>
              <a:avLst/>
              <a:gdLst/>
              <a:ahLst/>
              <a:cxnLst/>
              <a:rect r="r" b="b" t="t" l="l"/>
              <a:pathLst>
                <a:path h="853440" w="6827520">
                  <a:moveTo>
                    <a:pt x="0" y="0"/>
                  </a:moveTo>
                  <a:lnTo>
                    <a:pt x="6827520" y="0"/>
                  </a:lnTo>
                  <a:lnTo>
                    <a:pt x="6827520" y="853440"/>
                  </a:lnTo>
                  <a:lnTo>
                    <a:pt x="0" y="853440"/>
                  </a:lnTo>
                  <a:close/>
                </a:path>
              </a:pathLst>
            </a:custGeom>
            <a:blipFill>
              <a:blip r:embed="rId3">
                <a:alphaModFix amt="0"/>
              </a:blip>
              <a:stretch>
                <a:fillRect l="0" t="-105880" r="0" b="-105880"/>
              </a:stretch>
            </a:blipFill>
          </p:spPr>
        </p:sp>
        <p:sp>
          <p:nvSpPr>
            <p:cNvPr name="TextBox 19" id="19"/>
            <p:cNvSpPr txBox="true"/>
            <p:nvPr/>
          </p:nvSpPr>
          <p:spPr>
            <a:xfrm>
              <a:off x="0" y="-57150"/>
              <a:ext cx="6827520" cy="910590"/>
            </a:xfrm>
            <a:prstGeom prst="rect">
              <a:avLst/>
            </a:prstGeom>
          </p:spPr>
          <p:txBody>
            <a:bodyPr anchor="ctr" rtlCol="false" tIns="0" lIns="0" bIns="0" rIns="0"/>
            <a:lstStyle/>
            <a:p>
              <a:pPr algn="ctr">
                <a:lnSpc>
                  <a:spcPts val="3479"/>
                </a:lnSpc>
              </a:pPr>
              <a:r>
                <a:rPr lang="en-US" sz="2899" b="true">
                  <a:solidFill>
                    <a:srgbClr val="1E2761"/>
                  </a:solidFill>
                  <a:latin typeface="Calibri (MS) Bold"/>
                  <a:ea typeface="Calibri (MS) Bold"/>
                  <a:cs typeface="Calibri (MS) Bold"/>
                  <a:sym typeface="Calibri (MS) Bold"/>
                </a:rPr>
                <a:t>Seguimiento activo</a:t>
              </a:r>
            </a:p>
          </p:txBody>
        </p:sp>
      </p:grpSp>
      <p:grpSp>
        <p:nvGrpSpPr>
          <p:cNvPr name="Group 20" id="20"/>
          <p:cNvGrpSpPr/>
          <p:nvPr/>
        </p:nvGrpSpPr>
        <p:grpSpPr>
          <a:xfrm rot="0">
            <a:off x="6766560" y="4114800"/>
            <a:ext cx="5120640" cy="1645920"/>
            <a:chOff x="0" y="0"/>
            <a:chExt cx="6827520" cy="2194560"/>
          </a:xfrm>
        </p:grpSpPr>
        <p:sp>
          <p:nvSpPr>
            <p:cNvPr name="Freeform 21" id="21"/>
            <p:cNvSpPr/>
            <p:nvPr/>
          </p:nvSpPr>
          <p:spPr>
            <a:xfrm flipH="false" flipV="false" rot="0">
              <a:off x="0" y="0"/>
              <a:ext cx="6827520" cy="2194560"/>
            </a:xfrm>
            <a:custGeom>
              <a:avLst/>
              <a:gdLst/>
              <a:ahLst/>
              <a:cxnLst/>
              <a:rect r="r" b="b" t="t" l="l"/>
              <a:pathLst>
                <a:path h="2194560" w="6827520">
                  <a:moveTo>
                    <a:pt x="0" y="0"/>
                  </a:moveTo>
                  <a:lnTo>
                    <a:pt x="6827520" y="0"/>
                  </a:lnTo>
                  <a:lnTo>
                    <a:pt x="6827520" y="2194560"/>
                  </a:lnTo>
                  <a:lnTo>
                    <a:pt x="0" y="2194560"/>
                  </a:lnTo>
                  <a:close/>
                </a:path>
              </a:pathLst>
            </a:custGeom>
            <a:blipFill>
              <a:blip r:embed="rId3">
                <a:alphaModFix amt="0"/>
              </a:blip>
              <a:stretch>
                <a:fillRect l="0" t="-10620" r="0" b="-10620"/>
              </a:stretch>
            </a:blipFill>
          </p:spPr>
        </p:sp>
        <p:sp>
          <p:nvSpPr>
            <p:cNvPr name="TextBox 22" id="22"/>
            <p:cNvSpPr txBox="true"/>
            <p:nvPr/>
          </p:nvSpPr>
          <p:spPr>
            <a:xfrm>
              <a:off x="0" y="-47625"/>
              <a:ext cx="6827520" cy="2242185"/>
            </a:xfrm>
            <a:prstGeom prst="rect">
              <a:avLst/>
            </a:prstGeom>
          </p:spPr>
          <p:txBody>
            <a:bodyPr anchor="ctr" rtlCol="false" tIns="0" lIns="0" bIns="0" rIns="0"/>
            <a:lstStyle/>
            <a:p>
              <a:pPr algn="ctr">
                <a:lnSpc>
                  <a:spcPts val="2999"/>
                </a:lnSpc>
              </a:pPr>
              <a:r>
                <a:rPr lang="en-US" sz="2499">
                  <a:solidFill>
                    <a:srgbClr val="4A4A6A"/>
                  </a:solidFill>
                  <a:latin typeface="Calibri (MS)"/>
                  <a:ea typeface="Calibri (MS)"/>
                  <a:cs typeface="Calibri (MS)"/>
                  <a:sym typeface="Calibri (MS)"/>
                </a:rPr>
                <a:t>Monitoreo continuo durante el desarrollo, no solo en hitos extremos</a:t>
              </a:r>
            </a:p>
          </p:txBody>
        </p:sp>
      </p:grpSp>
      <p:grpSp>
        <p:nvGrpSpPr>
          <p:cNvPr name="Group 23" id="23"/>
          <p:cNvGrpSpPr/>
          <p:nvPr/>
        </p:nvGrpSpPr>
        <p:grpSpPr>
          <a:xfrm rot="0">
            <a:off x="12423143" y="2090423"/>
            <a:ext cx="5511803" cy="4048763"/>
            <a:chOff x="0" y="0"/>
            <a:chExt cx="7349071" cy="5398351"/>
          </a:xfrm>
        </p:grpSpPr>
        <p:sp>
          <p:nvSpPr>
            <p:cNvPr name="Freeform 24" id="24"/>
            <p:cNvSpPr/>
            <p:nvPr/>
          </p:nvSpPr>
          <p:spPr>
            <a:xfrm flipH="false" flipV="false" rot="0">
              <a:off x="0" y="0"/>
              <a:ext cx="7349110" cy="5398389"/>
            </a:xfrm>
            <a:custGeom>
              <a:avLst/>
              <a:gdLst/>
              <a:ahLst/>
              <a:cxnLst/>
              <a:rect r="r" b="b" t="t" l="l"/>
              <a:pathLst>
                <a:path h="5398389" w="7349110">
                  <a:moveTo>
                    <a:pt x="0" y="196342"/>
                  </a:moveTo>
                  <a:cubicBezTo>
                    <a:pt x="0" y="87884"/>
                    <a:pt x="87884" y="0"/>
                    <a:pt x="196342" y="0"/>
                  </a:cubicBezTo>
                  <a:lnTo>
                    <a:pt x="7152767" y="0"/>
                  </a:lnTo>
                  <a:cubicBezTo>
                    <a:pt x="7261225" y="0"/>
                    <a:pt x="7349110" y="87884"/>
                    <a:pt x="7349110" y="196342"/>
                  </a:cubicBezTo>
                  <a:lnTo>
                    <a:pt x="7349110" y="5202047"/>
                  </a:lnTo>
                  <a:cubicBezTo>
                    <a:pt x="7349110" y="5310505"/>
                    <a:pt x="7261225" y="5398389"/>
                    <a:pt x="7152767" y="5398389"/>
                  </a:cubicBezTo>
                  <a:lnTo>
                    <a:pt x="196342" y="5398389"/>
                  </a:lnTo>
                  <a:cubicBezTo>
                    <a:pt x="87884" y="5398389"/>
                    <a:pt x="0" y="5310505"/>
                    <a:pt x="0" y="5202047"/>
                  </a:cubicBezTo>
                  <a:close/>
                </a:path>
              </a:pathLst>
            </a:custGeom>
            <a:solidFill>
              <a:srgbClr val="FFFFFF"/>
            </a:solidFill>
            <a:ln w="25400" cap="sq">
              <a:solidFill>
                <a:srgbClr val="CADCFC"/>
              </a:solidFill>
              <a:prstDash val="solid"/>
              <a:miter/>
            </a:ln>
          </p:spPr>
        </p:sp>
      </p:grpSp>
      <p:grpSp>
        <p:nvGrpSpPr>
          <p:cNvPr name="Group 25" id="25"/>
          <p:cNvGrpSpPr/>
          <p:nvPr/>
        </p:nvGrpSpPr>
        <p:grpSpPr>
          <a:xfrm rot="0">
            <a:off x="12618720" y="3383280"/>
            <a:ext cx="5120640" cy="640080"/>
            <a:chOff x="0" y="0"/>
            <a:chExt cx="6827520" cy="853440"/>
          </a:xfrm>
        </p:grpSpPr>
        <p:sp>
          <p:nvSpPr>
            <p:cNvPr name="Freeform 26" id="26"/>
            <p:cNvSpPr/>
            <p:nvPr/>
          </p:nvSpPr>
          <p:spPr>
            <a:xfrm flipH="false" flipV="false" rot="0">
              <a:off x="0" y="0"/>
              <a:ext cx="6827520" cy="853440"/>
            </a:xfrm>
            <a:custGeom>
              <a:avLst/>
              <a:gdLst/>
              <a:ahLst/>
              <a:cxnLst/>
              <a:rect r="r" b="b" t="t" l="l"/>
              <a:pathLst>
                <a:path h="853440" w="6827520">
                  <a:moveTo>
                    <a:pt x="0" y="0"/>
                  </a:moveTo>
                  <a:lnTo>
                    <a:pt x="6827520" y="0"/>
                  </a:lnTo>
                  <a:lnTo>
                    <a:pt x="6827520" y="853440"/>
                  </a:lnTo>
                  <a:lnTo>
                    <a:pt x="0" y="853440"/>
                  </a:lnTo>
                  <a:close/>
                </a:path>
              </a:pathLst>
            </a:custGeom>
            <a:blipFill>
              <a:blip r:embed="rId3">
                <a:alphaModFix amt="0"/>
              </a:blip>
              <a:stretch>
                <a:fillRect l="0" t="-105880" r="0" b="-105880"/>
              </a:stretch>
            </a:blipFill>
          </p:spPr>
        </p:sp>
        <p:sp>
          <p:nvSpPr>
            <p:cNvPr name="TextBox 27" id="27"/>
            <p:cNvSpPr txBox="true"/>
            <p:nvPr/>
          </p:nvSpPr>
          <p:spPr>
            <a:xfrm>
              <a:off x="0" y="-57150"/>
              <a:ext cx="6827520" cy="910590"/>
            </a:xfrm>
            <a:prstGeom prst="rect">
              <a:avLst/>
            </a:prstGeom>
          </p:spPr>
          <p:txBody>
            <a:bodyPr anchor="ctr" rtlCol="false" tIns="0" lIns="0" bIns="0" rIns="0"/>
            <a:lstStyle/>
            <a:p>
              <a:pPr algn="ctr">
                <a:lnSpc>
                  <a:spcPts val="3479"/>
                </a:lnSpc>
              </a:pPr>
              <a:r>
                <a:rPr lang="en-US" sz="2899" b="true">
                  <a:solidFill>
                    <a:srgbClr val="1E2761"/>
                  </a:solidFill>
                  <a:latin typeface="Calibri (MS) Bold"/>
                  <a:ea typeface="Calibri (MS) Bold"/>
                  <a:cs typeface="Calibri (MS) Bold"/>
                  <a:sym typeface="Calibri (MS) Bold"/>
                </a:rPr>
                <a:t>Detección oportuna</a:t>
              </a:r>
            </a:p>
          </p:txBody>
        </p:sp>
      </p:grpSp>
      <p:grpSp>
        <p:nvGrpSpPr>
          <p:cNvPr name="Group 28" id="28"/>
          <p:cNvGrpSpPr/>
          <p:nvPr/>
        </p:nvGrpSpPr>
        <p:grpSpPr>
          <a:xfrm rot="0">
            <a:off x="12618720" y="4114800"/>
            <a:ext cx="5120640" cy="1645920"/>
            <a:chOff x="0" y="0"/>
            <a:chExt cx="6827520" cy="2194560"/>
          </a:xfrm>
        </p:grpSpPr>
        <p:sp>
          <p:nvSpPr>
            <p:cNvPr name="Freeform 29" id="29"/>
            <p:cNvSpPr/>
            <p:nvPr/>
          </p:nvSpPr>
          <p:spPr>
            <a:xfrm flipH="false" flipV="false" rot="0">
              <a:off x="0" y="0"/>
              <a:ext cx="6827520" cy="2194560"/>
            </a:xfrm>
            <a:custGeom>
              <a:avLst/>
              <a:gdLst/>
              <a:ahLst/>
              <a:cxnLst/>
              <a:rect r="r" b="b" t="t" l="l"/>
              <a:pathLst>
                <a:path h="2194560" w="6827520">
                  <a:moveTo>
                    <a:pt x="0" y="0"/>
                  </a:moveTo>
                  <a:lnTo>
                    <a:pt x="6827520" y="0"/>
                  </a:lnTo>
                  <a:lnTo>
                    <a:pt x="6827520" y="2194560"/>
                  </a:lnTo>
                  <a:lnTo>
                    <a:pt x="0" y="2194560"/>
                  </a:lnTo>
                  <a:close/>
                </a:path>
              </a:pathLst>
            </a:custGeom>
            <a:blipFill>
              <a:blip r:embed="rId3">
                <a:alphaModFix amt="0"/>
              </a:blip>
              <a:stretch>
                <a:fillRect l="0" t="-10620" r="0" b="-10620"/>
              </a:stretch>
            </a:blipFill>
          </p:spPr>
        </p:sp>
        <p:sp>
          <p:nvSpPr>
            <p:cNvPr name="TextBox 30" id="30"/>
            <p:cNvSpPr txBox="true"/>
            <p:nvPr/>
          </p:nvSpPr>
          <p:spPr>
            <a:xfrm>
              <a:off x="0" y="-47625"/>
              <a:ext cx="6827520" cy="2242185"/>
            </a:xfrm>
            <a:prstGeom prst="rect">
              <a:avLst/>
            </a:prstGeom>
          </p:spPr>
          <p:txBody>
            <a:bodyPr anchor="ctr" rtlCol="false" tIns="0" lIns="0" bIns="0" rIns="0"/>
            <a:lstStyle/>
            <a:p>
              <a:pPr algn="ctr">
                <a:lnSpc>
                  <a:spcPts val="2999"/>
                </a:lnSpc>
              </a:pPr>
              <a:r>
                <a:rPr lang="en-US" sz="2499">
                  <a:solidFill>
                    <a:srgbClr val="4A4A6A"/>
                  </a:solidFill>
                  <a:latin typeface="Calibri (MS)"/>
                  <a:ea typeface="Calibri (MS)"/>
                  <a:cs typeface="Calibri (MS)"/>
                  <a:sym typeface="Calibri (MS)"/>
                </a:rPr>
                <a:t>Identificar y gestionar dificultades antes de que se vuelvan críticas</a:t>
              </a:r>
            </a:p>
          </p:txBody>
        </p:sp>
      </p:grpSp>
      <p:grpSp>
        <p:nvGrpSpPr>
          <p:cNvPr name="Group 31" id="31"/>
          <p:cNvGrpSpPr/>
          <p:nvPr/>
        </p:nvGrpSpPr>
        <p:grpSpPr>
          <a:xfrm rot="0">
            <a:off x="731520" y="6400800"/>
            <a:ext cx="16824960" cy="73152"/>
            <a:chOff x="0" y="0"/>
            <a:chExt cx="22433280" cy="97536"/>
          </a:xfrm>
        </p:grpSpPr>
        <p:sp>
          <p:nvSpPr>
            <p:cNvPr name="Freeform 32" id="32"/>
            <p:cNvSpPr/>
            <p:nvPr/>
          </p:nvSpPr>
          <p:spPr>
            <a:xfrm flipH="false" flipV="false" rot="0">
              <a:off x="0" y="0"/>
              <a:ext cx="22433280" cy="97536"/>
            </a:xfrm>
            <a:custGeom>
              <a:avLst/>
              <a:gdLst/>
              <a:ahLst/>
              <a:cxnLst/>
              <a:rect r="r" b="b" t="t" l="l"/>
              <a:pathLst>
                <a:path h="97536" w="22433280">
                  <a:moveTo>
                    <a:pt x="0" y="0"/>
                  </a:moveTo>
                  <a:lnTo>
                    <a:pt x="22433280" y="0"/>
                  </a:lnTo>
                  <a:lnTo>
                    <a:pt x="22433280" y="97536"/>
                  </a:lnTo>
                  <a:lnTo>
                    <a:pt x="0" y="97536"/>
                  </a:lnTo>
                  <a:close/>
                </a:path>
              </a:pathLst>
            </a:custGeom>
            <a:solidFill>
              <a:srgbClr val="CADCFC"/>
            </a:solidFill>
          </p:spPr>
        </p:sp>
      </p:grpSp>
      <p:grpSp>
        <p:nvGrpSpPr>
          <p:cNvPr name="Group 33" id="33"/>
          <p:cNvGrpSpPr/>
          <p:nvPr/>
        </p:nvGrpSpPr>
        <p:grpSpPr>
          <a:xfrm rot="0">
            <a:off x="914400" y="6675120"/>
            <a:ext cx="16459200" cy="640080"/>
            <a:chOff x="0" y="0"/>
            <a:chExt cx="21945600" cy="853440"/>
          </a:xfrm>
        </p:grpSpPr>
        <p:sp>
          <p:nvSpPr>
            <p:cNvPr name="Freeform 34" id="34"/>
            <p:cNvSpPr/>
            <p:nvPr/>
          </p:nvSpPr>
          <p:spPr>
            <a:xfrm flipH="false" flipV="false" rot="0">
              <a:off x="0" y="0"/>
              <a:ext cx="21945600" cy="853440"/>
            </a:xfrm>
            <a:custGeom>
              <a:avLst/>
              <a:gdLst/>
              <a:ahLst/>
              <a:cxnLst/>
              <a:rect r="r" b="b" t="t" l="l"/>
              <a:pathLst>
                <a:path h="853440" w="21945600">
                  <a:moveTo>
                    <a:pt x="0" y="0"/>
                  </a:moveTo>
                  <a:lnTo>
                    <a:pt x="21945600" y="0"/>
                  </a:lnTo>
                  <a:lnTo>
                    <a:pt x="21945600" y="853440"/>
                  </a:lnTo>
                  <a:lnTo>
                    <a:pt x="0" y="853440"/>
                  </a:lnTo>
                  <a:close/>
                </a:path>
              </a:pathLst>
            </a:custGeom>
            <a:blipFill>
              <a:blip r:embed="rId3">
                <a:alphaModFix amt="0"/>
              </a:blip>
              <a:stretch>
                <a:fillRect l="0" t="-451043" r="0" b="-451043"/>
              </a:stretch>
            </a:blipFill>
          </p:spPr>
        </p:sp>
        <p:sp>
          <p:nvSpPr>
            <p:cNvPr name="TextBox 35" id="35"/>
            <p:cNvSpPr txBox="true"/>
            <p:nvPr/>
          </p:nvSpPr>
          <p:spPr>
            <a:xfrm>
              <a:off x="0" y="-57150"/>
              <a:ext cx="21945600" cy="910590"/>
            </a:xfrm>
            <a:prstGeom prst="rect">
              <a:avLst/>
            </a:prstGeom>
          </p:spPr>
          <p:txBody>
            <a:bodyPr anchor="ctr" rtlCol="false" tIns="0" lIns="0" bIns="0" rIns="0"/>
            <a:lstStyle/>
            <a:p>
              <a:pPr algn="l">
                <a:lnSpc>
                  <a:spcPts val="3479"/>
                </a:lnSpc>
              </a:pPr>
              <a:r>
                <a:rPr lang="en-US" sz="2899" b="true">
                  <a:solidFill>
                    <a:srgbClr val="028090"/>
                  </a:solidFill>
                  <a:latin typeface="Calibri (MS) Bold"/>
                  <a:ea typeface="Calibri (MS) Bold"/>
                  <a:cs typeface="Calibri (MS) Bold"/>
                  <a:sym typeface="Calibri (MS) Bold"/>
                </a:rPr>
                <a:t>Relación con Ingeniería en Informática</a:t>
              </a:r>
            </a:p>
          </p:txBody>
        </p:sp>
      </p:grpSp>
      <p:grpSp>
        <p:nvGrpSpPr>
          <p:cNvPr name="Group 36" id="36"/>
          <p:cNvGrpSpPr/>
          <p:nvPr/>
        </p:nvGrpSpPr>
        <p:grpSpPr>
          <a:xfrm rot="0">
            <a:off x="914400" y="7406640"/>
            <a:ext cx="17020546" cy="1005840"/>
            <a:chOff x="0" y="0"/>
            <a:chExt cx="22694062" cy="1341120"/>
          </a:xfrm>
        </p:grpSpPr>
        <p:sp>
          <p:nvSpPr>
            <p:cNvPr name="Freeform 37" id="37"/>
            <p:cNvSpPr/>
            <p:nvPr/>
          </p:nvSpPr>
          <p:spPr>
            <a:xfrm flipH="false" flipV="false" rot="0">
              <a:off x="0" y="0"/>
              <a:ext cx="22694061" cy="1341120"/>
            </a:xfrm>
            <a:custGeom>
              <a:avLst/>
              <a:gdLst/>
              <a:ahLst/>
              <a:cxnLst/>
              <a:rect r="r" b="b" t="t" l="l"/>
              <a:pathLst>
                <a:path h="1341120" w="22694061">
                  <a:moveTo>
                    <a:pt x="0" y="0"/>
                  </a:moveTo>
                  <a:lnTo>
                    <a:pt x="22694061" y="0"/>
                  </a:lnTo>
                  <a:lnTo>
                    <a:pt x="22694061" y="1341120"/>
                  </a:lnTo>
                  <a:lnTo>
                    <a:pt x="0" y="1341120"/>
                  </a:lnTo>
                  <a:close/>
                </a:path>
              </a:pathLst>
            </a:custGeom>
            <a:blipFill>
              <a:blip r:embed="rId3">
                <a:alphaModFix amt="0"/>
              </a:blip>
              <a:stretch>
                <a:fillRect l="0" t="-268846" r="3298" b="-268846"/>
              </a:stretch>
            </a:blipFill>
          </p:spPr>
        </p:sp>
        <p:sp>
          <p:nvSpPr>
            <p:cNvPr name="TextBox 38" id="38"/>
            <p:cNvSpPr txBox="true"/>
            <p:nvPr/>
          </p:nvSpPr>
          <p:spPr>
            <a:xfrm>
              <a:off x="0" y="-57150"/>
              <a:ext cx="22694062" cy="1398270"/>
            </a:xfrm>
            <a:prstGeom prst="rect">
              <a:avLst/>
            </a:prstGeom>
          </p:spPr>
          <p:txBody>
            <a:bodyPr anchor="ctr" rtlCol="false" tIns="0" lIns="0" bIns="0" rIns="0"/>
            <a:lstStyle/>
            <a:p>
              <a:pPr algn="l">
                <a:lnSpc>
                  <a:spcPts val="3240"/>
                </a:lnSpc>
              </a:pPr>
              <a:r>
                <a:rPr lang="en-US" sz="2700">
                  <a:solidFill>
                    <a:srgbClr val="1A1A2E"/>
                  </a:solidFill>
                  <a:latin typeface="Calibri (MS)"/>
                  <a:ea typeface="Calibri (MS)"/>
                  <a:cs typeface="Calibri (MS)"/>
                  <a:sym typeface="Calibri (MS)"/>
                </a:rPr>
                <a:t>Aplicar tecnología y desarrollo de software para resolver una problemática real de gestión y seguimiento de procesos — competencia clave del perfil de egreso.</a:t>
              </a:r>
            </a:p>
          </p:txBody>
        </p:sp>
      </p:grpSp>
      <p:grpSp>
        <p:nvGrpSpPr>
          <p:cNvPr name="Group 39" id="39"/>
          <p:cNvGrpSpPr/>
          <p:nvPr/>
        </p:nvGrpSpPr>
        <p:grpSpPr>
          <a:xfrm rot="0">
            <a:off x="718823" y="8674103"/>
            <a:ext cx="16850363" cy="1031243"/>
            <a:chOff x="0" y="0"/>
            <a:chExt cx="22467151" cy="1374991"/>
          </a:xfrm>
        </p:grpSpPr>
        <p:sp>
          <p:nvSpPr>
            <p:cNvPr name="Freeform 40" id="40"/>
            <p:cNvSpPr/>
            <p:nvPr/>
          </p:nvSpPr>
          <p:spPr>
            <a:xfrm flipH="false" flipV="false" rot="0">
              <a:off x="0" y="0"/>
              <a:ext cx="22467190" cy="1375029"/>
            </a:xfrm>
            <a:custGeom>
              <a:avLst/>
              <a:gdLst/>
              <a:ahLst/>
              <a:cxnLst/>
              <a:rect r="r" b="b" t="t" l="l"/>
              <a:pathLst>
                <a:path h="1375029" w="22467190">
                  <a:moveTo>
                    <a:pt x="0" y="149987"/>
                  </a:moveTo>
                  <a:cubicBezTo>
                    <a:pt x="0" y="67183"/>
                    <a:pt x="67183" y="0"/>
                    <a:pt x="149987" y="0"/>
                  </a:cubicBezTo>
                  <a:lnTo>
                    <a:pt x="22317202" y="0"/>
                  </a:lnTo>
                  <a:cubicBezTo>
                    <a:pt x="22400006" y="0"/>
                    <a:pt x="22467190" y="67183"/>
                    <a:pt x="22467190" y="149987"/>
                  </a:cubicBezTo>
                  <a:lnTo>
                    <a:pt x="22467190" y="1225042"/>
                  </a:lnTo>
                  <a:cubicBezTo>
                    <a:pt x="22467190" y="1307846"/>
                    <a:pt x="22400006" y="1375029"/>
                    <a:pt x="22317202" y="1375029"/>
                  </a:cubicBezTo>
                  <a:lnTo>
                    <a:pt x="149987" y="1375029"/>
                  </a:lnTo>
                  <a:cubicBezTo>
                    <a:pt x="67183" y="1375029"/>
                    <a:pt x="0" y="1307846"/>
                    <a:pt x="0" y="1225042"/>
                  </a:cubicBezTo>
                  <a:close/>
                </a:path>
              </a:pathLst>
            </a:custGeom>
            <a:solidFill>
              <a:srgbClr val="028090"/>
            </a:solidFill>
            <a:ln w="25400" cap="sq">
              <a:solidFill>
                <a:srgbClr val="028090"/>
              </a:solidFill>
              <a:prstDash val="solid"/>
              <a:miter/>
            </a:ln>
          </p:spPr>
        </p:sp>
      </p:grpSp>
      <p:grpSp>
        <p:nvGrpSpPr>
          <p:cNvPr name="Group 41" id="41"/>
          <p:cNvGrpSpPr/>
          <p:nvPr/>
        </p:nvGrpSpPr>
        <p:grpSpPr>
          <a:xfrm rot="0">
            <a:off x="914400" y="8778240"/>
            <a:ext cx="16459200" cy="822960"/>
            <a:chOff x="0" y="0"/>
            <a:chExt cx="21945600" cy="1097280"/>
          </a:xfrm>
        </p:grpSpPr>
        <p:sp>
          <p:nvSpPr>
            <p:cNvPr name="Freeform 42" id="42"/>
            <p:cNvSpPr/>
            <p:nvPr/>
          </p:nvSpPr>
          <p:spPr>
            <a:xfrm flipH="false" flipV="false" rot="0">
              <a:off x="0" y="0"/>
              <a:ext cx="21945600" cy="1097280"/>
            </a:xfrm>
            <a:custGeom>
              <a:avLst/>
              <a:gdLst/>
              <a:ahLst/>
              <a:cxnLst/>
              <a:rect r="r" b="b" t="t" l="l"/>
              <a:pathLst>
                <a:path h="1097280" w="21945600">
                  <a:moveTo>
                    <a:pt x="0" y="0"/>
                  </a:moveTo>
                  <a:lnTo>
                    <a:pt x="21945600" y="0"/>
                  </a:lnTo>
                  <a:lnTo>
                    <a:pt x="21945600" y="1097280"/>
                  </a:lnTo>
                  <a:lnTo>
                    <a:pt x="0" y="1097280"/>
                  </a:lnTo>
                  <a:close/>
                </a:path>
              </a:pathLst>
            </a:custGeom>
            <a:blipFill>
              <a:blip r:embed="rId3">
                <a:alphaModFix amt="0"/>
              </a:blip>
              <a:stretch>
                <a:fillRect l="0" t="-339700" r="0" b="-339700"/>
              </a:stretch>
            </a:blipFill>
          </p:spPr>
        </p:sp>
        <p:sp>
          <p:nvSpPr>
            <p:cNvPr name="TextBox 43" id="43"/>
            <p:cNvSpPr txBox="true"/>
            <p:nvPr/>
          </p:nvSpPr>
          <p:spPr>
            <a:xfrm>
              <a:off x="0" y="-57150"/>
              <a:ext cx="21945600" cy="1154430"/>
            </a:xfrm>
            <a:prstGeom prst="rect">
              <a:avLst/>
            </a:prstGeom>
          </p:spPr>
          <p:txBody>
            <a:bodyPr anchor="ctr" rtlCol="false" tIns="0" lIns="0" bIns="0" rIns="0"/>
            <a:lstStyle/>
            <a:p>
              <a:pPr algn="ctr">
                <a:lnSpc>
                  <a:spcPts val="3240"/>
                </a:lnSpc>
              </a:pPr>
              <a:r>
                <a:rPr lang="en-US" sz="2700" b="true">
                  <a:solidFill>
                    <a:srgbClr val="FFFFFF"/>
                  </a:solidFill>
                  <a:latin typeface="Calibri (MS) Bold"/>
                  <a:ea typeface="Calibri (MS) Bold"/>
                  <a:cs typeface="Calibri (MS) Bold"/>
                  <a:sym typeface="Calibri (MS) Bold"/>
                </a:rPr>
                <a:t>Tecnología aplicada a una necesidad institucional real</a:t>
              </a:r>
            </a:p>
          </p:txBody>
        </p:sp>
      </p:grpSp>
      <p:sp>
        <p:nvSpPr>
          <p:cNvPr name="Freeform 44" id="44"/>
          <p:cNvSpPr/>
          <p:nvPr/>
        </p:nvSpPr>
        <p:spPr>
          <a:xfrm flipH="false" flipV="false" rot="0">
            <a:off x="2799699" y="2308210"/>
            <a:ext cx="966252" cy="961421"/>
          </a:xfrm>
          <a:custGeom>
            <a:avLst/>
            <a:gdLst/>
            <a:ahLst/>
            <a:cxnLst/>
            <a:rect r="r" b="b" t="t" l="l"/>
            <a:pathLst>
              <a:path h="961421" w="966252">
                <a:moveTo>
                  <a:pt x="0" y="0"/>
                </a:moveTo>
                <a:lnTo>
                  <a:pt x="966252" y="0"/>
                </a:lnTo>
                <a:lnTo>
                  <a:pt x="966252" y="961420"/>
                </a:lnTo>
                <a:lnTo>
                  <a:pt x="0" y="96142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5" id="45"/>
          <p:cNvSpPr/>
          <p:nvPr/>
        </p:nvSpPr>
        <p:spPr>
          <a:xfrm flipH="false" flipV="false" rot="0">
            <a:off x="8769915" y="2231950"/>
            <a:ext cx="1113940" cy="1113940"/>
          </a:xfrm>
          <a:custGeom>
            <a:avLst/>
            <a:gdLst/>
            <a:ahLst/>
            <a:cxnLst/>
            <a:rect r="r" b="b" t="t" l="l"/>
            <a:pathLst>
              <a:path h="1113940" w="1113940">
                <a:moveTo>
                  <a:pt x="0" y="0"/>
                </a:moveTo>
                <a:lnTo>
                  <a:pt x="1113940" y="0"/>
                </a:lnTo>
                <a:lnTo>
                  <a:pt x="1113940" y="1113940"/>
                </a:lnTo>
                <a:lnTo>
                  <a:pt x="0" y="111394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46" id="46"/>
          <p:cNvSpPr/>
          <p:nvPr/>
        </p:nvSpPr>
        <p:spPr>
          <a:xfrm flipH="false" flipV="false" rot="0">
            <a:off x="14686253" y="2252309"/>
            <a:ext cx="985574" cy="1224316"/>
          </a:xfrm>
          <a:custGeom>
            <a:avLst/>
            <a:gdLst/>
            <a:ahLst/>
            <a:cxnLst/>
            <a:rect r="r" b="b" t="t" l="l"/>
            <a:pathLst>
              <a:path h="1224316" w="985574">
                <a:moveTo>
                  <a:pt x="0" y="0"/>
                </a:moveTo>
                <a:lnTo>
                  <a:pt x="985574" y="0"/>
                </a:lnTo>
                <a:lnTo>
                  <a:pt x="985574" y="1224316"/>
                </a:lnTo>
                <a:lnTo>
                  <a:pt x="0" y="122431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47" id="47"/>
          <p:cNvSpPr/>
          <p:nvPr/>
        </p:nvSpPr>
        <p:spPr>
          <a:xfrm flipH="false" flipV="false" rot="0">
            <a:off x="13644173" y="170126"/>
            <a:ext cx="4226777" cy="1056694"/>
          </a:xfrm>
          <a:custGeom>
            <a:avLst/>
            <a:gdLst/>
            <a:ahLst/>
            <a:cxnLst/>
            <a:rect r="r" b="b" t="t" l="l"/>
            <a:pathLst>
              <a:path h="1056694" w="4226777">
                <a:moveTo>
                  <a:pt x="0" y="0"/>
                </a:moveTo>
                <a:lnTo>
                  <a:pt x="4226777" y="0"/>
                </a:lnTo>
                <a:lnTo>
                  <a:pt x="4226777" y="1056694"/>
                </a:lnTo>
                <a:lnTo>
                  <a:pt x="0" y="1056694"/>
                </a:lnTo>
                <a:lnTo>
                  <a:pt x="0" y="0"/>
                </a:lnTo>
                <a:close/>
              </a:path>
            </a:pathLst>
          </a:custGeom>
          <a:blipFill>
            <a:blip r:embed="rId10"/>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5111519" cy="10287000"/>
            <a:chOff x="0" y="0"/>
            <a:chExt cx="6815359" cy="13716000"/>
          </a:xfrm>
        </p:grpSpPr>
        <p:sp>
          <p:nvSpPr>
            <p:cNvPr name="Freeform 3" id="3"/>
            <p:cNvSpPr/>
            <p:nvPr/>
          </p:nvSpPr>
          <p:spPr>
            <a:xfrm flipH="false" flipV="false" rot="0">
              <a:off x="0" y="0"/>
              <a:ext cx="6815359" cy="13716000"/>
            </a:xfrm>
            <a:custGeom>
              <a:avLst/>
              <a:gdLst/>
              <a:ahLst/>
              <a:cxnLst/>
              <a:rect r="r" b="b" t="t" l="l"/>
              <a:pathLst>
                <a:path h="13716000" w="6815359">
                  <a:moveTo>
                    <a:pt x="0" y="0"/>
                  </a:moveTo>
                  <a:lnTo>
                    <a:pt x="6815359" y="0"/>
                  </a:lnTo>
                  <a:lnTo>
                    <a:pt x="6815359" y="13716000"/>
                  </a:lnTo>
                  <a:lnTo>
                    <a:pt x="0" y="13716000"/>
                  </a:lnTo>
                  <a:close/>
                </a:path>
              </a:pathLst>
            </a:custGeom>
            <a:solidFill>
              <a:srgbClr val="1E2761"/>
            </a:solidFill>
          </p:spPr>
        </p:sp>
      </p:grpSp>
      <p:grpSp>
        <p:nvGrpSpPr>
          <p:cNvPr name="Group 4" id="4"/>
          <p:cNvGrpSpPr/>
          <p:nvPr/>
        </p:nvGrpSpPr>
        <p:grpSpPr>
          <a:xfrm rot="0">
            <a:off x="457200" y="1280160"/>
            <a:ext cx="5120640" cy="1645920"/>
            <a:chOff x="0" y="0"/>
            <a:chExt cx="6827520" cy="2194560"/>
          </a:xfrm>
        </p:grpSpPr>
        <p:sp>
          <p:nvSpPr>
            <p:cNvPr name="Freeform 5" id="5"/>
            <p:cNvSpPr/>
            <p:nvPr/>
          </p:nvSpPr>
          <p:spPr>
            <a:xfrm flipH="false" flipV="false" rot="0">
              <a:off x="0" y="0"/>
              <a:ext cx="6827520" cy="2194560"/>
            </a:xfrm>
            <a:custGeom>
              <a:avLst/>
              <a:gdLst/>
              <a:ahLst/>
              <a:cxnLst/>
              <a:rect r="r" b="b" t="t" l="l"/>
              <a:pathLst>
                <a:path h="2194560" w="6827520">
                  <a:moveTo>
                    <a:pt x="0" y="0"/>
                  </a:moveTo>
                  <a:lnTo>
                    <a:pt x="6827520" y="0"/>
                  </a:lnTo>
                  <a:lnTo>
                    <a:pt x="6827520" y="2194560"/>
                  </a:lnTo>
                  <a:lnTo>
                    <a:pt x="0" y="2194560"/>
                  </a:lnTo>
                  <a:close/>
                </a:path>
              </a:pathLst>
            </a:custGeom>
            <a:blipFill>
              <a:blip r:embed="rId3">
                <a:alphaModFix amt="0"/>
              </a:blip>
              <a:stretch>
                <a:fillRect l="0" t="-10620" r="0" b="-10620"/>
              </a:stretch>
            </a:blipFill>
          </p:spPr>
        </p:sp>
        <p:sp>
          <p:nvSpPr>
            <p:cNvPr name="TextBox 6" id="6"/>
            <p:cNvSpPr txBox="true"/>
            <p:nvPr/>
          </p:nvSpPr>
          <p:spPr>
            <a:xfrm>
              <a:off x="0" y="-85725"/>
              <a:ext cx="6827520" cy="2280285"/>
            </a:xfrm>
            <a:prstGeom prst="rect">
              <a:avLst/>
            </a:prstGeom>
          </p:spPr>
          <p:txBody>
            <a:bodyPr anchor="ctr" rtlCol="false" tIns="0" lIns="0" bIns="0" rIns="0"/>
            <a:lstStyle/>
            <a:p>
              <a:pPr algn="l">
                <a:lnSpc>
                  <a:spcPts val="4799"/>
                </a:lnSpc>
              </a:pPr>
              <a:r>
                <a:rPr lang="en-US" sz="3999" b="true">
                  <a:solidFill>
                    <a:srgbClr val="FFFFFF"/>
                  </a:solidFill>
                  <a:latin typeface="Calibri (MS) Bold"/>
                  <a:ea typeface="Calibri (MS) Bold"/>
                  <a:cs typeface="Calibri (MS) Bold"/>
                  <a:sym typeface="Calibri (MS) Bold"/>
                </a:rPr>
                <a:t>NUESTRA</a:t>
              </a:r>
            </a:p>
            <a:p>
              <a:pPr algn="l">
                <a:lnSpc>
                  <a:spcPts val="4799"/>
                </a:lnSpc>
              </a:pPr>
              <a:r>
                <a:rPr lang="en-US" sz="3999" b="true">
                  <a:solidFill>
                    <a:srgbClr val="FFFFFF"/>
                  </a:solidFill>
                  <a:latin typeface="Calibri (MS) Bold"/>
                  <a:ea typeface="Calibri (MS) Bold"/>
                  <a:cs typeface="Calibri (MS) Bold"/>
                  <a:sym typeface="Calibri (MS) Bold"/>
                </a:rPr>
                <a:t>PROPUESTA</a:t>
              </a:r>
            </a:p>
          </p:txBody>
        </p:sp>
      </p:grpSp>
      <p:grpSp>
        <p:nvGrpSpPr>
          <p:cNvPr name="Group 7" id="7"/>
          <p:cNvGrpSpPr/>
          <p:nvPr/>
        </p:nvGrpSpPr>
        <p:grpSpPr>
          <a:xfrm rot="0">
            <a:off x="457200" y="3017520"/>
            <a:ext cx="3291840" cy="91440"/>
            <a:chOff x="0" y="0"/>
            <a:chExt cx="4389120" cy="121920"/>
          </a:xfrm>
        </p:grpSpPr>
        <p:sp>
          <p:nvSpPr>
            <p:cNvPr name="Freeform 8" id="8"/>
            <p:cNvSpPr/>
            <p:nvPr/>
          </p:nvSpPr>
          <p:spPr>
            <a:xfrm flipH="false" flipV="false" rot="0">
              <a:off x="0" y="0"/>
              <a:ext cx="4389120" cy="121920"/>
            </a:xfrm>
            <a:custGeom>
              <a:avLst/>
              <a:gdLst/>
              <a:ahLst/>
              <a:cxnLst/>
              <a:rect r="r" b="b" t="t" l="l"/>
              <a:pathLst>
                <a:path h="121920" w="4389120">
                  <a:moveTo>
                    <a:pt x="0" y="0"/>
                  </a:moveTo>
                  <a:lnTo>
                    <a:pt x="4389120" y="0"/>
                  </a:lnTo>
                  <a:lnTo>
                    <a:pt x="4389120" y="121920"/>
                  </a:lnTo>
                  <a:lnTo>
                    <a:pt x="0" y="121920"/>
                  </a:lnTo>
                  <a:close/>
                </a:path>
              </a:pathLst>
            </a:custGeom>
            <a:solidFill>
              <a:srgbClr val="02C39A"/>
            </a:solidFill>
          </p:spPr>
        </p:sp>
      </p:grpSp>
      <p:grpSp>
        <p:nvGrpSpPr>
          <p:cNvPr name="Group 9" id="9"/>
          <p:cNvGrpSpPr/>
          <p:nvPr/>
        </p:nvGrpSpPr>
        <p:grpSpPr>
          <a:xfrm rot="0">
            <a:off x="365760" y="3291840"/>
            <a:ext cx="4243906" cy="2194560"/>
            <a:chOff x="0" y="0"/>
            <a:chExt cx="5658541" cy="2926080"/>
          </a:xfrm>
        </p:grpSpPr>
        <p:sp>
          <p:nvSpPr>
            <p:cNvPr name="Freeform 10" id="10"/>
            <p:cNvSpPr/>
            <p:nvPr/>
          </p:nvSpPr>
          <p:spPr>
            <a:xfrm flipH="false" flipV="false" rot="0">
              <a:off x="0" y="0"/>
              <a:ext cx="5658541" cy="2926080"/>
            </a:xfrm>
            <a:custGeom>
              <a:avLst/>
              <a:gdLst/>
              <a:ahLst/>
              <a:cxnLst/>
              <a:rect r="r" b="b" t="t" l="l"/>
              <a:pathLst>
                <a:path h="2926080" w="5658541">
                  <a:moveTo>
                    <a:pt x="0" y="0"/>
                  </a:moveTo>
                  <a:lnTo>
                    <a:pt x="5658541" y="0"/>
                  </a:lnTo>
                  <a:lnTo>
                    <a:pt x="5658541" y="2926080"/>
                  </a:lnTo>
                  <a:lnTo>
                    <a:pt x="0" y="2926080"/>
                  </a:lnTo>
                  <a:close/>
                </a:path>
              </a:pathLst>
            </a:custGeom>
            <a:blipFill>
              <a:blip r:embed="rId3">
                <a:alphaModFix amt="0"/>
              </a:blip>
              <a:stretch>
                <a:fillRect l="-3862" t="0" r="-28830" b="0"/>
              </a:stretch>
            </a:blipFill>
          </p:spPr>
        </p:sp>
        <p:sp>
          <p:nvSpPr>
            <p:cNvPr name="TextBox 11" id="11"/>
            <p:cNvSpPr txBox="true"/>
            <p:nvPr/>
          </p:nvSpPr>
          <p:spPr>
            <a:xfrm>
              <a:off x="0" y="-47625"/>
              <a:ext cx="5658541" cy="2973705"/>
            </a:xfrm>
            <a:prstGeom prst="rect">
              <a:avLst/>
            </a:prstGeom>
          </p:spPr>
          <p:txBody>
            <a:bodyPr anchor="ctr" rtlCol="false" tIns="0" lIns="0" bIns="0" rIns="0"/>
            <a:lstStyle/>
            <a:p>
              <a:pPr algn="l">
                <a:lnSpc>
                  <a:spcPts val="2999"/>
                </a:lnSpc>
              </a:pPr>
              <a:r>
                <a:rPr lang="en-US" sz="2499">
                  <a:solidFill>
                    <a:srgbClr val="CADCFC"/>
                  </a:solidFill>
                  <a:latin typeface="Calibri (MS)"/>
                  <a:ea typeface="Calibri (MS)"/>
                  <a:cs typeface="Calibri (MS)"/>
                  <a:sym typeface="Calibri (MS)"/>
                </a:rPr>
                <a:t>Sistema web de gestión y seguimiento de prácticas profesionales</a:t>
              </a:r>
            </a:p>
          </p:txBody>
        </p:sp>
      </p:grpSp>
      <p:grpSp>
        <p:nvGrpSpPr>
          <p:cNvPr name="Group 12" id="12"/>
          <p:cNvGrpSpPr/>
          <p:nvPr/>
        </p:nvGrpSpPr>
        <p:grpSpPr>
          <a:xfrm rot="0">
            <a:off x="444919" y="5405269"/>
            <a:ext cx="4310132" cy="1097280"/>
            <a:chOff x="0" y="0"/>
            <a:chExt cx="5746842" cy="1463040"/>
          </a:xfrm>
        </p:grpSpPr>
        <p:sp>
          <p:nvSpPr>
            <p:cNvPr name="Freeform 13" id="13"/>
            <p:cNvSpPr/>
            <p:nvPr/>
          </p:nvSpPr>
          <p:spPr>
            <a:xfrm flipH="false" flipV="false" rot="0">
              <a:off x="0" y="0"/>
              <a:ext cx="5746842" cy="1463040"/>
            </a:xfrm>
            <a:custGeom>
              <a:avLst/>
              <a:gdLst/>
              <a:ahLst/>
              <a:cxnLst/>
              <a:rect r="r" b="b" t="t" l="l"/>
              <a:pathLst>
                <a:path h="1463040" w="5746842">
                  <a:moveTo>
                    <a:pt x="0" y="0"/>
                  </a:moveTo>
                  <a:lnTo>
                    <a:pt x="5746842" y="0"/>
                  </a:lnTo>
                  <a:lnTo>
                    <a:pt x="5746842" y="1463040"/>
                  </a:lnTo>
                  <a:lnTo>
                    <a:pt x="0" y="1463040"/>
                  </a:lnTo>
                  <a:close/>
                </a:path>
              </a:pathLst>
            </a:custGeom>
            <a:blipFill>
              <a:blip r:embed="rId3">
                <a:alphaModFix amt="0"/>
              </a:blip>
              <a:stretch>
                <a:fillRect l="0" t="-44177" r="-23047" b="-44177"/>
              </a:stretch>
            </a:blipFill>
          </p:spPr>
        </p:sp>
        <p:sp>
          <p:nvSpPr>
            <p:cNvPr name="TextBox 14" id="14"/>
            <p:cNvSpPr txBox="true"/>
            <p:nvPr/>
          </p:nvSpPr>
          <p:spPr>
            <a:xfrm>
              <a:off x="0" y="-47625"/>
              <a:ext cx="5746842" cy="1510665"/>
            </a:xfrm>
            <a:prstGeom prst="rect">
              <a:avLst/>
            </a:prstGeom>
          </p:spPr>
          <p:txBody>
            <a:bodyPr anchor="ctr" rtlCol="false" tIns="0" lIns="0" bIns="0" rIns="0"/>
            <a:lstStyle/>
            <a:p>
              <a:pPr algn="l">
                <a:lnSpc>
                  <a:spcPts val="2759"/>
                </a:lnSpc>
              </a:pPr>
              <a:r>
                <a:rPr lang="en-US" sz="2299" i="true">
                  <a:solidFill>
                    <a:srgbClr val="8A9CC8"/>
                  </a:solidFill>
                  <a:latin typeface="Calibri (MS) Italics"/>
                  <a:ea typeface="Calibri (MS) Italics"/>
                  <a:cs typeface="Calibri (MS) Italics"/>
                  <a:sym typeface="Calibri (MS) Italics"/>
                </a:rPr>
                <a:t>Una única plataforma que cubre el ciclo completo.</a:t>
              </a:r>
            </a:p>
          </p:txBody>
        </p:sp>
      </p:grpSp>
      <p:grpSp>
        <p:nvGrpSpPr>
          <p:cNvPr name="Group 15" id="15"/>
          <p:cNvGrpSpPr/>
          <p:nvPr/>
        </p:nvGrpSpPr>
        <p:grpSpPr>
          <a:xfrm rot="0">
            <a:off x="5333716" y="2125980"/>
            <a:ext cx="2031886" cy="1330469"/>
            <a:chOff x="0" y="0"/>
            <a:chExt cx="2472271" cy="1618831"/>
          </a:xfrm>
        </p:grpSpPr>
        <p:sp>
          <p:nvSpPr>
            <p:cNvPr name="Freeform 16" id="16"/>
            <p:cNvSpPr/>
            <p:nvPr/>
          </p:nvSpPr>
          <p:spPr>
            <a:xfrm flipH="false" flipV="false" rot="0">
              <a:off x="0" y="0"/>
              <a:ext cx="2472309" cy="1618869"/>
            </a:xfrm>
            <a:custGeom>
              <a:avLst/>
              <a:gdLst/>
              <a:ahLst/>
              <a:cxnLst/>
              <a:rect r="r" b="b" t="t" l="l"/>
              <a:pathLst>
                <a:path h="1618869" w="2472309">
                  <a:moveTo>
                    <a:pt x="0" y="149479"/>
                  </a:moveTo>
                  <a:cubicBezTo>
                    <a:pt x="0" y="66929"/>
                    <a:pt x="66929" y="0"/>
                    <a:pt x="149479" y="0"/>
                  </a:cubicBezTo>
                  <a:lnTo>
                    <a:pt x="2322830" y="0"/>
                  </a:lnTo>
                  <a:cubicBezTo>
                    <a:pt x="2405380" y="0"/>
                    <a:pt x="2472309" y="66929"/>
                    <a:pt x="2472309" y="149479"/>
                  </a:cubicBezTo>
                  <a:lnTo>
                    <a:pt x="2472309" y="1469390"/>
                  </a:lnTo>
                  <a:cubicBezTo>
                    <a:pt x="2472309" y="1551940"/>
                    <a:pt x="2405380" y="1618869"/>
                    <a:pt x="2322830" y="1618869"/>
                  </a:cubicBezTo>
                  <a:lnTo>
                    <a:pt x="149479" y="1618869"/>
                  </a:lnTo>
                  <a:cubicBezTo>
                    <a:pt x="66929" y="1618869"/>
                    <a:pt x="0" y="1551940"/>
                    <a:pt x="0" y="1469390"/>
                  </a:cubicBezTo>
                  <a:close/>
                </a:path>
              </a:pathLst>
            </a:custGeom>
            <a:solidFill>
              <a:srgbClr val="028090"/>
            </a:solidFill>
            <a:ln w="25400" cap="sq">
              <a:solidFill>
                <a:srgbClr val="028090"/>
              </a:solidFill>
              <a:prstDash val="solid"/>
              <a:miter/>
            </a:ln>
          </p:spPr>
        </p:sp>
      </p:grpSp>
      <p:grpSp>
        <p:nvGrpSpPr>
          <p:cNvPr name="Group 17" id="17"/>
          <p:cNvGrpSpPr/>
          <p:nvPr/>
        </p:nvGrpSpPr>
        <p:grpSpPr>
          <a:xfrm rot="0">
            <a:off x="5447832" y="2240096"/>
            <a:ext cx="601215" cy="501012"/>
            <a:chOff x="0" y="0"/>
            <a:chExt cx="731520" cy="609600"/>
          </a:xfrm>
        </p:grpSpPr>
        <p:sp>
          <p:nvSpPr>
            <p:cNvPr name="Freeform 18" id="18"/>
            <p:cNvSpPr/>
            <p:nvPr/>
          </p:nvSpPr>
          <p:spPr>
            <a:xfrm flipH="false" flipV="false" rot="0">
              <a:off x="0" y="0"/>
              <a:ext cx="731520" cy="609600"/>
            </a:xfrm>
            <a:custGeom>
              <a:avLst/>
              <a:gdLst/>
              <a:ahLst/>
              <a:cxnLst/>
              <a:rect r="r" b="b" t="t" l="l"/>
              <a:pathLst>
                <a:path h="609600" w="731520">
                  <a:moveTo>
                    <a:pt x="0" y="0"/>
                  </a:moveTo>
                  <a:lnTo>
                    <a:pt x="731520" y="0"/>
                  </a:lnTo>
                  <a:lnTo>
                    <a:pt x="731520" y="609600"/>
                  </a:lnTo>
                  <a:lnTo>
                    <a:pt x="0" y="609600"/>
                  </a:lnTo>
                  <a:close/>
                </a:path>
              </a:pathLst>
            </a:custGeom>
            <a:blipFill>
              <a:blip r:embed="rId3">
                <a:alphaModFix amt="0"/>
              </a:blip>
              <a:stretch>
                <a:fillRect l="-56919" t="0" r="-56919" b="0"/>
              </a:stretch>
            </a:blipFill>
          </p:spPr>
        </p:sp>
        <p:sp>
          <p:nvSpPr>
            <p:cNvPr name="TextBox 19" id="19"/>
            <p:cNvSpPr txBox="true"/>
            <p:nvPr/>
          </p:nvSpPr>
          <p:spPr>
            <a:xfrm>
              <a:off x="0" y="-47625"/>
              <a:ext cx="731520" cy="657225"/>
            </a:xfrm>
            <a:prstGeom prst="rect">
              <a:avLst/>
            </a:prstGeom>
          </p:spPr>
          <p:txBody>
            <a:bodyPr anchor="ctr" rtlCol="false" tIns="0" lIns="0" bIns="0" rIns="0"/>
            <a:lstStyle/>
            <a:p>
              <a:pPr algn="l">
                <a:lnSpc>
                  <a:spcPts val="2399"/>
                </a:lnSpc>
              </a:pPr>
              <a:r>
                <a:rPr lang="en-US" sz="1999" b="true">
                  <a:solidFill>
                    <a:srgbClr val="FFFFFF"/>
                  </a:solidFill>
                  <a:latin typeface="Calibri (MS) Bold"/>
                  <a:ea typeface="Calibri (MS) Bold"/>
                  <a:cs typeface="Calibri (MS) Bold"/>
                  <a:sym typeface="Calibri (MS) Bold"/>
                </a:rPr>
                <a:t>1</a:t>
              </a:r>
            </a:p>
          </p:txBody>
        </p:sp>
      </p:grpSp>
      <p:grpSp>
        <p:nvGrpSpPr>
          <p:cNvPr name="Group 20" id="20"/>
          <p:cNvGrpSpPr/>
          <p:nvPr/>
        </p:nvGrpSpPr>
        <p:grpSpPr>
          <a:xfrm rot="0">
            <a:off x="5387710" y="2701027"/>
            <a:ext cx="1923887" cy="641296"/>
            <a:chOff x="0" y="0"/>
            <a:chExt cx="2340864" cy="780288"/>
          </a:xfrm>
        </p:grpSpPr>
        <p:sp>
          <p:nvSpPr>
            <p:cNvPr name="Freeform 21" id="21"/>
            <p:cNvSpPr/>
            <p:nvPr/>
          </p:nvSpPr>
          <p:spPr>
            <a:xfrm flipH="false" flipV="false" rot="0">
              <a:off x="0" y="0"/>
              <a:ext cx="2340864" cy="780288"/>
            </a:xfrm>
            <a:custGeom>
              <a:avLst/>
              <a:gdLst/>
              <a:ahLst/>
              <a:cxnLst/>
              <a:rect r="r" b="b" t="t" l="l"/>
              <a:pathLst>
                <a:path h="780288" w="2340864">
                  <a:moveTo>
                    <a:pt x="0" y="0"/>
                  </a:moveTo>
                  <a:lnTo>
                    <a:pt x="2340864" y="0"/>
                  </a:lnTo>
                  <a:lnTo>
                    <a:pt x="2340864" y="780288"/>
                  </a:lnTo>
                  <a:lnTo>
                    <a:pt x="0" y="780288"/>
                  </a:lnTo>
                  <a:close/>
                </a:path>
              </a:pathLst>
            </a:custGeom>
            <a:blipFill>
              <a:blip r:embed="rId3">
                <a:alphaModFix amt="0"/>
              </a:blip>
              <a:stretch>
                <a:fillRect l="0" t="-8455" r="0" b="-8455"/>
              </a:stretch>
            </a:blipFill>
          </p:spPr>
        </p:sp>
        <p:sp>
          <p:nvSpPr>
            <p:cNvPr name="TextBox 22" id="22"/>
            <p:cNvSpPr txBox="true"/>
            <p:nvPr/>
          </p:nvSpPr>
          <p:spPr>
            <a:xfrm>
              <a:off x="0" y="-47625"/>
              <a:ext cx="2340864" cy="827913"/>
            </a:xfrm>
            <a:prstGeom prst="rect">
              <a:avLst/>
            </a:prstGeom>
          </p:spPr>
          <p:txBody>
            <a:bodyPr anchor="ctr" rtlCol="false" tIns="0" lIns="0" bIns="0" rIns="0"/>
            <a:lstStyle/>
            <a:p>
              <a:pPr algn="ctr">
                <a:lnSpc>
                  <a:spcPts val="2399"/>
                </a:lnSpc>
              </a:pPr>
              <a:r>
                <a:rPr lang="en-US" sz="1999" b="true">
                  <a:solidFill>
                    <a:srgbClr val="FFFFFF"/>
                  </a:solidFill>
                  <a:latin typeface="Calibri (MS) Bold"/>
                  <a:ea typeface="Calibri (MS) Bold"/>
                  <a:cs typeface="Calibri (MS) Bold"/>
                  <a:sym typeface="Calibri (MS) Bold"/>
                </a:rPr>
                <a:t>Registro</a:t>
              </a:r>
            </a:p>
          </p:txBody>
        </p:sp>
      </p:grpSp>
      <p:grpSp>
        <p:nvGrpSpPr>
          <p:cNvPr name="Group 23" id="23"/>
          <p:cNvGrpSpPr/>
          <p:nvPr/>
        </p:nvGrpSpPr>
        <p:grpSpPr>
          <a:xfrm rot="0">
            <a:off x="7351678" y="2380379"/>
            <a:ext cx="701417" cy="758837"/>
            <a:chOff x="0" y="0"/>
            <a:chExt cx="853440" cy="923305"/>
          </a:xfrm>
        </p:grpSpPr>
        <p:sp>
          <p:nvSpPr>
            <p:cNvPr name="Freeform 24" id="24"/>
            <p:cNvSpPr/>
            <p:nvPr/>
          </p:nvSpPr>
          <p:spPr>
            <a:xfrm flipH="false" flipV="false" rot="0">
              <a:off x="0" y="0"/>
              <a:ext cx="853440" cy="923305"/>
            </a:xfrm>
            <a:custGeom>
              <a:avLst/>
              <a:gdLst/>
              <a:ahLst/>
              <a:cxnLst/>
              <a:rect r="r" b="b" t="t" l="l"/>
              <a:pathLst>
                <a:path h="923305" w="853440">
                  <a:moveTo>
                    <a:pt x="0" y="0"/>
                  </a:moveTo>
                  <a:lnTo>
                    <a:pt x="853440" y="0"/>
                  </a:lnTo>
                  <a:lnTo>
                    <a:pt x="853440" y="923305"/>
                  </a:lnTo>
                  <a:lnTo>
                    <a:pt x="0" y="923305"/>
                  </a:lnTo>
                  <a:close/>
                </a:path>
              </a:pathLst>
            </a:custGeom>
            <a:blipFill>
              <a:blip r:embed="rId3">
                <a:alphaModFix amt="0"/>
              </a:blip>
              <a:stretch>
                <a:fillRect l="-59974" t="0" r="-59974" b="20771"/>
              </a:stretch>
            </a:blipFill>
          </p:spPr>
        </p:sp>
        <p:sp>
          <p:nvSpPr>
            <p:cNvPr name="TextBox 25" id="25"/>
            <p:cNvSpPr txBox="true"/>
            <p:nvPr/>
          </p:nvSpPr>
          <p:spPr>
            <a:xfrm>
              <a:off x="0" y="-76200"/>
              <a:ext cx="853440" cy="999505"/>
            </a:xfrm>
            <a:prstGeom prst="rect">
              <a:avLst/>
            </a:prstGeom>
          </p:spPr>
          <p:txBody>
            <a:bodyPr anchor="ctr" rtlCol="false" tIns="0" lIns="0" bIns="0" rIns="0"/>
            <a:lstStyle/>
            <a:p>
              <a:pPr algn="ctr">
                <a:lnSpc>
                  <a:spcPts val="4559"/>
                </a:lnSpc>
              </a:pPr>
              <a:r>
                <a:rPr lang="en-US" sz="3799">
                  <a:solidFill>
                    <a:srgbClr val="028090"/>
                  </a:solidFill>
                  <a:latin typeface="Calibri (MS)"/>
                  <a:ea typeface="Calibri (MS)"/>
                  <a:cs typeface="Calibri (MS)"/>
                  <a:sym typeface="Calibri (MS)"/>
                </a:rPr>
                <a:t>→</a:t>
              </a:r>
            </a:p>
          </p:txBody>
        </p:sp>
      </p:grpSp>
      <p:grpSp>
        <p:nvGrpSpPr>
          <p:cNvPr name="Group 26" id="26"/>
          <p:cNvGrpSpPr/>
          <p:nvPr/>
        </p:nvGrpSpPr>
        <p:grpSpPr>
          <a:xfrm rot="0">
            <a:off x="7437967" y="2125980"/>
            <a:ext cx="2031886" cy="1330469"/>
            <a:chOff x="0" y="0"/>
            <a:chExt cx="2472271" cy="1618831"/>
          </a:xfrm>
        </p:grpSpPr>
        <p:sp>
          <p:nvSpPr>
            <p:cNvPr name="Freeform 27" id="27"/>
            <p:cNvSpPr/>
            <p:nvPr/>
          </p:nvSpPr>
          <p:spPr>
            <a:xfrm flipH="false" flipV="false" rot="0">
              <a:off x="0" y="0"/>
              <a:ext cx="2472309" cy="1618869"/>
            </a:xfrm>
            <a:custGeom>
              <a:avLst/>
              <a:gdLst/>
              <a:ahLst/>
              <a:cxnLst/>
              <a:rect r="r" b="b" t="t" l="l"/>
              <a:pathLst>
                <a:path h="1618869" w="2472309">
                  <a:moveTo>
                    <a:pt x="0" y="149479"/>
                  </a:moveTo>
                  <a:cubicBezTo>
                    <a:pt x="0" y="66929"/>
                    <a:pt x="66929" y="0"/>
                    <a:pt x="149479" y="0"/>
                  </a:cubicBezTo>
                  <a:lnTo>
                    <a:pt x="2322830" y="0"/>
                  </a:lnTo>
                  <a:cubicBezTo>
                    <a:pt x="2405380" y="0"/>
                    <a:pt x="2472309" y="66929"/>
                    <a:pt x="2472309" y="149479"/>
                  </a:cubicBezTo>
                  <a:lnTo>
                    <a:pt x="2472309" y="1469390"/>
                  </a:lnTo>
                  <a:cubicBezTo>
                    <a:pt x="2472309" y="1551940"/>
                    <a:pt x="2405380" y="1618869"/>
                    <a:pt x="2322830" y="1618869"/>
                  </a:cubicBezTo>
                  <a:lnTo>
                    <a:pt x="149479" y="1618869"/>
                  </a:lnTo>
                  <a:cubicBezTo>
                    <a:pt x="66929" y="1618869"/>
                    <a:pt x="0" y="1551940"/>
                    <a:pt x="0" y="1469390"/>
                  </a:cubicBezTo>
                  <a:close/>
                </a:path>
              </a:pathLst>
            </a:custGeom>
            <a:solidFill>
              <a:srgbClr val="027A8C"/>
            </a:solidFill>
            <a:ln w="25400" cap="sq">
              <a:solidFill>
                <a:srgbClr val="027A8C"/>
              </a:solidFill>
              <a:prstDash val="solid"/>
              <a:miter/>
            </a:ln>
          </p:spPr>
        </p:sp>
      </p:grpSp>
      <p:grpSp>
        <p:nvGrpSpPr>
          <p:cNvPr name="Group 28" id="28"/>
          <p:cNvGrpSpPr/>
          <p:nvPr/>
        </p:nvGrpSpPr>
        <p:grpSpPr>
          <a:xfrm rot="0">
            <a:off x="7552083" y="2240096"/>
            <a:ext cx="601215" cy="501012"/>
            <a:chOff x="0" y="0"/>
            <a:chExt cx="731520" cy="609600"/>
          </a:xfrm>
        </p:grpSpPr>
        <p:sp>
          <p:nvSpPr>
            <p:cNvPr name="Freeform 29" id="29"/>
            <p:cNvSpPr/>
            <p:nvPr/>
          </p:nvSpPr>
          <p:spPr>
            <a:xfrm flipH="false" flipV="false" rot="0">
              <a:off x="0" y="0"/>
              <a:ext cx="731520" cy="609600"/>
            </a:xfrm>
            <a:custGeom>
              <a:avLst/>
              <a:gdLst/>
              <a:ahLst/>
              <a:cxnLst/>
              <a:rect r="r" b="b" t="t" l="l"/>
              <a:pathLst>
                <a:path h="609600" w="731520">
                  <a:moveTo>
                    <a:pt x="0" y="0"/>
                  </a:moveTo>
                  <a:lnTo>
                    <a:pt x="731520" y="0"/>
                  </a:lnTo>
                  <a:lnTo>
                    <a:pt x="731520" y="609600"/>
                  </a:lnTo>
                  <a:lnTo>
                    <a:pt x="0" y="609600"/>
                  </a:lnTo>
                  <a:close/>
                </a:path>
              </a:pathLst>
            </a:custGeom>
            <a:blipFill>
              <a:blip r:embed="rId3">
                <a:alphaModFix amt="0"/>
              </a:blip>
              <a:stretch>
                <a:fillRect l="-56919" t="0" r="-56919" b="0"/>
              </a:stretch>
            </a:blipFill>
          </p:spPr>
        </p:sp>
        <p:sp>
          <p:nvSpPr>
            <p:cNvPr name="TextBox 30" id="30"/>
            <p:cNvSpPr txBox="true"/>
            <p:nvPr/>
          </p:nvSpPr>
          <p:spPr>
            <a:xfrm>
              <a:off x="0" y="-47625"/>
              <a:ext cx="731520" cy="657225"/>
            </a:xfrm>
            <a:prstGeom prst="rect">
              <a:avLst/>
            </a:prstGeom>
          </p:spPr>
          <p:txBody>
            <a:bodyPr anchor="ctr" rtlCol="false" tIns="0" lIns="0" bIns="0" rIns="0"/>
            <a:lstStyle/>
            <a:p>
              <a:pPr algn="l">
                <a:lnSpc>
                  <a:spcPts val="2399"/>
                </a:lnSpc>
              </a:pPr>
              <a:r>
                <a:rPr lang="en-US" sz="1999" b="true">
                  <a:solidFill>
                    <a:srgbClr val="FFFFFF"/>
                  </a:solidFill>
                  <a:latin typeface="Calibri (MS) Bold"/>
                  <a:ea typeface="Calibri (MS) Bold"/>
                  <a:cs typeface="Calibri (MS) Bold"/>
                  <a:sym typeface="Calibri (MS) Bold"/>
                </a:rPr>
                <a:t>2</a:t>
              </a:r>
            </a:p>
          </p:txBody>
        </p:sp>
      </p:grpSp>
      <p:grpSp>
        <p:nvGrpSpPr>
          <p:cNvPr name="Group 31" id="31"/>
          <p:cNvGrpSpPr/>
          <p:nvPr/>
        </p:nvGrpSpPr>
        <p:grpSpPr>
          <a:xfrm rot="0">
            <a:off x="7491961" y="2701027"/>
            <a:ext cx="1923887" cy="641296"/>
            <a:chOff x="0" y="0"/>
            <a:chExt cx="2340864" cy="780288"/>
          </a:xfrm>
        </p:grpSpPr>
        <p:sp>
          <p:nvSpPr>
            <p:cNvPr name="Freeform 32" id="32"/>
            <p:cNvSpPr/>
            <p:nvPr/>
          </p:nvSpPr>
          <p:spPr>
            <a:xfrm flipH="false" flipV="false" rot="0">
              <a:off x="0" y="0"/>
              <a:ext cx="2340864" cy="780288"/>
            </a:xfrm>
            <a:custGeom>
              <a:avLst/>
              <a:gdLst/>
              <a:ahLst/>
              <a:cxnLst/>
              <a:rect r="r" b="b" t="t" l="l"/>
              <a:pathLst>
                <a:path h="780288" w="2340864">
                  <a:moveTo>
                    <a:pt x="0" y="0"/>
                  </a:moveTo>
                  <a:lnTo>
                    <a:pt x="2340864" y="0"/>
                  </a:lnTo>
                  <a:lnTo>
                    <a:pt x="2340864" y="780288"/>
                  </a:lnTo>
                  <a:lnTo>
                    <a:pt x="0" y="780288"/>
                  </a:lnTo>
                  <a:close/>
                </a:path>
              </a:pathLst>
            </a:custGeom>
            <a:blipFill>
              <a:blip r:embed="rId3">
                <a:alphaModFix amt="0"/>
              </a:blip>
              <a:stretch>
                <a:fillRect l="0" t="-8455" r="0" b="-8455"/>
              </a:stretch>
            </a:blipFill>
          </p:spPr>
        </p:sp>
        <p:sp>
          <p:nvSpPr>
            <p:cNvPr name="TextBox 33" id="33"/>
            <p:cNvSpPr txBox="true"/>
            <p:nvPr/>
          </p:nvSpPr>
          <p:spPr>
            <a:xfrm>
              <a:off x="0" y="-47625"/>
              <a:ext cx="2340864" cy="827913"/>
            </a:xfrm>
            <a:prstGeom prst="rect">
              <a:avLst/>
            </a:prstGeom>
          </p:spPr>
          <p:txBody>
            <a:bodyPr anchor="ctr" rtlCol="false" tIns="0" lIns="0" bIns="0" rIns="0"/>
            <a:lstStyle/>
            <a:p>
              <a:pPr algn="ctr">
                <a:lnSpc>
                  <a:spcPts val="2399"/>
                </a:lnSpc>
              </a:pPr>
              <a:r>
                <a:rPr lang="en-US" sz="1999" b="true">
                  <a:solidFill>
                    <a:srgbClr val="FFFFFF"/>
                  </a:solidFill>
                  <a:latin typeface="Calibri (MS) Bold"/>
                  <a:ea typeface="Calibri (MS) Bold"/>
                  <a:cs typeface="Calibri (MS) Bold"/>
                  <a:sym typeface="Calibri (MS) Bold"/>
                </a:rPr>
                <a:t>Revisión</a:t>
              </a:r>
            </a:p>
          </p:txBody>
        </p:sp>
      </p:grpSp>
      <p:grpSp>
        <p:nvGrpSpPr>
          <p:cNvPr name="Group 34" id="34"/>
          <p:cNvGrpSpPr/>
          <p:nvPr/>
        </p:nvGrpSpPr>
        <p:grpSpPr>
          <a:xfrm rot="0">
            <a:off x="9455929" y="2380379"/>
            <a:ext cx="701417" cy="758837"/>
            <a:chOff x="0" y="0"/>
            <a:chExt cx="853440" cy="923305"/>
          </a:xfrm>
        </p:grpSpPr>
        <p:sp>
          <p:nvSpPr>
            <p:cNvPr name="Freeform 35" id="35"/>
            <p:cNvSpPr/>
            <p:nvPr/>
          </p:nvSpPr>
          <p:spPr>
            <a:xfrm flipH="false" flipV="false" rot="0">
              <a:off x="0" y="0"/>
              <a:ext cx="853440" cy="923305"/>
            </a:xfrm>
            <a:custGeom>
              <a:avLst/>
              <a:gdLst/>
              <a:ahLst/>
              <a:cxnLst/>
              <a:rect r="r" b="b" t="t" l="l"/>
              <a:pathLst>
                <a:path h="923305" w="853440">
                  <a:moveTo>
                    <a:pt x="0" y="0"/>
                  </a:moveTo>
                  <a:lnTo>
                    <a:pt x="853440" y="0"/>
                  </a:lnTo>
                  <a:lnTo>
                    <a:pt x="853440" y="923305"/>
                  </a:lnTo>
                  <a:lnTo>
                    <a:pt x="0" y="923305"/>
                  </a:lnTo>
                  <a:close/>
                </a:path>
              </a:pathLst>
            </a:custGeom>
            <a:blipFill>
              <a:blip r:embed="rId3">
                <a:alphaModFix amt="0"/>
              </a:blip>
              <a:stretch>
                <a:fillRect l="-59974" t="0" r="-59974" b="20771"/>
              </a:stretch>
            </a:blipFill>
          </p:spPr>
        </p:sp>
        <p:sp>
          <p:nvSpPr>
            <p:cNvPr name="TextBox 36" id="36"/>
            <p:cNvSpPr txBox="true"/>
            <p:nvPr/>
          </p:nvSpPr>
          <p:spPr>
            <a:xfrm>
              <a:off x="0" y="-76200"/>
              <a:ext cx="853440" cy="999505"/>
            </a:xfrm>
            <a:prstGeom prst="rect">
              <a:avLst/>
            </a:prstGeom>
          </p:spPr>
          <p:txBody>
            <a:bodyPr anchor="ctr" rtlCol="false" tIns="0" lIns="0" bIns="0" rIns="0"/>
            <a:lstStyle/>
            <a:p>
              <a:pPr algn="ctr">
                <a:lnSpc>
                  <a:spcPts val="4559"/>
                </a:lnSpc>
              </a:pPr>
              <a:r>
                <a:rPr lang="en-US" sz="3799">
                  <a:solidFill>
                    <a:srgbClr val="028090"/>
                  </a:solidFill>
                  <a:latin typeface="Calibri (MS)"/>
                  <a:ea typeface="Calibri (MS)"/>
                  <a:cs typeface="Calibri (MS)"/>
                  <a:sym typeface="Calibri (MS)"/>
                </a:rPr>
                <a:t>→</a:t>
              </a:r>
            </a:p>
          </p:txBody>
        </p:sp>
      </p:grpSp>
      <p:grpSp>
        <p:nvGrpSpPr>
          <p:cNvPr name="Group 37" id="37"/>
          <p:cNvGrpSpPr/>
          <p:nvPr/>
        </p:nvGrpSpPr>
        <p:grpSpPr>
          <a:xfrm rot="0">
            <a:off x="9542218" y="2125980"/>
            <a:ext cx="2031886" cy="1330469"/>
            <a:chOff x="0" y="0"/>
            <a:chExt cx="2472271" cy="1618831"/>
          </a:xfrm>
        </p:grpSpPr>
        <p:sp>
          <p:nvSpPr>
            <p:cNvPr name="Freeform 38" id="38"/>
            <p:cNvSpPr/>
            <p:nvPr/>
          </p:nvSpPr>
          <p:spPr>
            <a:xfrm flipH="false" flipV="false" rot="0">
              <a:off x="0" y="0"/>
              <a:ext cx="2472309" cy="1618869"/>
            </a:xfrm>
            <a:custGeom>
              <a:avLst/>
              <a:gdLst/>
              <a:ahLst/>
              <a:cxnLst/>
              <a:rect r="r" b="b" t="t" l="l"/>
              <a:pathLst>
                <a:path h="1618869" w="2472309">
                  <a:moveTo>
                    <a:pt x="0" y="149479"/>
                  </a:moveTo>
                  <a:cubicBezTo>
                    <a:pt x="0" y="66929"/>
                    <a:pt x="66929" y="0"/>
                    <a:pt x="149479" y="0"/>
                  </a:cubicBezTo>
                  <a:lnTo>
                    <a:pt x="2322830" y="0"/>
                  </a:lnTo>
                  <a:cubicBezTo>
                    <a:pt x="2405380" y="0"/>
                    <a:pt x="2472309" y="66929"/>
                    <a:pt x="2472309" y="149479"/>
                  </a:cubicBezTo>
                  <a:lnTo>
                    <a:pt x="2472309" y="1469390"/>
                  </a:lnTo>
                  <a:cubicBezTo>
                    <a:pt x="2472309" y="1551940"/>
                    <a:pt x="2405380" y="1618869"/>
                    <a:pt x="2322830" y="1618869"/>
                  </a:cubicBezTo>
                  <a:lnTo>
                    <a:pt x="149479" y="1618869"/>
                  </a:lnTo>
                  <a:cubicBezTo>
                    <a:pt x="66929" y="1618869"/>
                    <a:pt x="0" y="1551940"/>
                    <a:pt x="0" y="1469390"/>
                  </a:cubicBezTo>
                  <a:close/>
                </a:path>
              </a:pathLst>
            </a:custGeom>
            <a:solidFill>
              <a:srgbClr val="026A7A"/>
            </a:solidFill>
            <a:ln w="25400" cap="sq">
              <a:solidFill>
                <a:srgbClr val="026A7A"/>
              </a:solidFill>
              <a:prstDash val="solid"/>
              <a:miter/>
            </a:ln>
          </p:spPr>
        </p:sp>
      </p:grpSp>
      <p:grpSp>
        <p:nvGrpSpPr>
          <p:cNvPr name="Group 39" id="39"/>
          <p:cNvGrpSpPr/>
          <p:nvPr/>
        </p:nvGrpSpPr>
        <p:grpSpPr>
          <a:xfrm rot="0">
            <a:off x="9656334" y="2240096"/>
            <a:ext cx="601215" cy="501012"/>
            <a:chOff x="0" y="0"/>
            <a:chExt cx="731520" cy="609600"/>
          </a:xfrm>
        </p:grpSpPr>
        <p:sp>
          <p:nvSpPr>
            <p:cNvPr name="Freeform 40" id="40"/>
            <p:cNvSpPr/>
            <p:nvPr/>
          </p:nvSpPr>
          <p:spPr>
            <a:xfrm flipH="false" flipV="false" rot="0">
              <a:off x="0" y="0"/>
              <a:ext cx="731520" cy="609600"/>
            </a:xfrm>
            <a:custGeom>
              <a:avLst/>
              <a:gdLst/>
              <a:ahLst/>
              <a:cxnLst/>
              <a:rect r="r" b="b" t="t" l="l"/>
              <a:pathLst>
                <a:path h="609600" w="731520">
                  <a:moveTo>
                    <a:pt x="0" y="0"/>
                  </a:moveTo>
                  <a:lnTo>
                    <a:pt x="731520" y="0"/>
                  </a:lnTo>
                  <a:lnTo>
                    <a:pt x="731520" y="609600"/>
                  </a:lnTo>
                  <a:lnTo>
                    <a:pt x="0" y="609600"/>
                  </a:lnTo>
                  <a:close/>
                </a:path>
              </a:pathLst>
            </a:custGeom>
            <a:blipFill>
              <a:blip r:embed="rId3">
                <a:alphaModFix amt="0"/>
              </a:blip>
              <a:stretch>
                <a:fillRect l="-56919" t="0" r="-56919" b="0"/>
              </a:stretch>
            </a:blipFill>
          </p:spPr>
        </p:sp>
        <p:sp>
          <p:nvSpPr>
            <p:cNvPr name="TextBox 41" id="41"/>
            <p:cNvSpPr txBox="true"/>
            <p:nvPr/>
          </p:nvSpPr>
          <p:spPr>
            <a:xfrm>
              <a:off x="0" y="-47625"/>
              <a:ext cx="731520" cy="657225"/>
            </a:xfrm>
            <a:prstGeom prst="rect">
              <a:avLst/>
            </a:prstGeom>
          </p:spPr>
          <p:txBody>
            <a:bodyPr anchor="ctr" rtlCol="false" tIns="0" lIns="0" bIns="0" rIns="0"/>
            <a:lstStyle/>
            <a:p>
              <a:pPr algn="l">
                <a:lnSpc>
                  <a:spcPts val="2399"/>
                </a:lnSpc>
              </a:pPr>
              <a:r>
                <a:rPr lang="en-US" sz="1999" b="true">
                  <a:solidFill>
                    <a:srgbClr val="FFFFFF"/>
                  </a:solidFill>
                  <a:latin typeface="Calibri (MS) Bold"/>
                  <a:ea typeface="Calibri (MS) Bold"/>
                  <a:cs typeface="Calibri (MS) Bold"/>
                  <a:sym typeface="Calibri (MS) Bold"/>
                </a:rPr>
                <a:t>3</a:t>
              </a:r>
            </a:p>
          </p:txBody>
        </p:sp>
      </p:grpSp>
      <p:grpSp>
        <p:nvGrpSpPr>
          <p:cNvPr name="Group 42" id="42"/>
          <p:cNvGrpSpPr/>
          <p:nvPr/>
        </p:nvGrpSpPr>
        <p:grpSpPr>
          <a:xfrm rot="0">
            <a:off x="9596212" y="2701027"/>
            <a:ext cx="1923887" cy="689148"/>
            <a:chOff x="0" y="0"/>
            <a:chExt cx="2340864" cy="838512"/>
          </a:xfrm>
        </p:grpSpPr>
        <p:sp>
          <p:nvSpPr>
            <p:cNvPr name="Freeform 43" id="43"/>
            <p:cNvSpPr/>
            <p:nvPr/>
          </p:nvSpPr>
          <p:spPr>
            <a:xfrm flipH="false" flipV="false" rot="0">
              <a:off x="0" y="0"/>
              <a:ext cx="2340864" cy="838512"/>
            </a:xfrm>
            <a:custGeom>
              <a:avLst/>
              <a:gdLst/>
              <a:ahLst/>
              <a:cxnLst/>
              <a:rect r="r" b="b" t="t" l="l"/>
              <a:pathLst>
                <a:path h="838512" w="2340864">
                  <a:moveTo>
                    <a:pt x="0" y="0"/>
                  </a:moveTo>
                  <a:lnTo>
                    <a:pt x="2340864" y="0"/>
                  </a:lnTo>
                  <a:lnTo>
                    <a:pt x="2340864" y="838512"/>
                  </a:lnTo>
                  <a:lnTo>
                    <a:pt x="0" y="838512"/>
                  </a:lnTo>
                  <a:close/>
                </a:path>
              </a:pathLst>
            </a:custGeom>
            <a:blipFill>
              <a:blip r:embed="rId3">
                <a:alphaModFix amt="0"/>
              </a:blip>
              <a:stretch>
                <a:fillRect l="0" t="-7868" r="0" b="-924"/>
              </a:stretch>
            </a:blipFill>
          </p:spPr>
        </p:sp>
        <p:sp>
          <p:nvSpPr>
            <p:cNvPr name="TextBox 44" id="44"/>
            <p:cNvSpPr txBox="true"/>
            <p:nvPr/>
          </p:nvSpPr>
          <p:spPr>
            <a:xfrm>
              <a:off x="0" y="-47625"/>
              <a:ext cx="2340864" cy="886137"/>
            </a:xfrm>
            <a:prstGeom prst="rect">
              <a:avLst/>
            </a:prstGeom>
          </p:spPr>
          <p:txBody>
            <a:bodyPr anchor="ctr" rtlCol="false" tIns="0" lIns="0" bIns="0" rIns="0"/>
            <a:lstStyle/>
            <a:p>
              <a:pPr algn="ctr">
                <a:lnSpc>
                  <a:spcPts val="2399"/>
                </a:lnSpc>
              </a:pPr>
              <a:r>
                <a:rPr lang="en-US" sz="1999" b="true">
                  <a:solidFill>
                    <a:srgbClr val="FFFFFF"/>
                  </a:solidFill>
                  <a:latin typeface="Calibri (MS) Bold"/>
                  <a:ea typeface="Calibri (MS) Bold"/>
                  <a:cs typeface="Calibri (MS) Bold"/>
                  <a:sym typeface="Calibri (MS) Bold"/>
                </a:rPr>
                <a:t>Gestión de</a:t>
              </a:r>
            </a:p>
            <a:p>
              <a:pPr algn="ctr">
                <a:lnSpc>
                  <a:spcPts val="2399"/>
                </a:lnSpc>
              </a:pPr>
              <a:r>
                <a:rPr lang="en-US" sz="1999" b="true">
                  <a:solidFill>
                    <a:srgbClr val="FFFFFF"/>
                  </a:solidFill>
                  <a:latin typeface="Calibri (MS) Bold"/>
                  <a:ea typeface="Calibri (MS) Bold"/>
                  <a:cs typeface="Calibri (MS) Bold"/>
                  <a:sym typeface="Calibri (MS) Bold"/>
                </a:rPr>
                <a:t>estado</a:t>
              </a:r>
            </a:p>
          </p:txBody>
        </p:sp>
      </p:grpSp>
      <p:grpSp>
        <p:nvGrpSpPr>
          <p:cNvPr name="Group 45" id="45"/>
          <p:cNvGrpSpPr/>
          <p:nvPr/>
        </p:nvGrpSpPr>
        <p:grpSpPr>
          <a:xfrm rot="0">
            <a:off x="11560180" y="2380379"/>
            <a:ext cx="701417" cy="758837"/>
            <a:chOff x="0" y="0"/>
            <a:chExt cx="853440" cy="923305"/>
          </a:xfrm>
        </p:grpSpPr>
        <p:sp>
          <p:nvSpPr>
            <p:cNvPr name="Freeform 46" id="46"/>
            <p:cNvSpPr/>
            <p:nvPr/>
          </p:nvSpPr>
          <p:spPr>
            <a:xfrm flipH="false" flipV="false" rot="0">
              <a:off x="0" y="0"/>
              <a:ext cx="853440" cy="923305"/>
            </a:xfrm>
            <a:custGeom>
              <a:avLst/>
              <a:gdLst/>
              <a:ahLst/>
              <a:cxnLst/>
              <a:rect r="r" b="b" t="t" l="l"/>
              <a:pathLst>
                <a:path h="923305" w="853440">
                  <a:moveTo>
                    <a:pt x="0" y="0"/>
                  </a:moveTo>
                  <a:lnTo>
                    <a:pt x="853440" y="0"/>
                  </a:lnTo>
                  <a:lnTo>
                    <a:pt x="853440" y="923305"/>
                  </a:lnTo>
                  <a:lnTo>
                    <a:pt x="0" y="923305"/>
                  </a:lnTo>
                  <a:close/>
                </a:path>
              </a:pathLst>
            </a:custGeom>
            <a:blipFill>
              <a:blip r:embed="rId3">
                <a:alphaModFix amt="0"/>
              </a:blip>
              <a:stretch>
                <a:fillRect l="-59974" t="0" r="-59974" b="20771"/>
              </a:stretch>
            </a:blipFill>
          </p:spPr>
        </p:sp>
        <p:sp>
          <p:nvSpPr>
            <p:cNvPr name="TextBox 47" id="47"/>
            <p:cNvSpPr txBox="true"/>
            <p:nvPr/>
          </p:nvSpPr>
          <p:spPr>
            <a:xfrm>
              <a:off x="0" y="-76200"/>
              <a:ext cx="853440" cy="999505"/>
            </a:xfrm>
            <a:prstGeom prst="rect">
              <a:avLst/>
            </a:prstGeom>
          </p:spPr>
          <p:txBody>
            <a:bodyPr anchor="ctr" rtlCol="false" tIns="0" lIns="0" bIns="0" rIns="0"/>
            <a:lstStyle/>
            <a:p>
              <a:pPr algn="ctr">
                <a:lnSpc>
                  <a:spcPts val="4559"/>
                </a:lnSpc>
              </a:pPr>
              <a:r>
                <a:rPr lang="en-US" sz="3799">
                  <a:solidFill>
                    <a:srgbClr val="028090"/>
                  </a:solidFill>
                  <a:latin typeface="Calibri (MS)"/>
                  <a:ea typeface="Calibri (MS)"/>
                  <a:cs typeface="Calibri (MS)"/>
                  <a:sym typeface="Calibri (MS)"/>
                </a:rPr>
                <a:t>→</a:t>
              </a:r>
            </a:p>
          </p:txBody>
        </p:sp>
      </p:grpSp>
      <p:grpSp>
        <p:nvGrpSpPr>
          <p:cNvPr name="Group 48" id="48"/>
          <p:cNvGrpSpPr/>
          <p:nvPr/>
        </p:nvGrpSpPr>
        <p:grpSpPr>
          <a:xfrm rot="0">
            <a:off x="11646469" y="2125980"/>
            <a:ext cx="2031886" cy="1330469"/>
            <a:chOff x="0" y="0"/>
            <a:chExt cx="2472271" cy="1618831"/>
          </a:xfrm>
        </p:grpSpPr>
        <p:sp>
          <p:nvSpPr>
            <p:cNvPr name="Freeform 49" id="49"/>
            <p:cNvSpPr/>
            <p:nvPr/>
          </p:nvSpPr>
          <p:spPr>
            <a:xfrm flipH="false" flipV="false" rot="0">
              <a:off x="0" y="0"/>
              <a:ext cx="2472309" cy="1618869"/>
            </a:xfrm>
            <a:custGeom>
              <a:avLst/>
              <a:gdLst/>
              <a:ahLst/>
              <a:cxnLst/>
              <a:rect r="r" b="b" t="t" l="l"/>
              <a:pathLst>
                <a:path h="1618869" w="2472309">
                  <a:moveTo>
                    <a:pt x="0" y="149479"/>
                  </a:moveTo>
                  <a:cubicBezTo>
                    <a:pt x="0" y="66929"/>
                    <a:pt x="66929" y="0"/>
                    <a:pt x="149479" y="0"/>
                  </a:cubicBezTo>
                  <a:lnTo>
                    <a:pt x="2322830" y="0"/>
                  </a:lnTo>
                  <a:cubicBezTo>
                    <a:pt x="2405380" y="0"/>
                    <a:pt x="2472309" y="66929"/>
                    <a:pt x="2472309" y="149479"/>
                  </a:cubicBezTo>
                  <a:lnTo>
                    <a:pt x="2472309" y="1469390"/>
                  </a:lnTo>
                  <a:cubicBezTo>
                    <a:pt x="2472309" y="1551940"/>
                    <a:pt x="2405380" y="1618869"/>
                    <a:pt x="2322830" y="1618869"/>
                  </a:cubicBezTo>
                  <a:lnTo>
                    <a:pt x="149479" y="1618869"/>
                  </a:lnTo>
                  <a:cubicBezTo>
                    <a:pt x="66929" y="1618869"/>
                    <a:pt x="0" y="1551940"/>
                    <a:pt x="0" y="1469390"/>
                  </a:cubicBezTo>
                  <a:close/>
                </a:path>
              </a:pathLst>
            </a:custGeom>
            <a:solidFill>
              <a:srgbClr val="025A6A"/>
            </a:solidFill>
            <a:ln w="25400" cap="sq">
              <a:solidFill>
                <a:srgbClr val="025A6A"/>
              </a:solidFill>
              <a:prstDash val="solid"/>
              <a:miter/>
            </a:ln>
          </p:spPr>
        </p:sp>
      </p:grpSp>
      <p:grpSp>
        <p:nvGrpSpPr>
          <p:cNvPr name="Group 50" id="50"/>
          <p:cNvGrpSpPr/>
          <p:nvPr/>
        </p:nvGrpSpPr>
        <p:grpSpPr>
          <a:xfrm rot="0">
            <a:off x="11760585" y="2240096"/>
            <a:ext cx="601215" cy="501012"/>
            <a:chOff x="0" y="0"/>
            <a:chExt cx="731520" cy="609600"/>
          </a:xfrm>
        </p:grpSpPr>
        <p:sp>
          <p:nvSpPr>
            <p:cNvPr name="Freeform 51" id="51"/>
            <p:cNvSpPr/>
            <p:nvPr/>
          </p:nvSpPr>
          <p:spPr>
            <a:xfrm flipH="false" flipV="false" rot="0">
              <a:off x="0" y="0"/>
              <a:ext cx="731520" cy="609600"/>
            </a:xfrm>
            <a:custGeom>
              <a:avLst/>
              <a:gdLst/>
              <a:ahLst/>
              <a:cxnLst/>
              <a:rect r="r" b="b" t="t" l="l"/>
              <a:pathLst>
                <a:path h="609600" w="731520">
                  <a:moveTo>
                    <a:pt x="0" y="0"/>
                  </a:moveTo>
                  <a:lnTo>
                    <a:pt x="731520" y="0"/>
                  </a:lnTo>
                  <a:lnTo>
                    <a:pt x="731520" y="609600"/>
                  </a:lnTo>
                  <a:lnTo>
                    <a:pt x="0" y="609600"/>
                  </a:lnTo>
                  <a:close/>
                </a:path>
              </a:pathLst>
            </a:custGeom>
            <a:blipFill>
              <a:blip r:embed="rId3">
                <a:alphaModFix amt="0"/>
              </a:blip>
              <a:stretch>
                <a:fillRect l="-56919" t="0" r="-56919" b="0"/>
              </a:stretch>
            </a:blipFill>
          </p:spPr>
        </p:sp>
        <p:sp>
          <p:nvSpPr>
            <p:cNvPr name="TextBox 52" id="52"/>
            <p:cNvSpPr txBox="true"/>
            <p:nvPr/>
          </p:nvSpPr>
          <p:spPr>
            <a:xfrm>
              <a:off x="0" y="-47625"/>
              <a:ext cx="731520" cy="657225"/>
            </a:xfrm>
            <a:prstGeom prst="rect">
              <a:avLst/>
            </a:prstGeom>
          </p:spPr>
          <p:txBody>
            <a:bodyPr anchor="ctr" rtlCol="false" tIns="0" lIns="0" bIns="0" rIns="0"/>
            <a:lstStyle/>
            <a:p>
              <a:pPr algn="l">
                <a:lnSpc>
                  <a:spcPts val="2399"/>
                </a:lnSpc>
              </a:pPr>
              <a:r>
                <a:rPr lang="en-US" sz="1999" b="true">
                  <a:solidFill>
                    <a:srgbClr val="FFFFFF"/>
                  </a:solidFill>
                  <a:latin typeface="Calibri (MS) Bold"/>
                  <a:ea typeface="Calibri (MS) Bold"/>
                  <a:cs typeface="Calibri (MS) Bold"/>
                  <a:sym typeface="Calibri (MS) Bold"/>
                </a:rPr>
                <a:t>4</a:t>
              </a:r>
            </a:p>
          </p:txBody>
        </p:sp>
      </p:grpSp>
      <p:grpSp>
        <p:nvGrpSpPr>
          <p:cNvPr name="Group 53" id="53"/>
          <p:cNvGrpSpPr/>
          <p:nvPr/>
        </p:nvGrpSpPr>
        <p:grpSpPr>
          <a:xfrm rot="0">
            <a:off x="11700463" y="2701027"/>
            <a:ext cx="1923887" cy="641296"/>
            <a:chOff x="0" y="0"/>
            <a:chExt cx="2340864" cy="780288"/>
          </a:xfrm>
        </p:grpSpPr>
        <p:sp>
          <p:nvSpPr>
            <p:cNvPr name="Freeform 54" id="54"/>
            <p:cNvSpPr/>
            <p:nvPr/>
          </p:nvSpPr>
          <p:spPr>
            <a:xfrm flipH="false" flipV="false" rot="0">
              <a:off x="0" y="0"/>
              <a:ext cx="2340864" cy="780288"/>
            </a:xfrm>
            <a:custGeom>
              <a:avLst/>
              <a:gdLst/>
              <a:ahLst/>
              <a:cxnLst/>
              <a:rect r="r" b="b" t="t" l="l"/>
              <a:pathLst>
                <a:path h="780288" w="2340864">
                  <a:moveTo>
                    <a:pt x="0" y="0"/>
                  </a:moveTo>
                  <a:lnTo>
                    <a:pt x="2340864" y="0"/>
                  </a:lnTo>
                  <a:lnTo>
                    <a:pt x="2340864" y="780288"/>
                  </a:lnTo>
                  <a:lnTo>
                    <a:pt x="0" y="780288"/>
                  </a:lnTo>
                  <a:close/>
                </a:path>
              </a:pathLst>
            </a:custGeom>
            <a:blipFill>
              <a:blip r:embed="rId3">
                <a:alphaModFix amt="0"/>
              </a:blip>
              <a:stretch>
                <a:fillRect l="0" t="-8455" r="0" b="-8455"/>
              </a:stretch>
            </a:blipFill>
          </p:spPr>
        </p:sp>
        <p:sp>
          <p:nvSpPr>
            <p:cNvPr name="TextBox 55" id="55"/>
            <p:cNvSpPr txBox="true"/>
            <p:nvPr/>
          </p:nvSpPr>
          <p:spPr>
            <a:xfrm>
              <a:off x="0" y="-47625"/>
              <a:ext cx="2340864" cy="827913"/>
            </a:xfrm>
            <a:prstGeom prst="rect">
              <a:avLst/>
            </a:prstGeom>
          </p:spPr>
          <p:txBody>
            <a:bodyPr anchor="ctr" rtlCol="false" tIns="0" lIns="0" bIns="0" rIns="0"/>
            <a:lstStyle/>
            <a:p>
              <a:pPr algn="ctr">
                <a:lnSpc>
                  <a:spcPts val="2399"/>
                </a:lnSpc>
              </a:pPr>
              <a:r>
                <a:rPr lang="en-US" sz="1999" b="true">
                  <a:solidFill>
                    <a:srgbClr val="FFFFFF"/>
                  </a:solidFill>
                  <a:latin typeface="Calibri (MS) Bold"/>
                  <a:ea typeface="Calibri (MS) Bold"/>
                  <a:cs typeface="Calibri (MS) Bold"/>
                  <a:sym typeface="Calibri (MS) Bold"/>
                </a:rPr>
                <a:t>Seguimiento</a:t>
              </a:r>
            </a:p>
          </p:txBody>
        </p:sp>
      </p:grpSp>
      <p:grpSp>
        <p:nvGrpSpPr>
          <p:cNvPr name="Group 56" id="56"/>
          <p:cNvGrpSpPr/>
          <p:nvPr/>
        </p:nvGrpSpPr>
        <p:grpSpPr>
          <a:xfrm rot="0">
            <a:off x="13664431" y="2380379"/>
            <a:ext cx="701417" cy="758837"/>
            <a:chOff x="0" y="0"/>
            <a:chExt cx="853440" cy="923305"/>
          </a:xfrm>
        </p:grpSpPr>
        <p:sp>
          <p:nvSpPr>
            <p:cNvPr name="Freeform 57" id="57"/>
            <p:cNvSpPr/>
            <p:nvPr/>
          </p:nvSpPr>
          <p:spPr>
            <a:xfrm flipH="false" flipV="false" rot="0">
              <a:off x="0" y="0"/>
              <a:ext cx="853440" cy="923305"/>
            </a:xfrm>
            <a:custGeom>
              <a:avLst/>
              <a:gdLst/>
              <a:ahLst/>
              <a:cxnLst/>
              <a:rect r="r" b="b" t="t" l="l"/>
              <a:pathLst>
                <a:path h="923305" w="853440">
                  <a:moveTo>
                    <a:pt x="0" y="0"/>
                  </a:moveTo>
                  <a:lnTo>
                    <a:pt x="853440" y="0"/>
                  </a:lnTo>
                  <a:lnTo>
                    <a:pt x="853440" y="923305"/>
                  </a:lnTo>
                  <a:lnTo>
                    <a:pt x="0" y="923305"/>
                  </a:lnTo>
                  <a:close/>
                </a:path>
              </a:pathLst>
            </a:custGeom>
            <a:blipFill>
              <a:blip r:embed="rId3">
                <a:alphaModFix amt="0"/>
              </a:blip>
              <a:stretch>
                <a:fillRect l="-59974" t="0" r="-59974" b="20771"/>
              </a:stretch>
            </a:blipFill>
          </p:spPr>
        </p:sp>
        <p:sp>
          <p:nvSpPr>
            <p:cNvPr name="TextBox 58" id="58"/>
            <p:cNvSpPr txBox="true"/>
            <p:nvPr/>
          </p:nvSpPr>
          <p:spPr>
            <a:xfrm>
              <a:off x="0" y="-76200"/>
              <a:ext cx="853440" cy="999505"/>
            </a:xfrm>
            <a:prstGeom prst="rect">
              <a:avLst/>
            </a:prstGeom>
          </p:spPr>
          <p:txBody>
            <a:bodyPr anchor="ctr" rtlCol="false" tIns="0" lIns="0" bIns="0" rIns="0"/>
            <a:lstStyle/>
            <a:p>
              <a:pPr algn="ctr">
                <a:lnSpc>
                  <a:spcPts val="4559"/>
                </a:lnSpc>
              </a:pPr>
              <a:r>
                <a:rPr lang="en-US" sz="3799">
                  <a:solidFill>
                    <a:srgbClr val="028090"/>
                  </a:solidFill>
                  <a:latin typeface="Calibri (MS)"/>
                  <a:ea typeface="Calibri (MS)"/>
                  <a:cs typeface="Calibri (MS)"/>
                  <a:sym typeface="Calibri (MS)"/>
                </a:rPr>
                <a:t>→</a:t>
              </a:r>
            </a:p>
          </p:txBody>
        </p:sp>
      </p:grpSp>
      <p:grpSp>
        <p:nvGrpSpPr>
          <p:cNvPr name="Group 59" id="59"/>
          <p:cNvGrpSpPr/>
          <p:nvPr/>
        </p:nvGrpSpPr>
        <p:grpSpPr>
          <a:xfrm rot="0">
            <a:off x="13750720" y="2125980"/>
            <a:ext cx="2031886" cy="1330469"/>
            <a:chOff x="0" y="0"/>
            <a:chExt cx="2472271" cy="1618831"/>
          </a:xfrm>
        </p:grpSpPr>
        <p:sp>
          <p:nvSpPr>
            <p:cNvPr name="Freeform 60" id="60"/>
            <p:cNvSpPr/>
            <p:nvPr/>
          </p:nvSpPr>
          <p:spPr>
            <a:xfrm flipH="false" flipV="false" rot="0">
              <a:off x="0" y="0"/>
              <a:ext cx="2472309" cy="1618869"/>
            </a:xfrm>
            <a:custGeom>
              <a:avLst/>
              <a:gdLst/>
              <a:ahLst/>
              <a:cxnLst/>
              <a:rect r="r" b="b" t="t" l="l"/>
              <a:pathLst>
                <a:path h="1618869" w="2472309">
                  <a:moveTo>
                    <a:pt x="0" y="149479"/>
                  </a:moveTo>
                  <a:cubicBezTo>
                    <a:pt x="0" y="66929"/>
                    <a:pt x="66929" y="0"/>
                    <a:pt x="149479" y="0"/>
                  </a:cubicBezTo>
                  <a:lnTo>
                    <a:pt x="2322830" y="0"/>
                  </a:lnTo>
                  <a:cubicBezTo>
                    <a:pt x="2405380" y="0"/>
                    <a:pt x="2472309" y="66929"/>
                    <a:pt x="2472309" y="149479"/>
                  </a:cubicBezTo>
                  <a:lnTo>
                    <a:pt x="2472309" y="1469390"/>
                  </a:lnTo>
                  <a:cubicBezTo>
                    <a:pt x="2472309" y="1551940"/>
                    <a:pt x="2405380" y="1618869"/>
                    <a:pt x="2322830" y="1618869"/>
                  </a:cubicBezTo>
                  <a:lnTo>
                    <a:pt x="149479" y="1618869"/>
                  </a:lnTo>
                  <a:cubicBezTo>
                    <a:pt x="66929" y="1618869"/>
                    <a:pt x="0" y="1551940"/>
                    <a:pt x="0" y="1469390"/>
                  </a:cubicBezTo>
                  <a:close/>
                </a:path>
              </a:pathLst>
            </a:custGeom>
            <a:solidFill>
              <a:srgbClr val="024A5A"/>
            </a:solidFill>
            <a:ln w="25400" cap="sq">
              <a:solidFill>
                <a:srgbClr val="024A5A"/>
              </a:solidFill>
              <a:prstDash val="solid"/>
              <a:miter/>
            </a:ln>
          </p:spPr>
        </p:sp>
      </p:grpSp>
      <p:grpSp>
        <p:nvGrpSpPr>
          <p:cNvPr name="Group 61" id="61"/>
          <p:cNvGrpSpPr/>
          <p:nvPr/>
        </p:nvGrpSpPr>
        <p:grpSpPr>
          <a:xfrm rot="0">
            <a:off x="13864836" y="2240096"/>
            <a:ext cx="601215" cy="501012"/>
            <a:chOff x="0" y="0"/>
            <a:chExt cx="731520" cy="609600"/>
          </a:xfrm>
        </p:grpSpPr>
        <p:sp>
          <p:nvSpPr>
            <p:cNvPr name="Freeform 62" id="62"/>
            <p:cNvSpPr/>
            <p:nvPr/>
          </p:nvSpPr>
          <p:spPr>
            <a:xfrm flipH="false" flipV="false" rot="0">
              <a:off x="0" y="0"/>
              <a:ext cx="731520" cy="609600"/>
            </a:xfrm>
            <a:custGeom>
              <a:avLst/>
              <a:gdLst/>
              <a:ahLst/>
              <a:cxnLst/>
              <a:rect r="r" b="b" t="t" l="l"/>
              <a:pathLst>
                <a:path h="609600" w="731520">
                  <a:moveTo>
                    <a:pt x="0" y="0"/>
                  </a:moveTo>
                  <a:lnTo>
                    <a:pt x="731520" y="0"/>
                  </a:lnTo>
                  <a:lnTo>
                    <a:pt x="731520" y="609600"/>
                  </a:lnTo>
                  <a:lnTo>
                    <a:pt x="0" y="609600"/>
                  </a:lnTo>
                  <a:close/>
                </a:path>
              </a:pathLst>
            </a:custGeom>
            <a:blipFill>
              <a:blip r:embed="rId3">
                <a:alphaModFix amt="0"/>
              </a:blip>
              <a:stretch>
                <a:fillRect l="-56919" t="0" r="-56919" b="0"/>
              </a:stretch>
            </a:blipFill>
          </p:spPr>
        </p:sp>
        <p:sp>
          <p:nvSpPr>
            <p:cNvPr name="TextBox 63" id="63"/>
            <p:cNvSpPr txBox="true"/>
            <p:nvPr/>
          </p:nvSpPr>
          <p:spPr>
            <a:xfrm>
              <a:off x="0" y="-47625"/>
              <a:ext cx="731520" cy="657225"/>
            </a:xfrm>
            <a:prstGeom prst="rect">
              <a:avLst/>
            </a:prstGeom>
          </p:spPr>
          <p:txBody>
            <a:bodyPr anchor="ctr" rtlCol="false" tIns="0" lIns="0" bIns="0" rIns="0"/>
            <a:lstStyle/>
            <a:p>
              <a:pPr algn="l">
                <a:lnSpc>
                  <a:spcPts val="2399"/>
                </a:lnSpc>
              </a:pPr>
              <a:r>
                <a:rPr lang="en-US" sz="1999" b="true">
                  <a:solidFill>
                    <a:srgbClr val="FFFFFF"/>
                  </a:solidFill>
                  <a:latin typeface="Calibri (MS) Bold"/>
                  <a:ea typeface="Calibri (MS) Bold"/>
                  <a:cs typeface="Calibri (MS) Bold"/>
                  <a:sym typeface="Calibri (MS) Bold"/>
                </a:rPr>
                <a:t>5</a:t>
              </a:r>
            </a:p>
          </p:txBody>
        </p:sp>
      </p:grpSp>
      <p:grpSp>
        <p:nvGrpSpPr>
          <p:cNvPr name="Group 64" id="64"/>
          <p:cNvGrpSpPr/>
          <p:nvPr/>
        </p:nvGrpSpPr>
        <p:grpSpPr>
          <a:xfrm rot="0">
            <a:off x="13804714" y="2701027"/>
            <a:ext cx="1923887" cy="641296"/>
            <a:chOff x="0" y="0"/>
            <a:chExt cx="2340864" cy="780288"/>
          </a:xfrm>
        </p:grpSpPr>
        <p:sp>
          <p:nvSpPr>
            <p:cNvPr name="Freeform 65" id="65"/>
            <p:cNvSpPr/>
            <p:nvPr/>
          </p:nvSpPr>
          <p:spPr>
            <a:xfrm flipH="false" flipV="false" rot="0">
              <a:off x="0" y="0"/>
              <a:ext cx="2340864" cy="780288"/>
            </a:xfrm>
            <a:custGeom>
              <a:avLst/>
              <a:gdLst/>
              <a:ahLst/>
              <a:cxnLst/>
              <a:rect r="r" b="b" t="t" l="l"/>
              <a:pathLst>
                <a:path h="780288" w="2340864">
                  <a:moveTo>
                    <a:pt x="0" y="0"/>
                  </a:moveTo>
                  <a:lnTo>
                    <a:pt x="2340864" y="0"/>
                  </a:lnTo>
                  <a:lnTo>
                    <a:pt x="2340864" y="780288"/>
                  </a:lnTo>
                  <a:lnTo>
                    <a:pt x="0" y="780288"/>
                  </a:lnTo>
                  <a:close/>
                </a:path>
              </a:pathLst>
            </a:custGeom>
            <a:blipFill>
              <a:blip r:embed="rId3">
                <a:alphaModFix amt="0"/>
              </a:blip>
              <a:stretch>
                <a:fillRect l="0" t="-8455" r="0" b="-8455"/>
              </a:stretch>
            </a:blipFill>
          </p:spPr>
        </p:sp>
        <p:sp>
          <p:nvSpPr>
            <p:cNvPr name="TextBox 66" id="66"/>
            <p:cNvSpPr txBox="true"/>
            <p:nvPr/>
          </p:nvSpPr>
          <p:spPr>
            <a:xfrm>
              <a:off x="0" y="-47625"/>
              <a:ext cx="2340864" cy="827913"/>
            </a:xfrm>
            <a:prstGeom prst="rect">
              <a:avLst/>
            </a:prstGeom>
          </p:spPr>
          <p:txBody>
            <a:bodyPr anchor="ctr" rtlCol="false" tIns="0" lIns="0" bIns="0" rIns="0"/>
            <a:lstStyle/>
            <a:p>
              <a:pPr algn="ctr">
                <a:lnSpc>
                  <a:spcPts val="2399"/>
                </a:lnSpc>
              </a:pPr>
              <a:r>
                <a:rPr lang="en-US" sz="1999" b="true">
                  <a:solidFill>
                    <a:srgbClr val="FFFFFF"/>
                  </a:solidFill>
                  <a:latin typeface="Calibri (MS) Bold"/>
                  <a:ea typeface="Calibri (MS) Bold"/>
                  <a:cs typeface="Calibri (MS) Bold"/>
                  <a:sym typeface="Calibri (MS) Bold"/>
                </a:rPr>
                <a:t>Incidencias</a:t>
              </a:r>
            </a:p>
          </p:txBody>
        </p:sp>
      </p:grpSp>
      <p:grpSp>
        <p:nvGrpSpPr>
          <p:cNvPr name="Group 67" id="67"/>
          <p:cNvGrpSpPr/>
          <p:nvPr/>
        </p:nvGrpSpPr>
        <p:grpSpPr>
          <a:xfrm rot="0">
            <a:off x="15768682" y="2380379"/>
            <a:ext cx="701417" cy="758837"/>
            <a:chOff x="0" y="0"/>
            <a:chExt cx="853440" cy="923305"/>
          </a:xfrm>
        </p:grpSpPr>
        <p:sp>
          <p:nvSpPr>
            <p:cNvPr name="Freeform 68" id="68"/>
            <p:cNvSpPr/>
            <p:nvPr/>
          </p:nvSpPr>
          <p:spPr>
            <a:xfrm flipH="false" flipV="false" rot="0">
              <a:off x="0" y="0"/>
              <a:ext cx="853440" cy="923305"/>
            </a:xfrm>
            <a:custGeom>
              <a:avLst/>
              <a:gdLst/>
              <a:ahLst/>
              <a:cxnLst/>
              <a:rect r="r" b="b" t="t" l="l"/>
              <a:pathLst>
                <a:path h="923305" w="853440">
                  <a:moveTo>
                    <a:pt x="0" y="0"/>
                  </a:moveTo>
                  <a:lnTo>
                    <a:pt x="853440" y="0"/>
                  </a:lnTo>
                  <a:lnTo>
                    <a:pt x="853440" y="923305"/>
                  </a:lnTo>
                  <a:lnTo>
                    <a:pt x="0" y="923305"/>
                  </a:lnTo>
                  <a:close/>
                </a:path>
              </a:pathLst>
            </a:custGeom>
            <a:blipFill>
              <a:blip r:embed="rId3">
                <a:alphaModFix amt="0"/>
              </a:blip>
              <a:stretch>
                <a:fillRect l="-59974" t="0" r="-59974" b="20771"/>
              </a:stretch>
            </a:blipFill>
          </p:spPr>
        </p:sp>
        <p:sp>
          <p:nvSpPr>
            <p:cNvPr name="TextBox 69" id="69"/>
            <p:cNvSpPr txBox="true"/>
            <p:nvPr/>
          </p:nvSpPr>
          <p:spPr>
            <a:xfrm>
              <a:off x="0" y="-76200"/>
              <a:ext cx="853440" cy="999505"/>
            </a:xfrm>
            <a:prstGeom prst="rect">
              <a:avLst/>
            </a:prstGeom>
          </p:spPr>
          <p:txBody>
            <a:bodyPr anchor="ctr" rtlCol="false" tIns="0" lIns="0" bIns="0" rIns="0"/>
            <a:lstStyle/>
            <a:p>
              <a:pPr algn="ctr">
                <a:lnSpc>
                  <a:spcPts val="4559"/>
                </a:lnSpc>
              </a:pPr>
              <a:r>
                <a:rPr lang="en-US" sz="3799">
                  <a:solidFill>
                    <a:srgbClr val="028090"/>
                  </a:solidFill>
                  <a:latin typeface="Calibri (MS)"/>
                  <a:ea typeface="Calibri (MS)"/>
                  <a:cs typeface="Calibri (MS)"/>
                  <a:sym typeface="Calibri (MS)"/>
                </a:rPr>
                <a:t>→</a:t>
              </a:r>
            </a:p>
          </p:txBody>
        </p:sp>
      </p:grpSp>
      <p:grpSp>
        <p:nvGrpSpPr>
          <p:cNvPr name="Group 70" id="70"/>
          <p:cNvGrpSpPr/>
          <p:nvPr/>
        </p:nvGrpSpPr>
        <p:grpSpPr>
          <a:xfrm rot="0">
            <a:off x="15854971" y="2125980"/>
            <a:ext cx="2031886" cy="1330469"/>
            <a:chOff x="0" y="0"/>
            <a:chExt cx="2472271" cy="1618831"/>
          </a:xfrm>
        </p:grpSpPr>
        <p:sp>
          <p:nvSpPr>
            <p:cNvPr name="Freeform 71" id="71"/>
            <p:cNvSpPr/>
            <p:nvPr/>
          </p:nvSpPr>
          <p:spPr>
            <a:xfrm flipH="false" flipV="false" rot="0">
              <a:off x="0" y="0"/>
              <a:ext cx="2472309" cy="1618869"/>
            </a:xfrm>
            <a:custGeom>
              <a:avLst/>
              <a:gdLst/>
              <a:ahLst/>
              <a:cxnLst/>
              <a:rect r="r" b="b" t="t" l="l"/>
              <a:pathLst>
                <a:path h="1618869" w="2472309">
                  <a:moveTo>
                    <a:pt x="0" y="149479"/>
                  </a:moveTo>
                  <a:cubicBezTo>
                    <a:pt x="0" y="66929"/>
                    <a:pt x="66929" y="0"/>
                    <a:pt x="149479" y="0"/>
                  </a:cubicBezTo>
                  <a:lnTo>
                    <a:pt x="2322830" y="0"/>
                  </a:lnTo>
                  <a:cubicBezTo>
                    <a:pt x="2405380" y="0"/>
                    <a:pt x="2472309" y="66929"/>
                    <a:pt x="2472309" y="149479"/>
                  </a:cubicBezTo>
                  <a:lnTo>
                    <a:pt x="2472309" y="1469390"/>
                  </a:lnTo>
                  <a:cubicBezTo>
                    <a:pt x="2472309" y="1551940"/>
                    <a:pt x="2405380" y="1618869"/>
                    <a:pt x="2322830" y="1618869"/>
                  </a:cubicBezTo>
                  <a:lnTo>
                    <a:pt x="149479" y="1618869"/>
                  </a:lnTo>
                  <a:cubicBezTo>
                    <a:pt x="66929" y="1618869"/>
                    <a:pt x="0" y="1551940"/>
                    <a:pt x="0" y="1469390"/>
                  </a:cubicBezTo>
                  <a:close/>
                </a:path>
              </a:pathLst>
            </a:custGeom>
            <a:solidFill>
              <a:srgbClr val="1E2761"/>
            </a:solidFill>
            <a:ln w="25400" cap="sq">
              <a:solidFill>
                <a:srgbClr val="1E2761"/>
              </a:solidFill>
              <a:prstDash val="solid"/>
              <a:miter/>
            </a:ln>
          </p:spPr>
        </p:sp>
      </p:grpSp>
      <p:grpSp>
        <p:nvGrpSpPr>
          <p:cNvPr name="Group 72" id="72"/>
          <p:cNvGrpSpPr/>
          <p:nvPr/>
        </p:nvGrpSpPr>
        <p:grpSpPr>
          <a:xfrm rot="0">
            <a:off x="15969087" y="2240096"/>
            <a:ext cx="601215" cy="501012"/>
            <a:chOff x="0" y="0"/>
            <a:chExt cx="731520" cy="609600"/>
          </a:xfrm>
        </p:grpSpPr>
        <p:sp>
          <p:nvSpPr>
            <p:cNvPr name="Freeform 73" id="73"/>
            <p:cNvSpPr/>
            <p:nvPr/>
          </p:nvSpPr>
          <p:spPr>
            <a:xfrm flipH="false" flipV="false" rot="0">
              <a:off x="0" y="0"/>
              <a:ext cx="731520" cy="609600"/>
            </a:xfrm>
            <a:custGeom>
              <a:avLst/>
              <a:gdLst/>
              <a:ahLst/>
              <a:cxnLst/>
              <a:rect r="r" b="b" t="t" l="l"/>
              <a:pathLst>
                <a:path h="609600" w="731520">
                  <a:moveTo>
                    <a:pt x="0" y="0"/>
                  </a:moveTo>
                  <a:lnTo>
                    <a:pt x="731520" y="0"/>
                  </a:lnTo>
                  <a:lnTo>
                    <a:pt x="731520" y="609600"/>
                  </a:lnTo>
                  <a:lnTo>
                    <a:pt x="0" y="609600"/>
                  </a:lnTo>
                  <a:close/>
                </a:path>
              </a:pathLst>
            </a:custGeom>
            <a:blipFill>
              <a:blip r:embed="rId3">
                <a:alphaModFix amt="0"/>
              </a:blip>
              <a:stretch>
                <a:fillRect l="-56919" t="0" r="-56919" b="0"/>
              </a:stretch>
            </a:blipFill>
          </p:spPr>
        </p:sp>
        <p:sp>
          <p:nvSpPr>
            <p:cNvPr name="TextBox 74" id="74"/>
            <p:cNvSpPr txBox="true"/>
            <p:nvPr/>
          </p:nvSpPr>
          <p:spPr>
            <a:xfrm>
              <a:off x="0" y="-47625"/>
              <a:ext cx="731520" cy="657225"/>
            </a:xfrm>
            <a:prstGeom prst="rect">
              <a:avLst/>
            </a:prstGeom>
          </p:spPr>
          <p:txBody>
            <a:bodyPr anchor="ctr" rtlCol="false" tIns="0" lIns="0" bIns="0" rIns="0"/>
            <a:lstStyle/>
            <a:p>
              <a:pPr algn="l">
                <a:lnSpc>
                  <a:spcPts val="2399"/>
                </a:lnSpc>
              </a:pPr>
              <a:r>
                <a:rPr lang="en-US" sz="1999" b="true">
                  <a:solidFill>
                    <a:srgbClr val="FFFFFF"/>
                  </a:solidFill>
                  <a:latin typeface="Calibri (MS) Bold"/>
                  <a:ea typeface="Calibri (MS) Bold"/>
                  <a:cs typeface="Calibri (MS) Bold"/>
                  <a:sym typeface="Calibri (MS) Bold"/>
                </a:rPr>
                <a:t>6</a:t>
              </a:r>
            </a:p>
          </p:txBody>
        </p:sp>
      </p:grpSp>
      <p:grpSp>
        <p:nvGrpSpPr>
          <p:cNvPr name="Group 75" id="75"/>
          <p:cNvGrpSpPr/>
          <p:nvPr/>
        </p:nvGrpSpPr>
        <p:grpSpPr>
          <a:xfrm rot="0">
            <a:off x="15908966" y="2701027"/>
            <a:ext cx="1923887" cy="641296"/>
            <a:chOff x="0" y="0"/>
            <a:chExt cx="2340864" cy="780288"/>
          </a:xfrm>
        </p:grpSpPr>
        <p:sp>
          <p:nvSpPr>
            <p:cNvPr name="Freeform 76" id="76"/>
            <p:cNvSpPr/>
            <p:nvPr/>
          </p:nvSpPr>
          <p:spPr>
            <a:xfrm flipH="false" flipV="false" rot="0">
              <a:off x="0" y="0"/>
              <a:ext cx="2340864" cy="780288"/>
            </a:xfrm>
            <a:custGeom>
              <a:avLst/>
              <a:gdLst/>
              <a:ahLst/>
              <a:cxnLst/>
              <a:rect r="r" b="b" t="t" l="l"/>
              <a:pathLst>
                <a:path h="780288" w="2340864">
                  <a:moveTo>
                    <a:pt x="0" y="0"/>
                  </a:moveTo>
                  <a:lnTo>
                    <a:pt x="2340864" y="0"/>
                  </a:lnTo>
                  <a:lnTo>
                    <a:pt x="2340864" y="780288"/>
                  </a:lnTo>
                  <a:lnTo>
                    <a:pt x="0" y="780288"/>
                  </a:lnTo>
                  <a:close/>
                </a:path>
              </a:pathLst>
            </a:custGeom>
            <a:blipFill>
              <a:blip r:embed="rId3">
                <a:alphaModFix amt="0"/>
              </a:blip>
              <a:stretch>
                <a:fillRect l="0" t="-8455" r="0" b="-8455"/>
              </a:stretch>
            </a:blipFill>
          </p:spPr>
        </p:sp>
        <p:sp>
          <p:nvSpPr>
            <p:cNvPr name="TextBox 77" id="77"/>
            <p:cNvSpPr txBox="true"/>
            <p:nvPr/>
          </p:nvSpPr>
          <p:spPr>
            <a:xfrm>
              <a:off x="0" y="-47625"/>
              <a:ext cx="2340864" cy="827913"/>
            </a:xfrm>
            <a:prstGeom prst="rect">
              <a:avLst/>
            </a:prstGeom>
          </p:spPr>
          <p:txBody>
            <a:bodyPr anchor="ctr" rtlCol="false" tIns="0" lIns="0" bIns="0" rIns="0"/>
            <a:lstStyle/>
            <a:p>
              <a:pPr algn="ctr">
                <a:lnSpc>
                  <a:spcPts val="2399"/>
                </a:lnSpc>
              </a:pPr>
              <a:r>
                <a:rPr lang="en-US" sz="1999" b="true">
                  <a:solidFill>
                    <a:srgbClr val="FFFFFF"/>
                  </a:solidFill>
                  <a:latin typeface="Calibri (MS) Bold"/>
                  <a:ea typeface="Calibri (MS) Bold"/>
                  <a:cs typeface="Calibri (MS) Bold"/>
                  <a:sym typeface="Calibri (MS) Bold"/>
                </a:rPr>
                <a:t>Cierre</a:t>
              </a:r>
            </a:p>
          </p:txBody>
        </p:sp>
      </p:grpSp>
      <p:grpSp>
        <p:nvGrpSpPr>
          <p:cNvPr name="Group 78" id="78"/>
          <p:cNvGrpSpPr/>
          <p:nvPr/>
        </p:nvGrpSpPr>
        <p:grpSpPr>
          <a:xfrm rot="0">
            <a:off x="6170043" y="4374026"/>
            <a:ext cx="11181083" cy="1031243"/>
            <a:chOff x="0" y="0"/>
            <a:chExt cx="14908111" cy="1374991"/>
          </a:xfrm>
        </p:grpSpPr>
        <p:sp>
          <p:nvSpPr>
            <p:cNvPr name="Freeform 79" id="79"/>
            <p:cNvSpPr/>
            <p:nvPr/>
          </p:nvSpPr>
          <p:spPr>
            <a:xfrm flipH="false" flipV="false" rot="0">
              <a:off x="0" y="0"/>
              <a:ext cx="14908150" cy="1375029"/>
            </a:xfrm>
            <a:custGeom>
              <a:avLst/>
              <a:gdLst/>
              <a:ahLst/>
              <a:cxnLst/>
              <a:rect r="r" b="b" t="t" l="l"/>
              <a:pathLst>
                <a:path h="1375029" w="14908150">
                  <a:moveTo>
                    <a:pt x="0" y="149987"/>
                  </a:moveTo>
                  <a:cubicBezTo>
                    <a:pt x="0" y="67183"/>
                    <a:pt x="67183" y="0"/>
                    <a:pt x="149987" y="0"/>
                  </a:cubicBezTo>
                  <a:lnTo>
                    <a:pt x="14758163" y="0"/>
                  </a:lnTo>
                  <a:cubicBezTo>
                    <a:pt x="14840967" y="0"/>
                    <a:pt x="14908150" y="67183"/>
                    <a:pt x="14908150" y="149987"/>
                  </a:cubicBezTo>
                  <a:lnTo>
                    <a:pt x="14908150" y="1225042"/>
                  </a:lnTo>
                  <a:cubicBezTo>
                    <a:pt x="14908150" y="1307846"/>
                    <a:pt x="14840967" y="1375029"/>
                    <a:pt x="14758163" y="1375029"/>
                  </a:cubicBezTo>
                  <a:lnTo>
                    <a:pt x="149987" y="1375029"/>
                  </a:lnTo>
                  <a:cubicBezTo>
                    <a:pt x="67183" y="1375029"/>
                    <a:pt x="0" y="1307846"/>
                    <a:pt x="0" y="1225042"/>
                  </a:cubicBezTo>
                  <a:close/>
                </a:path>
              </a:pathLst>
            </a:custGeom>
            <a:solidFill>
              <a:srgbClr val="EBF2FA"/>
            </a:solidFill>
            <a:ln w="25400" cap="sq">
              <a:solidFill>
                <a:srgbClr val="CADCFC"/>
              </a:solidFill>
              <a:prstDash val="solid"/>
              <a:miter/>
            </a:ln>
          </p:spPr>
        </p:sp>
      </p:grpSp>
      <p:grpSp>
        <p:nvGrpSpPr>
          <p:cNvPr name="Group 80" id="80"/>
          <p:cNvGrpSpPr/>
          <p:nvPr/>
        </p:nvGrpSpPr>
        <p:grpSpPr>
          <a:xfrm rot="0">
            <a:off x="6365620" y="4478163"/>
            <a:ext cx="10789920" cy="822960"/>
            <a:chOff x="0" y="0"/>
            <a:chExt cx="14386560" cy="1097280"/>
          </a:xfrm>
        </p:grpSpPr>
        <p:sp>
          <p:nvSpPr>
            <p:cNvPr name="Freeform 81" id="81"/>
            <p:cNvSpPr/>
            <p:nvPr/>
          </p:nvSpPr>
          <p:spPr>
            <a:xfrm flipH="false" flipV="false" rot="0">
              <a:off x="0" y="0"/>
              <a:ext cx="14386561" cy="1097280"/>
            </a:xfrm>
            <a:custGeom>
              <a:avLst/>
              <a:gdLst/>
              <a:ahLst/>
              <a:cxnLst/>
              <a:rect r="r" b="b" t="t" l="l"/>
              <a:pathLst>
                <a:path h="1097280" w="14386561">
                  <a:moveTo>
                    <a:pt x="0" y="0"/>
                  </a:moveTo>
                  <a:lnTo>
                    <a:pt x="14386561" y="0"/>
                  </a:lnTo>
                  <a:lnTo>
                    <a:pt x="14386561" y="1097280"/>
                  </a:lnTo>
                  <a:lnTo>
                    <a:pt x="0" y="1097280"/>
                  </a:lnTo>
                  <a:close/>
                </a:path>
              </a:pathLst>
            </a:custGeom>
            <a:blipFill>
              <a:blip r:embed="rId3">
                <a:alphaModFix amt="0"/>
              </a:blip>
              <a:stretch>
                <a:fillRect l="0" t="-205470" r="0" b="-205470"/>
              </a:stretch>
            </a:blipFill>
          </p:spPr>
        </p:sp>
        <p:sp>
          <p:nvSpPr>
            <p:cNvPr name="TextBox 82" id="82"/>
            <p:cNvSpPr txBox="true"/>
            <p:nvPr/>
          </p:nvSpPr>
          <p:spPr>
            <a:xfrm>
              <a:off x="0" y="-57150"/>
              <a:ext cx="14386560" cy="1154430"/>
            </a:xfrm>
            <a:prstGeom prst="rect">
              <a:avLst/>
            </a:prstGeom>
          </p:spPr>
          <p:txBody>
            <a:bodyPr anchor="ctr" rtlCol="false" tIns="0" lIns="0" bIns="0" rIns="0"/>
            <a:lstStyle/>
            <a:p>
              <a:pPr algn="ctr">
                <a:lnSpc>
                  <a:spcPts val="3119"/>
                </a:lnSpc>
              </a:pPr>
              <a:r>
                <a:rPr lang="en-US" sz="2599" b="true">
                  <a:solidFill>
                    <a:srgbClr val="1E2761"/>
                  </a:solidFill>
                  <a:latin typeface="Calibri (MS) Bold"/>
                  <a:ea typeface="Calibri (MS) Bold"/>
                  <a:cs typeface="Calibri (MS) Bold"/>
                  <a:sym typeface="Calibri (MS) Bold"/>
                </a:rPr>
                <a:t>Trazabilidad completa: desde el registro hasta el cierre</a:t>
              </a:r>
            </a:p>
          </p:txBody>
        </p:sp>
      </p:grpSp>
      <p:grpSp>
        <p:nvGrpSpPr>
          <p:cNvPr name="Group 83" id="83"/>
          <p:cNvGrpSpPr/>
          <p:nvPr/>
        </p:nvGrpSpPr>
        <p:grpSpPr>
          <a:xfrm rot="0">
            <a:off x="6619063" y="6423660"/>
            <a:ext cx="548640" cy="731520"/>
            <a:chOff x="0" y="0"/>
            <a:chExt cx="731520" cy="975360"/>
          </a:xfrm>
        </p:grpSpPr>
        <p:sp>
          <p:nvSpPr>
            <p:cNvPr name="Freeform 84" id="84"/>
            <p:cNvSpPr/>
            <p:nvPr/>
          </p:nvSpPr>
          <p:spPr>
            <a:xfrm flipH="false" flipV="false" rot="0">
              <a:off x="0" y="0"/>
              <a:ext cx="731520" cy="975360"/>
            </a:xfrm>
            <a:custGeom>
              <a:avLst/>
              <a:gdLst/>
              <a:ahLst/>
              <a:cxnLst/>
              <a:rect r="r" b="b" t="t" l="l"/>
              <a:pathLst>
                <a:path h="975360" w="731520">
                  <a:moveTo>
                    <a:pt x="0" y="0"/>
                  </a:moveTo>
                  <a:lnTo>
                    <a:pt x="731520" y="0"/>
                  </a:lnTo>
                  <a:lnTo>
                    <a:pt x="731520" y="975360"/>
                  </a:lnTo>
                  <a:lnTo>
                    <a:pt x="0" y="975360"/>
                  </a:lnTo>
                  <a:close/>
                </a:path>
              </a:pathLst>
            </a:custGeom>
            <a:blipFill>
              <a:blip r:embed="rId3">
                <a:alphaModFix amt="0"/>
              </a:blip>
              <a:stretch>
                <a:fillRect l="-121071" t="0" r="-121071" b="0"/>
              </a:stretch>
            </a:blipFill>
          </p:spPr>
        </p:sp>
        <p:sp>
          <p:nvSpPr>
            <p:cNvPr name="TextBox 85" id="85"/>
            <p:cNvSpPr txBox="true"/>
            <p:nvPr/>
          </p:nvSpPr>
          <p:spPr>
            <a:xfrm>
              <a:off x="0" y="-57150"/>
              <a:ext cx="731520" cy="1032510"/>
            </a:xfrm>
            <a:prstGeom prst="rect">
              <a:avLst/>
            </a:prstGeom>
          </p:spPr>
          <p:txBody>
            <a:bodyPr anchor="ctr" rtlCol="false" tIns="0" lIns="0" bIns="0" rIns="0"/>
            <a:lstStyle/>
            <a:p>
              <a:pPr algn="l">
                <a:lnSpc>
                  <a:spcPts val="3599"/>
                </a:lnSpc>
              </a:pPr>
              <a:r>
                <a:rPr lang="en-US" sz="2999">
                  <a:solidFill>
                    <a:srgbClr val="028090"/>
                  </a:solidFill>
                  <a:latin typeface="Calibri (MS)"/>
                  <a:ea typeface="Calibri (MS)"/>
                  <a:cs typeface="Calibri (MS)"/>
                  <a:sym typeface="Calibri (MS)"/>
                </a:rPr>
                <a:t>●</a:t>
              </a:r>
            </a:p>
          </p:txBody>
        </p:sp>
      </p:grpSp>
      <p:grpSp>
        <p:nvGrpSpPr>
          <p:cNvPr name="Group 86" id="86"/>
          <p:cNvGrpSpPr/>
          <p:nvPr/>
        </p:nvGrpSpPr>
        <p:grpSpPr>
          <a:xfrm rot="0">
            <a:off x="7259143" y="6515100"/>
            <a:ext cx="10424160" cy="731520"/>
            <a:chOff x="0" y="0"/>
            <a:chExt cx="13898880" cy="975360"/>
          </a:xfrm>
        </p:grpSpPr>
        <p:sp>
          <p:nvSpPr>
            <p:cNvPr name="Freeform 87" id="87"/>
            <p:cNvSpPr/>
            <p:nvPr/>
          </p:nvSpPr>
          <p:spPr>
            <a:xfrm flipH="false" flipV="false" rot="0">
              <a:off x="0" y="0"/>
              <a:ext cx="13898880" cy="975360"/>
            </a:xfrm>
            <a:custGeom>
              <a:avLst/>
              <a:gdLst/>
              <a:ahLst/>
              <a:cxnLst/>
              <a:rect r="r" b="b" t="t" l="l"/>
              <a:pathLst>
                <a:path h="975360" w="13898880">
                  <a:moveTo>
                    <a:pt x="0" y="0"/>
                  </a:moveTo>
                  <a:lnTo>
                    <a:pt x="13898880" y="0"/>
                  </a:lnTo>
                  <a:lnTo>
                    <a:pt x="13898880" y="975360"/>
                  </a:lnTo>
                  <a:lnTo>
                    <a:pt x="0" y="975360"/>
                  </a:lnTo>
                  <a:close/>
                </a:path>
              </a:pathLst>
            </a:custGeom>
            <a:blipFill>
              <a:blip r:embed="rId3">
                <a:alphaModFix amt="0"/>
              </a:blip>
              <a:stretch>
                <a:fillRect l="0" t="-227661" r="0" b="-227661"/>
              </a:stretch>
            </a:blipFill>
          </p:spPr>
        </p:sp>
        <p:sp>
          <p:nvSpPr>
            <p:cNvPr name="TextBox 88" id="88"/>
            <p:cNvSpPr txBox="true"/>
            <p:nvPr/>
          </p:nvSpPr>
          <p:spPr>
            <a:xfrm>
              <a:off x="0" y="-66675"/>
              <a:ext cx="13898880" cy="1042035"/>
            </a:xfrm>
            <a:prstGeom prst="rect">
              <a:avLst/>
            </a:prstGeom>
          </p:spPr>
          <p:txBody>
            <a:bodyPr anchor="ctr" rtlCol="false" tIns="0" lIns="0" bIns="0" rIns="0"/>
            <a:lstStyle/>
            <a:p>
              <a:pPr algn="l">
                <a:lnSpc>
                  <a:spcPts val="3359"/>
                </a:lnSpc>
              </a:pPr>
              <a:r>
                <a:rPr lang="en-US" sz="2799">
                  <a:solidFill>
                    <a:srgbClr val="1A1A2E"/>
                  </a:solidFill>
                  <a:latin typeface="Calibri (MS)"/>
                  <a:ea typeface="Calibri (MS)"/>
                  <a:cs typeface="Calibri (MS)"/>
                  <a:sym typeface="Calibri (MS)"/>
                </a:rPr>
                <a:t>Acceso por roles (estudiante / coordinador)</a:t>
              </a:r>
            </a:p>
          </p:txBody>
        </p:sp>
      </p:grpSp>
      <p:grpSp>
        <p:nvGrpSpPr>
          <p:cNvPr name="Group 89" id="89"/>
          <p:cNvGrpSpPr/>
          <p:nvPr/>
        </p:nvGrpSpPr>
        <p:grpSpPr>
          <a:xfrm rot="0">
            <a:off x="6619063" y="7429500"/>
            <a:ext cx="548640" cy="731520"/>
            <a:chOff x="0" y="0"/>
            <a:chExt cx="731520" cy="975360"/>
          </a:xfrm>
        </p:grpSpPr>
        <p:sp>
          <p:nvSpPr>
            <p:cNvPr name="Freeform 90" id="90"/>
            <p:cNvSpPr/>
            <p:nvPr/>
          </p:nvSpPr>
          <p:spPr>
            <a:xfrm flipH="false" flipV="false" rot="0">
              <a:off x="0" y="0"/>
              <a:ext cx="731520" cy="975360"/>
            </a:xfrm>
            <a:custGeom>
              <a:avLst/>
              <a:gdLst/>
              <a:ahLst/>
              <a:cxnLst/>
              <a:rect r="r" b="b" t="t" l="l"/>
              <a:pathLst>
                <a:path h="975360" w="731520">
                  <a:moveTo>
                    <a:pt x="0" y="0"/>
                  </a:moveTo>
                  <a:lnTo>
                    <a:pt x="731520" y="0"/>
                  </a:lnTo>
                  <a:lnTo>
                    <a:pt x="731520" y="975360"/>
                  </a:lnTo>
                  <a:lnTo>
                    <a:pt x="0" y="975360"/>
                  </a:lnTo>
                  <a:close/>
                </a:path>
              </a:pathLst>
            </a:custGeom>
            <a:blipFill>
              <a:blip r:embed="rId3">
                <a:alphaModFix amt="0"/>
              </a:blip>
              <a:stretch>
                <a:fillRect l="-121071" t="0" r="-121071" b="0"/>
              </a:stretch>
            </a:blipFill>
          </p:spPr>
        </p:sp>
        <p:sp>
          <p:nvSpPr>
            <p:cNvPr name="TextBox 91" id="91"/>
            <p:cNvSpPr txBox="true"/>
            <p:nvPr/>
          </p:nvSpPr>
          <p:spPr>
            <a:xfrm>
              <a:off x="0" y="-57150"/>
              <a:ext cx="731520" cy="1032510"/>
            </a:xfrm>
            <a:prstGeom prst="rect">
              <a:avLst/>
            </a:prstGeom>
          </p:spPr>
          <p:txBody>
            <a:bodyPr anchor="ctr" rtlCol="false" tIns="0" lIns="0" bIns="0" rIns="0"/>
            <a:lstStyle/>
            <a:p>
              <a:pPr algn="l">
                <a:lnSpc>
                  <a:spcPts val="3599"/>
                </a:lnSpc>
              </a:pPr>
              <a:r>
                <a:rPr lang="en-US" sz="2999">
                  <a:solidFill>
                    <a:srgbClr val="028090"/>
                  </a:solidFill>
                  <a:latin typeface="Calibri (MS)"/>
                  <a:ea typeface="Calibri (MS)"/>
                  <a:cs typeface="Calibri (MS)"/>
                  <a:sym typeface="Calibri (MS)"/>
                </a:rPr>
                <a:t>●</a:t>
              </a:r>
            </a:p>
          </p:txBody>
        </p:sp>
      </p:grpSp>
      <p:grpSp>
        <p:nvGrpSpPr>
          <p:cNvPr name="Group 92" id="92"/>
          <p:cNvGrpSpPr/>
          <p:nvPr/>
        </p:nvGrpSpPr>
        <p:grpSpPr>
          <a:xfrm rot="0">
            <a:off x="7259143" y="7520940"/>
            <a:ext cx="10424160" cy="731520"/>
            <a:chOff x="0" y="0"/>
            <a:chExt cx="13898880" cy="975360"/>
          </a:xfrm>
        </p:grpSpPr>
        <p:sp>
          <p:nvSpPr>
            <p:cNvPr name="Freeform 93" id="93"/>
            <p:cNvSpPr/>
            <p:nvPr/>
          </p:nvSpPr>
          <p:spPr>
            <a:xfrm flipH="false" flipV="false" rot="0">
              <a:off x="0" y="0"/>
              <a:ext cx="13898880" cy="975360"/>
            </a:xfrm>
            <a:custGeom>
              <a:avLst/>
              <a:gdLst/>
              <a:ahLst/>
              <a:cxnLst/>
              <a:rect r="r" b="b" t="t" l="l"/>
              <a:pathLst>
                <a:path h="975360" w="13898880">
                  <a:moveTo>
                    <a:pt x="0" y="0"/>
                  </a:moveTo>
                  <a:lnTo>
                    <a:pt x="13898880" y="0"/>
                  </a:lnTo>
                  <a:lnTo>
                    <a:pt x="13898880" y="975360"/>
                  </a:lnTo>
                  <a:lnTo>
                    <a:pt x="0" y="975360"/>
                  </a:lnTo>
                  <a:close/>
                </a:path>
              </a:pathLst>
            </a:custGeom>
            <a:blipFill>
              <a:blip r:embed="rId3">
                <a:alphaModFix amt="0"/>
              </a:blip>
              <a:stretch>
                <a:fillRect l="0" t="-227661" r="0" b="-227661"/>
              </a:stretch>
            </a:blipFill>
          </p:spPr>
        </p:sp>
        <p:sp>
          <p:nvSpPr>
            <p:cNvPr name="TextBox 94" id="94"/>
            <p:cNvSpPr txBox="true"/>
            <p:nvPr/>
          </p:nvSpPr>
          <p:spPr>
            <a:xfrm>
              <a:off x="0" y="-66675"/>
              <a:ext cx="13898880" cy="1042035"/>
            </a:xfrm>
            <a:prstGeom prst="rect">
              <a:avLst/>
            </a:prstGeom>
          </p:spPr>
          <p:txBody>
            <a:bodyPr anchor="ctr" rtlCol="false" tIns="0" lIns="0" bIns="0" rIns="0"/>
            <a:lstStyle/>
            <a:p>
              <a:pPr algn="l">
                <a:lnSpc>
                  <a:spcPts val="3359"/>
                </a:lnSpc>
              </a:pPr>
              <a:r>
                <a:rPr lang="en-US" sz="2799">
                  <a:solidFill>
                    <a:srgbClr val="1A1A2E"/>
                  </a:solidFill>
                  <a:latin typeface="Calibri (MS)"/>
                  <a:ea typeface="Calibri (MS)"/>
                  <a:cs typeface="Calibri (MS)"/>
                  <a:sym typeface="Calibri (MS)"/>
                </a:rPr>
                <a:t>Gestión del estado de cada práctica</a:t>
              </a:r>
            </a:p>
          </p:txBody>
        </p:sp>
      </p:grpSp>
      <p:grpSp>
        <p:nvGrpSpPr>
          <p:cNvPr name="Group 95" id="95"/>
          <p:cNvGrpSpPr/>
          <p:nvPr/>
        </p:nvGrpSpPr>
        <p:grpSpPr>
          <a:xfrm rot="0">
            <a:off x="6619063" y="8435340"/>
            <a:ext cx="548640" cy="731520"/>
            <a:chOff x="0" y="0"/>
            <a:chExt cx="731520" cy="975360"/>
          </a:xfrm>
        </p:grpSpPr>
        <p:sp>
          <p:nvSpPr>
            <p:cNvPr name="Freeform 96" id="96"/>
            <p:cNvSpPr/>
            <p:nvPr/>
          </p:nvSpPr>
          <p:spPr>
            <a:xfrm flipH="false" flipV="false" rot="0">
              <a:off x="0" y="0"/>
              <a:ext cx="731520" cy="975360"/>
            </a:xfrm>
            <a:custGeom>
              <a:avLst/>
              <a:gdLst/>
              <a:ahLst/>
              <a:cxnLst/>
              <a:rect r="r" b="b" t="t" l="l"/>
              <a:pathLst>
                <a:path h="975360" w="731520">
                  <a:moveTo>
                    <a:pt x="0" y="0"/>
                  </a:moveTo>
                  <a:lnTo>
                    <a:pt x="731520" y="0"/>
                  </a:lnTo>
                  <a:lnTo>
                    <a:pt x="731520" y="975360"/>
                  </a:lnTo>
                  <a:lnTo>
                    <a:pt x="0" y="975360"/>
                  </a:lnTo>
                  <a:close/>
                </a:path>
              </a:pathLst>
            </a:custGeom>
            <a:blipFill>
              <a:blip r:embed="rId3">
                <a:alphaModFix amt="0"/>
              </a:blip>
              <a:stretch>
                <a:fillRect l="-121071" t="0" r="-121071" b="0"/>
              </a:stretch>
            </a:blipFill>
          </p:spPr>
        </p:sp>
        <p:sp>
          <p:nvSpPr>
            <p:cNvPr name="TextBox 97" id="97"/>
            <p:cNvSpPr txBox="true"/>
            <p:nvPr/>
          </p:nvSpPr>
          <p:spPr>
            <a:xfrm>
              <a:off x="0" y="-57150"/>
              <a:ext cx="731520" cy="1032510"/>
            </a:xfrm>
            <a:prstGeom prst="rect">
              <a:avLst/>
            </a:prstGeom>
          </p:spPr>
          <p:txBody>
            <a:bodyPr anchor="ctr" rtlCol="false" tIns="0" lIns="0" bIns="0" rIns="0"/>
            <a:lstStyle/>
            <a:p>
              <a:pPr algn="l">
                <a:lnSpc>
                  <a:spcPts val="3599"/>
                </a:lnSpc>
              </a:pPr>
              <a:r>
                <a:rPr lang="en-US" sz="2999">
                  <a:solidFill>
                    <a:srgbClr val="028090"/>
                  </a:solidFill>
                  <a:latin typeface="Calibri (MS)"/>
                  <a:ea typeface="Calibri (MS)"/>
                  <a:cs typeface="Calibri (MS)"/>
                  <a:sym typeface="Calibri (MS)"/>
                </a:rPr>
                <a:t>●</a:t>
              </a:r>
            </a:p>
          </p:txBody>
        </p:sp>
      </p:grpSp>
      <p:grpSp>
        <p:nvGrpSpPr>
          <p:cNvPr name="Group 98" id="98"/>
          <p:cNvGrpSpPr/>
          <p:nvPr/>
        </p:nvGrpSpPr>
        <p:grpSpPr>
          <a:xfrm rot="0">
            <a:off x="7259143" y="8526780"/>
            <a:ext cx="10424160" cy="731520"/>
            <a:chOff x="0" y="0"/>
            <a:chExt cx="13898880" cy="975360"/>
          </a:xfrm>
        </p:grpSpPr>
        <p:sp>
          <p:nvSpPr>
            <p:cNvPr name="Freeform 99" id="99"/>
            <p:cNvSpPr/>
            <p:nvPr/>
          </p:nvSpPr>
          <p:spPr>
            <a:xfrm flipH="false" flipV="false" rot="0">
              <a:off x="0" y="0"/>
              <a:ext cx="13898880" cy="975360"/>
            </a:xfrm>
            <a:custGeom>
              <a:avLst/>
              <a:gdLst/>
              <a:ahLst/>
              <a:cxnLst/>
              <a:rect r="r" b="b" t="t" l="l"/>
              <a:pathLst>
                <a:path h="975360" w="13898880">
                  <a:moveTo>
                    <a:pt x="0" y="0"/>
                  </a:moveTo>
                  <a:lnTo>
                    <a:pt x="13898880" y="0"/>
                  </a:lnTo>
                  <a:lnTo>
                    <a:pt x="13898880" y="975360"/>
                  </a:lnTo>
                  <a:lnTo>
                    <a:pt x="0" y="975360"/>
                  </a:lnTo>
                  <a:close/>
                </a:path>
              </a:pathLst>
            </a:custGeom>
            <a:blipFill>
              <a:blip r:embed="rId3">
                <a:alphaModFix amt="0"/>
              </a:blip>
              <a:stretch>
                <a:fillRect l="0" t="-227661" r="0" b="-227661"/>
              </a:stretch>
            </a:blipFill>
          </p:spPr>
        </p:sp>
        <p:sp>
          <p:nvSpPr>
            <p:cNvPr name="TextBox 100" id="100"/>
            <p:cNvSpPr txBox="true"/>
            <p:nvPr/>
          </p:nvSpPr>
          <p:spPr>
            <a:xfrm>
              <a:off x="0" y="-66675"/>
              <a:ext cx="13898880" cy="1042035"/>
            </a:xfrm>
            <a:prstGeom prst="rect">
              <a:avLst/>
            </a:prstGeom>
          </p:spPr>
          <p:txBody>
            <a:bodyPr anchor="ctr" rtlCol="false" tIns="0" lIns="0" bIns="0" rIns="0"/>
            <a:lstStyle/>
            <a:p>
              <a:pPr algn="l">
                <a:lnSpc>
                  <a:spcPts val="3359"/>
                </a:lnSpc>
              </a:pPr>
              <a:r>
                <a:rPr lang="en-US" sz="2799">
                  <a:solidFill>
                    <a:srgbClr val="1A1A2E"/>
                  </a:solidFill>
                  <a:latin typeface="Calibri (MS)"/>
                  <a:ea typeface="Calibri (MS)"/>
                  <a:cs typeface="Calibri (MS)"/>
                  <a:sym typeface="Calibri (MS)"/>
                </a:rPr>
                <a:t>Historial de seguimientos e incidencias</a:t>
              </a:r>
            </a:p>
          </p:txBody>
        </p:sp>
      </p:grpSp>
      <p:sp>
        <p:nvSpPr>
          <p:cNvPr name="Freeform 101" id="101"/>
          <p:cNvSpPr/>
          <p:nvPr/>
        </p:nvSpPr>
        <p:spPr>
          <a:xfrm flipH="false" flipV="false" rot="0">
            <a:off x="13644173" y="170126"/>
            <a:ext cx="4226777" cy="1056694"/>
          </a:xfrm>
          <a:custGeom>
            <a:avLst/>
            <a:gdLst/>
            <a:ahLst/>
            <a:cxnLst/>
            <a:rect r="r" b="b" t="t" l="l"/>
            <a:pathLst>
              <a:path h="1056694" w="4226777">
                <a:moveTo>
                  <a:pt x="0" y="0"/>
                </a:moveTo>
                <a:lnTo>
                  <a:pt x="4226777" y="0"/>
                </a:lnTo>
                <a:lnTo>
                  <a:pt x="4226777" y="1056694"/>
                </a:lnTo>
                <a:lnTo>
                  <a:pt x="0" y="1056694"/>
                </a:lnTo>
                <a:lnTo>
                  <a:pt x="0" y="0"/>
                </a:lnTo>
                <a:close/>
              </a:path>
            </a:pathLst>
          </a:custGeom>
          <a:blipFill>
            <a:blip r:embed="rId4"/>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8773549" cy="1828800"/>
            <a:chOff x="0" y="0"/>
            <a:chExt cx="11698065" cy="2438400"/>
          </a:xfrm>
        </p:grpSpPr>
        <p:sp>
          <p:nvSpPr>
            <p:cNvPr name="Freeform 3" id="3"/>
            <p:cNvSpPr/>
            <p:nvPr/>
          </p:nvSpPr>
          <p:spPr>
            <a:xfrm flipH="false" flipV="false" rot="0">
              <a:off x="0" y="0"/>
              <a:ext cx="11698065" cy="2438400"/>
            </a:xfrm>
            <a:custGeom>
              <a:avLst/>
              <a:gdLst/>
              <a:ahLst/>
              <a:cxnLst/>
              <a:rect r="r" b="b" t="t" l="l"/>
              <a:pathLst>
                <a:path h="2438400" w="11698065">
                  <a:moveTo>
                    <a:pt x="0" y="0"/>
                  </a:moveTo>
                  <a:lnTo>
                    <a:pt x="11698065" y="0"/>
                  </a:lnTo>
                  <a:lnTo>
                    <a:pt x="11698065" y="2438400"/>
                  </a:lnTo>
                  <a:lnTo>
                    <a:pt x="0" y="2438400"/>
                  </a:lnTo>
                  <a:close/>
                </a:path>
              </a:pathLst>
            </a:custGeom>
            <a:solidFill>
              <a:srgbClr val="1E2761"/>
            </a:solidFill>
          </p:spPr>
        </p:sp>
      </p:grpSp>
      <p:grpSp>
        <p:nvGrpSpPr>
          <p:cNvPr name="Group 4" id="4"/>
          <p:cNvGrpSpPr/>
          <p:nvPr/>
        </p:nvGrpSpPr>
        <p:grpSpPr>
          <a:xfrm rot="0">
            <a:off x="914400" y="365760"/>
            <a:ext cx="6790222" cy="1097280"/>
            <a:chOff x="0" y="0"/>
            <a:chExt cx="9053629" cy="1463040"/>
          </a:xfrm>
        </p:grpSpPr>
        <p:sp>
          <p:nvSpPr>
            <p:cNvPr name="Freeform 5" id="5"/>
            <p:cNvSpPr/>
            <p:nvPr/>
          </p:nvSpPr>
          <p:spPr>
            <a:xfrm flipH="false" flipV="false" rot="0">
              <a:off x="0" y="0"/>
              <a:ext cx="9053630" cy="1463040"/>
            </a:xfrm>
            <a:custGeom>
              <a:avLst/>
              <a:gdLst/>
              <a:ahLst/>
              <a:cxnLst/>
              <a:rect r="r" b="b" t="t" l="l"/>
              <a:pathLst>
                <a:path h="1463040" w="9053630">
                  <a:moveTo>
                    <a:pt x="0" y="0"/>
                  </a:moveTo>
                  <a:lnTo>
                    <a:pt x="9053630" y="0"/>
                  </a:lnTo>
                  <a:lnTo>
                    <a:pt x="9053630" y="1463040"/>
                  </a:lnTo>
                  <a:lnTo>
                    <a:pt x="0" y="1463040"/>
                  </a:lnTo>
                  <a:close/>
                </a:path>
              </a:pathLst>
            </a:custGeom>
            <a:blipFill>
              <a:blip r:embed="rId3">
                <a:alphaModFix amt="0"/>
              </a:blip>
              <a:stretch>
                <a:fillRect l="0" t="-242275" r="-142395" b="-242275"/>
              </a:stretch>
            </a:blipFill>
          </p:spPr>
        </p:sp>
        <p:sp>
          <p:nvSpPr>
            <p:cNvPr name="TextBox 6" id="6"/>
            <p:cNvSpPr txBox="true"/>
            <p:nvPr/>
          </p:nvSpPr>
          <p:spPr>
            <a:xfrm>
              <a:off x="0" y="-123825"/>
              <a:ext cx="9053629" cy="1586865"/>
            </a:xfrm>
            <a:prstGeom prst="rect">
              <a:avLst/>
            </a:prstGeom>
          </p:spPr>
          <p:txBody>
            <a:bodyPr anchor="ctr" rtlCol="false" tIns="0" lIns="0" bIns="0" rIns="0"/>
            <a:lstStyle/>
            <a:p>
              <a:pPr algn="l">
                <a:lnSpc>
                  <a:spcPts val="6239"/>
                </a:lnSpc>
              </a:pPr>
              <a:r>
                <a:rPr lang="en-US" sz="5199" b="true">
                  <a:solidFill>
                    <a:srgbClr val="FFFFFF"/>
                  </a:solidFill>
                  <a:latin typeface="Calibri (MS) Bold"/>
                  <a:ea typeface="Calibri (MS) Bold"/>
                  <a:cs typeface="Calibri (MS) Bold"/>
                  <a:sym typeface="Calibri (MS) Bold"/>
                </a:rPr>
                <a:t>Objetivos del Proyecto</a:t>
              </a:r>
            </a:p>
          </p:txBody>
        </p:sp>
      </p:grpSp>
      <p:grpSp>
        <p:nvGrpSpPr>
          <p:cNvPr name="Group 7" id="7"/>
          <p:cNvGrpSpPr/>
          <p:nvPr/>
        </p:nvGrpSpPr>
        <p:grpSpPr>
          <a:xfrm rot="0">
            <a:off x="718823" y="1998983"/>
            <a:ext cx="16850363" cy="1945643"/>
            <a:chOff x="0" y="0"/>
            <a:chExt cx="22467151" cy="2594191"/>
          </a:xfrm>
        </p:grpSpPr>
        <p:sp>
          <p:nvSpPr>
            <p:cNvPr name="Freeform 8" id="8"/>
            <p:cNvSpPr/>
            <p:nvPr/>
          </p:nvSpPr>
          <p:spPr>
            <a:xfrm flipH="false" flipV="false" rot="0">
              <a:off x="0" y="0"/>
              <a:ext cx="22467063" cy="2594102"/>
            </a:xfrm>
            <a:custGeom>
              <a:avLst/>
              <a:gdLst/>
              <a:ahLst/>
              <a:cxnLst/>
              <a:rect r="r" b="b" t="t" l="l"/>
              <a:pathLst>
                <a:path h="2594102" w="22467063">
                  <a:moveTo>
                    <a:pt x="0" y="197612"/>
                  </a:moveTo>
                  <a:cubicBezTo>
                    <a:pt x="0" y="88519"/>
                    <a:pt x="88519" y="0"/>
                    <a:pt x="197612" y="0"/>
                  </a:cubicBezTo>
                  <a:lnTo>
                    <a:pt x="22269450" y="0"/>
                  </a:lnTo>
                  <a:cubicBezTo>
                    <a:pt x="22378670" y="0"/>
                    <a:pt x="22467063" y="88519"/>
                    <a:pt x="22467063" y="197612"/>
                  </a:cubicBezTo>
                  <a:lnTo>
                    <a:pt x="22467063" y="2396490"/>
                  </a:lnTo>
                  <a:cubicBezTo>
                    <a:pt x="22467063" y="2505710"/>
                    <a:pt x="22378543" y="2594102"/>
                    <a:pt x="22269450" y="2594102"/>
                  </a:cubicBezTo>
                  <a:lnTo>
                    <a:pt x="197612" y="2594102"/>
                  </a:lnTo>
                  <a:cubicBezTo>
                    <a:pt x="88519" y="2594229"/>
                    <a:pt x="0" y="2505710"/>
                    <a:pt x="0" y="2396490"/>
                  </a:cubicBezTo>
                  <a:close/>
                </a:path>
              </a:pathLst>
            </a:custGeom>
            <a:solidFill>
              <a:srgbClr val="FFFFFF"/>
            </a:solidFill>
            <a:ln w="25400" cap="sq">
              <a:solidFill>
                <a:srgbClr val="CADCFC"/>
              </a:solidFill>
              <a:prstDash val="solid"/>
              <a:miter/>
            </a:ln>
          </p:spPr>
        </p:sp>
      </p:grpSp>
      <p:grpSp>
        <p:nvGrpSpPr>
          <p:cNvPr name="Group 9" id="9"/>
          <p:cNvGrpSpPr/>
          <p:nvPr/>
        </p:nvGrpSpPr>
        <p:grpSpPr>
          <a:xfrm rot="0">
            <a:off x="1097280" y="2157984"/>
            <a:ext cx="4572000" cy="548640"/>
            <a:chOff x="0" y="0"/>
            <a:chExt cx="6096000" cy="731520"/>
          </a:xfrm>
        </p:grpSpPr>
        <p:sp>
          <p:nvSpPr>
            <p:cNvPr name="Freeform 10" id="10"/>
            <p:cNvSpPr/>
            <p:nvPr/>
          </p:nvSpPr>
          <p:spPr>
            <a:xfrm flipH="false" flipV="false" rot="0">
              <a:off x="0" y="0"/>
              <a:ext cx="6096000" cy="731520"/>
            </a:xfrm>
            <a:custGeom>
              <a:avLst/>
              <a:gdLst/>
              <a:ahLst/>
              <a:cxnLst/>
              <a:rect r="r" b="b" t="t" l="l"/>
              <a:pathLst>
                <a:path h="731520" w="6096000">
                  <a:moveTo>
                    <a:pt x="0" y="0"/>
                  </a:moveTo>
                  <a:lnTo>
                    <a:pt x="6096000" y="0"/>
                  </a:lnTo>
                  <a:lnTo>
                    <a:pt x="6096000" y="731520"/>
                  </a:lnTo>
                  <a:lnTo>
                    <a:pt x="0" y="731520"/>
                  </a:lnTo>
                  <a:close/>
                </a:path>
              </a:pathLst>
            </a:custGeom>
            <a:blipFill>
              <a:blip r:embed="rId3">
                <a:alphaModFix amt="0"/>
              </a:blip>
              <a:stretch>
                <a:fillRect l="0" t="-112375" r="0" b="-112375"/>
              </a:stretch>
            </a:blipFill>
          </p:spPr>
        </p:sp>
        <p:sp>
          <p:nvSpPr>
            <p:cNvPr name="TextBox 11" id="11"/>
            <p:cNvSpPr txBox="true"/>
            <p:nvPr/>
          </p:nvSpPr>
          <p:spPr>
            <a:xfrm>
              <a:off x="0" y="-47625"/>
              <a:ext cx="6096000" cy="779145"/>
            </a:xfrm>
            <a:prstGeom prst="rect">
              <a:avLst/>
            </a:prstGeom>
          </p:spPr>
          <p:txBody>
            <a:bodyPr anchor="ctr" rtlCol="false" tIns="0" lIns="0" bIns="0" rIns="0"/>
            <a:lstStyle/>
            <a:p>
              <a:pPr algn="l">
                <a:lnSpc>
                  <a:spcPts val="2520"/>
                </a:lnSpc>
              </a:pPr>
              <a:r>
                <a:rPr lang="en-US" b="true" sz="2100" spc="210">
                  <a:solidFill>
                    <a:srgbClr val="028090"/>
                  </a:solidFill>
                  <a:latin typeface="Calibri (MS) Bold"/>
                  <a:ea typeface="Calibri (MS) Bold"/>
                  <a:cs typeface="Calibri (MS) Bold"/>
                  <a:sym typeface="Calibri (MS) Bold"/>
                </a:rPr>
                <a:t>OBJETIVO GENERAL</a:t>
              </a:r>
            </a:p>
          </p:txBody>
        </p:sp>
      </p:grpSp>
      <p:grpSp>
        <p:nvGrpSpPr>
          <p:cNvPr name="Group 12" id="12"/>
          <p:cNvGrpSpPr/>
          <p:nvPr/>
        </p:nvGrpSpPr>
        <p:grpSpPr>
          <a:xfrm rot="0">
            <a:off x="1097280" y="2743200"/>
            <a:ext cx="16093440" cy="1005840"/>
            <a:chOff x="0" y="0"/>
            <a:chExt cx="21457920" cy="1341120"/>
          </a:xfrm>
        </p:grpSpPr>
        <p:sp>
          <p:nvSpPr>
            <p:cNvPr name="Freeform 13" id="13"/>
            <p:cNvSpPr/>
            <p:nvPr/>
          </p:nvSpPr>
          <p:spPr>
            <a:xfrm flipH="false" flipV="false" rot="0">
              <a:off x="0" y="0"/>
              <a:ext cx="21457920" cy="1341120"/>
            </a:xfrm>
            <a:custGeom>
              <a:avLst/>
              <a:gdLst/>
              <a:ahLst/>
              <a:cxnLst/>
              <a:rect r="r" b="b" t="t" l="l"/>
              <a:pathLst>
                <a:path h="1341120" w="21457920">
                  <a:moveTo>
                    <a:pt x="0" y="0"/>
                  </a:moveTo>
                  <a:lnTo>
                    <a:pt x="21457920" y="0"/>
                  </a:lnTo>
                  <a:lnTo>
                    <a:pt x="21457920" y="1341120"/>
                  </a:lnTo>
                  <a:lnTo>
                    <a:pt x="0" y="1341120"/>
                  </a:lnTo>
                  <a:close/>
                </a:path>
              </a:pathLst>
            </a:custGeom>
            <a:blipFill>
              <a:blip r:embed="rId3">
                <a:alphaModFix amt="0"/>
              </a:blip>
              <a:stretch>
                <a:fillRect l="0" t="-261760" r="0" b="-261760"/>
              </a:stretch>
            </a:blipFill>
          </p:spPr>
        </p:sp>
        <p:sp>
          <p:nvSpPr>
            <p:cNvPr name="TextBox 14" id="14"/>
            <p:cNvSpPr txBox="true"/>
            <p:nvPr/>
          </p:nvSpPr>
          <p:spPr>
            <a:xfrm>
              <a:off x="0" y="-47625"/>
              <a:ext cx="21457920" cy="1388745"/>
            </a:xfrm>
            <a:prstGeom prst="rect">
              <a:avLst/>
            </a:prstGeom>
          </p:spPr>
          <p:txBody>
            <a:bodyPr anchor="ctr" rtlCol="false" tIns="0" lIns="0" bIns="0" rIns="0"/>
            <a:lstStyle/>
            <a:p>
              <a:pPr algn="l">
                <a:lnSpc>
                  <a:spcPts val="2999"/>
                </a:lnSpc>
              </a:pPr>
              <a:r>
                <a:rPr lang="en-US" sz="2499">
                  <a:solidFill>
                    <a:srgbClr val="1A1A2E"/>
                  </a:solidFill>
                  <a:latin typeface="Calibri (MS)"/>
                  <a:ea typeface="Calibri (MS)"/>
                  <a:cs typeface="Calibri (MS)"/>
                  <a:sym typeface="Calibri (MS)"/>
                </a:rPr>
                <a:t>Desarrollar un sistema web que permita gestionar y realizar seguimiento al proceso de prácticas profesionales desde su registro hasta su finalización, mejorando la trazabilidad y facilitando la identificación oportuna de posibles dificultades.</a:t>
              </a:r>
            </a:p>
          </p:txBody>
        </p:sp>
      </p:grpSp>
      <p:grpSp>
        <p:nvGrpSpPr>
          <p:cNvPr name="Group 15" id="15"/>
          <p:cNvGrpSpPr/>
          <p:nvPr/>
        </p:nvGrpSpPr>
        <p:grpSpPr>
          <a:xfrm rot="0">
            <a:off x="914400" y="4206240"/>
            <a:ext cx="7315200" cy="548640"/>
            <a:chOff x="0" y="0"/>
            <a:chExt cx="9753600" cy="731520"/>
          </a:xfrm>
        </p:grpSpPr>
        <p:sp>
          <p:nvSpPr>
            <p:cNvPr name="Freeform 16" id="16"/>
            <p:cNvSpPr/>
            <p:nvPr/>
          </p:nvSpPr>
          <p:spPr>
            <a:xfrm flipH="false" flipV="false" rot="0">
              <a:off x="0" y="0"/>
              <a:ext cx="9753600" cy="731520"/>
            </a:xfrm>
            <a:custGeom>
              <a:avLst/>
              <a:gdLst/>
              <a:ahLst/>
              <a:cxnLst/>
              <a:rect r="r" b="b" t="t" l="l"/>
              <a:pathLst>
                <a:path h="731520" w="9753600">
                  <a:moveTo>
                    <a:pt x="0" y="0"/>
                  </a:moveTo>
                  <a:lnTo>
                    <a:pt x="9753600" y="0"/>
                  </a:lnTo>
                  <a:lnTo>
                    <a:pt x="9753600" y="731520"/>
                  </a:lnTo>
                  <a:lnTo>
                    <a:pt x="0" y="731520"/>
                  </a:lnTo>
                  <a:close/>
                </a:path>
              </a:pathLst>
            </a:custGeom>
            <a:blipFill>
              <a:blip r:embed="rId3">
                <a:alphaModFix amt="0"/>
              </a:blip>
              <a:stretch>
                <a:fillRect l="0" t="-209800" r="0" b="-209800"/>
              </a:stretch>
            </a:blipFill>
          </p:spPr>
        </p:sp>
        <p:sp>
          <p:nvSpPr>
            <p:cNvPr name="TextBox 17" id="17"/>
            <p:cNvSpPr txBox="true"/>
            <p:nvPr/>
          </p:nvSpPr>
          <p:spPr>
            <a:xfrm>
              <a:off x="0" y="-47625"/>
              <a:ext cx="9753600" cy="779145"/>
            </a:xfrm>
            <a:prstGeom prst="rect">
              <a:avLst/>
            </a:prstGeom>
          </p:spPr>
          <p:txBody>
            <a:bodyPr anchor="ctr" rtlCol="false" tIns="0" lIns="0" bIns="0" rIns="0"/>
            <a:lstStyle/>
            <a:p>
              <a:pPr algn="l">
                <a:lnSpc>
                  <a:spcPts val="2520"/>
                </a:lnSpc>
              </a:pPr>
              <a:r>
                <a:rPr lang="en-US" b="true" sz="2100" spc="210">
                  <a:solidFill>
                    <a:srgbClr val="028090"/>
                  </a:solidFill>
                  <a:latin typeface="Calibri (MS) Bold"/>
                  <a:ea typeface="Calibri (MS) Bold"/>
                  <a:cs typeface="Calibri (MS) Bold"/>
                  <a:sym typeface="Calibri (MS) Bold"/>
                </a:rPr>
                <a:t>OBJETIVOS ESPECÍFICOS</a:t>
              </a:r>
            </a:p>
          </p:txBody>
        </p:sp>
      </p:grpSp>
      <p:grpSp>
        <p:nvGrpSpPr>
          <p:cNvPr name="Group 18" id="18"/>
          <p:cNvGrpSpPr/>
          <p:nvPr/>
        </p:nvGrpSpPr>
        <p:grpSpPr>
          <a:xfrm rot="0">
            <a:off x="718823" y="4888487"/>
            <a:ext cx="16850363" cy="866651"/>
            <a:chOff x="0" y="0"/>
            <a:chExt cx="22467151" cy="1155535"/>
          </a:xfrm>
        </p:grpSpPr>
        <p:sp>
          <p:nvSpPr>
            <p:cNvPr name="Freeform 19" id="19"/>
            <p:cNvSpPr/>
            <p:nvPr/>
          </p:nvSpPr>
          <p:spPr>
            <a:xfrm flipH="false" flipV="false" rot="0">
              <a:off x="0" y="0"/>
              <a:ext cx="22467061" cy="1155446"/>
            </a:xfrm>
            <a:custGeom>
              <a:avLst/>
              <a:gdLst/>
              <a:ahLst/>
              <a:cxnLst/>
              <a:rect r="r" b="b" t="t" l="l"/>
              <a:pathLst>
                <a:path h="1155446" w="22467061">
                  <a:moveTo>
                    <a:pt x="0" y="200914"/>
                  </a:moveTo>
                  <a:cubicBezTo>
                    <a:pt x="0" y="89916"/>
                    <a:pt x="89916" y="0"/>
                    <a:pt x="200914" y="0"/>
                  </a:cubicBezTo>
                  <a:lnTo>
                    <a:pt x="22266148" y="0"/>
                  </a:lnTo>
                  <a:cubicBezTo>
                    <a:pt x="22377146" y="0"/>
                    <a:pt x="22467061" y="89916"/>
                    <a:pt x="22467061" y="200914"/>
                  </a:cubicBezTo>
                  <a:lnTo>
                    <a:pt x="22467061" y="954532"/>
                  </a:lnTo>
                  <a:cubicBezTo>
                    <a:pt x="22467061" y="1065530"/>
                    <a:pt x="22377146" y="1155446"/>
                    <a:pt x="22266148" y="1155446"/>
                  </a:cubicBezTo>
                  <a:lnTo>
                    <a:pt x="200914" y="1155446"/>
                  </a:lnTo>
                  <a:cubicBezTo>
                    <a:pt x="89916" y="1155573"/>
                    <a:pt x="0" y="1065530"/>
                    <a:pt x="0" y="954532"/>
                  </a:cubicBezTo>
                  <a:close/>
                </a:path>
              </a:pathLst>
            </a:custGeom>
            <a:solidFill>
              <a:srgbClr val="FFFFFF"/>
            </a:solidFill>
            <a:ln w="25400" cap="sq">
              <a:solidFill>
                <a:srgbClr val="CADCFC"/>
              </a:solidFill>
              <a:prstDash val="solid"/>
              <a:miter/>
            </a:ln>
          </p:spPr>
        </p:sp>
      </p:grpSp>
      <p:grpSp>
        <p:nvGrpSpPr>
          <p:cNvPr name="Group 20" id="20"/>
          <p:cNvGrpSpPr/>
          <p:nvPr/>
        </p:nvGrpSpPr>
        <p:grpSpPr>
          <a:xfrm rot="0">
            <a:off x="901703" y="4998215"/>
            <a:ext cx="574043" cy="574043"/>
            <a:chOff x="0" y="0"/>
            <a:chExt cx="765391" cy="765391"/>
          </a:xfrm>
        </p:grpSpPr>
        <p:sp>
          <p:nvSpPr>
            <p:cNvPr name="Freeform 21" id="21"/>
            <p:cNvSpPr/>
            <p:nvPr/>
          </p:nvSpPr>
          <p:spPr>
            <a:xfrm flipH="false" flipV="false" rot="0">
              <a:off x="0" y="0"/>
              <a:ext cx="765429" cy="765429"/>
            </a:xfrm>
            <a:custGeom>
              <a:avLst/>
              <a:gdLst/>
              <a:ahLst/>
              <a:cxnLst/>
              <a:rect r="r" b="b" t="t" l="l"/>
              <a:pathLst>
                <a:path h="765429" w="765429">
                  <a:moveTo>
                    <a:pt x="0" y="382651"/>
                  </a:moveTo>
                  <a:cubicBezTo>
                    <a:pt x="0" y="171323"/>
                    <a:pt x="171323" y="0"/>
                    <a:pt x="382651" y="0"/>
                  </a:cubicBezTo>
                  <a:cubicBezTo>
                    <a:pt x="593979" y="0"/>
                    <a:pt x="765429" y="171323"/>
                    <a:pt x="765429" y="382651"/>
                  </a:cubicBezTo>
                  <a:cubicBezTo>
                    <a:pt x="765429" y="593979"/>
                    <a:pt x="594106" y="765429"/>
                    <a:pt x="382651" y="765429"/>
                  </a:cubicBezTo>
                  <a:cubicBezTo>
                    <a:pt x="171196" y="765429"/>
                    <a:pt x="0" y="594106"/>
                    <a:pt x="0" y="382651"/>
                  </a:cubicBezTo>
                  <a:close/>
                </a:path>
              </a:pathLst>
            </a:custGeom>
            <a:solidFill>
              <a:srgbClr val="028090"/>
            </a:solidFill>
            <a:ln w="25400" cap="sq">
              <a:solidFill>
                <a:srgbClr val="028090"/>
              </a:solidFill>
              <a:prstDash val="solid"/>
              <a:miter/>
            </a:ln>
          </p:spPr>
        </p:sp>
      </p:grpSp>
      <p:grpSp>
        <p:nvGrpSpPr>
          <p:cNvPr name="Group 22" id="22"/>
          <p:cNvGrpSpPr/>
          <p:nvPr/>
        </p:nvGrpSpPr>
        <p:grpSpPr>
          <a:xfrm rot="0">
            <a:off x="914400" y="5010912"/>
            <a:ext cx="548640" cy="548640"/>
            <a:chOff x="0" y="0"/>
            <a:chExt cx="731520" cy="731520"/>
          </a:xfrm>
        </p:grpSpPr>
        <p:sp>
          <p:nvSpPr>
            <p:cNvPr name="Freeform 23" id="23"/>
            <p:cNvSpPr/>
            <p:nvPr/>
          </p:nvSpPr>
          <p:spPr>
            <a:xfrm flipH="false" flipV="false" rot="0">
              <a:off x="0" y="0"/>
              <a:ext cx="731520" cy="731520"/>
            </a:xfrm>
            <a:custGeom>
              <a:avLst/>
              <a:gdLst/>
              <a:ahLst/>
              <a:cxnLst/>
              <a:rect r="r" b="b" t="t" l="l"/>
              <a:pathLst>
                <a:path h="731520" w="731520">
                  <a:moveTo>
                    <a:pt x="0" y="0"/>
                  </a:moveTo>
                  <a:lnTo>
                    <a:pt x="731520" y="0"/>
                  </a:lnTo>
                  <a:lnTo>
                    <a:pt x="731520" y="731520"/>
                  </a:lnTo>
                  <a:lnTo>
                    <a:pt x="0" y="731520"/>
                  </a:lnTo>
                  <a:close/>
                </a:path>
              </a:pathLst>
            </a:custGeom>
            <a:blipFill>
              <a:blip r:embed="rId3">
                <a:alphaModFix amt="0"/>
              </a:blip>
              <a:stretch>
                <a:fillRect l="-78303" t="0" r="-78303" b="0"/>
              </a:stretch>
            </a:blipFill>
          </p:spPr>
        </p:sp>
        <p:sp>
          <p:nvSpPr>
            <p:cNvPr name="TextBox 24" id="24"/>
            <p:cNvSpPr txBox="true"/>
            <p:nvPr/>
          </p:nvSpPr>
          <p:spPr>
            <a:xfrm>
              <a:off x="0" y="-47625"/>
              <a:ext cx="731520" cy="779145"/>
            </a:xfrm>
            <a:prstGeom prst="rect">
              <a:avLst/>
            </a:prstGeom>
          </p:spPr>
          <p:txBody>
            <a:bodyPr anchor="ctr" rtlCol="false" tIns="0" lIns="0" bIns="0" rIns="0"/>
            <a:lstStyle/>
            <a:p>
              <a:pPr algn="ctr">
                <a:lnSpc>
                  <a:spcPts val="2520"/>
                </a:lnSpc>
              </a:pPr>
              <a:r>
                <a:rPr lang="en-US" sz="2100" b="true">
                  <a:solidFill>
                    <a:srgbClr val="FFFFFF"/>
                  </a:solidFill>
                  <a:latin typeface="Calibri (MS) Bold"/>
                  <a:ea typeface="Calibri (MS) Bold"/>
                  <a:cs typeface="Calibri (MS) Bold"/>
                  <a:sym typeface="Calibri (MS) Bold"/>
                </a:rPr>
                <a:t>1</a:t>
              </a:r>
            </a:p>
          </p:txBody>
        </p:sp>
      </p:grpSp>
      <p:grpSp>
        <p:nvGrpSpPr>
          <p:cNvPr name="Group 25" id="25"/>
          <p:cNvGrpSpPr/>
          <p:nvPr/>
        </p:nvGrpSpPr>
        <p:grpSpPr>
          <a:xfrm rot="0">
            <a:off x="1645920" y="5029200"/>
            <a:ext cx="15544800" cy="640080"/>
            <a:chOff x="0" y="0"/>
            <a:chExt cx="20726400" cy="853440"/>
          </a:xfrm>
        </p:grpSpPr>
        <p:sp>
          <p:nvSpPr>
            <p:cNvPr name="Freeform 26" id="26"/>
            <p:cNvSpPr/>
            <p:nvPr/>
          </p:nvSpPr>
          <p:spPr>
            <a:xfrm flipH="false" flipV="false" rot="0">
              <a:off x="0" y="0"/>
              <a:ext cx="20726400" cy="853440"/>
            </a:xfrm>
            <a:custGeom>
              <a:avLst/>
              <a:gdLst/>
              <a:ahLst/>
              <a:cxnLst/>
              <a:rect r="r" b="b" t="t" l="l"/>
              <a:pathLst>
                <a:path h="853440" w="20726400">
                  <a:moveTo>
                    <a:pt x="0" y="0"/>
                  </a:moveTo>
                  <a:lnTo>
                    <a:pt x="20726400" y="0"/>
                  </a:lnTo>
                  <a:lnTo>
                    <a:pt x="20726400" y="853440"/>
                  </a:lnTo>
                  <a:lnTo>
                    <a:pt x="0" y="853440"/>
                  </a:lnTo>
                  <a:close/>
                </a:path>
              </a:pathLst>
            </a:custGeom>
            <a:blipFill>
              <a:blip r:embed="rId3">
                <a:alphaModFix amt="0"/>
              </a:blip>
              <a:stretch>
                <a:fillRect l="0" t="-423208" r="0" b="-423208"/>
              </a:stretch>
            </a:blipFill>
          </p:spPr>
        </p:sp>
        <p:sp>
          <p:nvSpPr>
            <p:cNvPr name="TextBox 27" id="27"/>
            <p:cNvSpPr txBox="true"/>
            <p:nvPr/>
          </p:nvSpPr>
          <p:spPr>
            <a:xfrm>
              <a:off x="0" y="-47625"/>
              <a:ext cx="20726400" cy="901065"/>
            </a:xfrm>
            <a:prstGeom prst="rect">
              <a:avLst/>
            </a:prstGeom>
          </p:spPr>
          <p:txBody>
            <a:bodyPr anchor="ctr" rtlCol="false" tIns="0" lIns="0" bIns="0" rIns="0"/>
            <a:lstStyle/>
            <a:p>
              <a:pPr algn="l">
                <a:lnSpc>
                  <a:spcPts val="2999"/>
                </a:lnSpc>
              </a:pPr>
              <a:r>
                <a:rPr lang="en-US" sz="2499">
                  <a:solidFill>
                    <a:srgbClr val="1A1A2E"/>
                  </a:solidFill>
                  <a:latin typeface="Calibri (MS)"/>
                  <a:ea typeface="Calibri (MS)"/>
                  <a:cs typeface="Calibri (MS)"/>
                  <a:sym typeface="Calibri (MS)"/>
                </a:rPr>
                <a:t>Registrar información relacionada con las prácticas profesionales</a:t>
              </a:r>
            </a:p>
          </p:txBody>
        </p:sp>
      </p:grpSp>
      <p:grpSp>
        <p:nvGrpSpPr>
          <p:cNvPr name="Group 28" id="28"/>
          <p:cNvGrpSpPr/>
          <p:nvPr/>
        </p:nvGrpSpPr>
        <p:grpSpPr>
          <a:xfrm rot="0">
            <a:off x="718823" y="5857751"/>
            <a:ext cx="16850363" cy="866651"/>
            <a:chOff x="0" y="0"/>
            <a:chExt cx="22467151" cy="1155535"/>
          </a:xfrm>
        </p:grpSpPr>
        <p:sp>
          <p:nvSpPr>
            <p:cNvPr name="Freeform 29" id="29"/>
            <p:cNvSpPr/>
            <p:nvPr/>
          </p:nvSpPr>
          <p:spPr>
            <a:xfrm flipH="false" flipV="false" rot="0">
              <a:off x="0" y="0"/>
              <a:ext cx="22467061" cy="1155446"/>
            </a:xfrm>
            <a:custGeom>
              <a:avLst/>
              <a:gdLst/>
              <a:ahLst/>
              <a:cxnLst/>
              <a:rect r="r" b="b" t="t" l="l"/>
              <a:pathLst>
                <a:path h="1155446" w="22467061">
                  <a:moveTo>
                    <a:pt x="0" y="200914"/>
                  </a:moveTo>
                  <a:cubicBezTo>
                    <a:pt x="0" y="89916"/>
                    <a:pt x="89916" y="0"/>
                    <a:pt x="200914" y="0"/>
                  </a:cubicBezTo>
                  <a:lnTo>
                    <a:pt x="22266148" y="0"/>
                  </a:lnTo>
                  <a:cubicBezTo>
                    <a:pt x="22377146" y="0"/>
                    <a:pt x="22467061" y="89916"/>
                    <a:pt x="22467061" y="200914"/>
                  </a:cubicBezTo>
                  <a:lnTo>
                    <a:pt x="22467061" y="954532"/>
                  </a:lnTo>
                  <a:cubicBezTo>
                    <a:pt x="22467061" y="1065530"/>
                    <a:pt x="22377146" y="1155446"/>
                    <a:pt x="22266148" y="1155446"/>
                  </a:cubicBezTo>
                  <a:lnTo>
                    <a:pt x="200914" y="1155446"/>
                  </a:lnTo>
                  <a:cubicBezTo>
                    <a:pt x="89916" y="1155573"/>
                    <a:pt x="0" y="1065530"/>
                    <a:pt x="0" y="954532"/>
                  </a:cubicBezTo>
                  <a:close/>
                </a:path>
              </a:pathLst>
            </a:custGeom>
            <a:solidFill>
              <a:srgbClr val="EBF2FA"/>
            </a:solidFill>
            <a:ln w="25400" cap="sq">
              <a:solidFill>
                <a:srgbClr val="CADCFC"/>
              </a:solidFill>
              <a:prstDash val="solid"/>
              <a:miter/>
            </a:ln>
          </p:spPr>
        </p:sp>
      </p:grpSp>
      <p:grpSp>
        <p:nvGrpSpPr>
          <p:cNvPr name="Group 30" id="30"/>
          <p:cNvGrpSpPr/>
          <p:nvPr/>
        </p:nvGrpSpPr>
        <p:grpSpPr>
          <a:xfrm rot="0">
            <a:off x="901703" y="5967479"/>
            <a:ext cx="574043" cy="574043"/>
            <a:chOff x="0" y="0"/>
            <a:chExt cx="765391" cy="765391"/>
          </a:xfrm>
        </p:grpSpPr>
        <p:sp>
          <p:nvSpPr>
            <p:cNvPr name="Freeform 31" id="31"/>
            <p:cNvSpPr/>
            <p:nvPr/>
          </p:nvSpPr>
          <p:spPr>
            <a:xfrm flipH="false" flipV="false" rot="0">
              <a:off x="0" y="0"/>
              <a:ext cx="765429" cy="765429"/>
            </a:xfrm>
            <a:custGeom>
              <a:avLst/>
              <a:gdLst/>
              <a:ahLst/>
              <a:cxnLst/>
              <a:rect r="r" b="b" t="t" l="l"/>
              <a:pathLst>
                <a:path h="765429" w="765429">
                  <a:moveTo>
                    <a:pt x="0" y="382651"/>
                  </a:moveTo>
                  <a:cubicBezTo>
                    <a:pt x="0" y="171323"/>
                    <a:pt x="171323" y="0"/>
                    <a:pt x="382651" y="0"/>
                  </a:cubicBezTo>
                  <a:cubicBezTo>
                    <a:pt x="593979" y="0"/>
                    <a:pt x="765429" y="171323"/>
                    <a:pt x="765429" y="382651"/>
                  </a:cubicBezTo>
                  <a:cubicBezTo>
                    <a:pt x="765429" y="593979"/>
                    <a:pt x="594106" y="765429"/>
                    <a:pt x="382651" y="765429"/>
                  </a:cubicBezTo>
                  <a:cubicBezTo>
                    <a:pt x="171196" y="765429"/>
                    <a:pt x="0" y="594106"/>
                    <a:pt x="0" y="382651"/>
                  </a:cubicBezTo>
                  <a:close/>
                </a:path>
              </a:pathLst>
            </a:custGeom>
            <a:solidFill>
              <a:srgbClr val="028090"/>
            </a:solidFill>
            <a:ln w="25400" cap="sq">
              <a:solidFill>
                <a:srgbClr val="028090"/>
              </a:solidFill>
              <a:prstDash val="solid"/>
              <a:miter/>
            </a:ln>
          </p:spPr>
        </p:sp>
      </p:grpSp>
      <p:grpSp>
        <p:nvGrpSpPr>
          <p:cNvPr name="Group 32" id="32"/>
          <p:cNvGrpSpPr/>
          <p:nvPr/>
        </p:nvGrpSpPr>
        <p:grpSpPr>
          <a:xfrm rot="0">
            <a:off x="914400" y="5980176"/>
            <a:ext cx="548640" cy="548640"/>
            <a:chOff x="0" y="0"/>
            <a:chExt cx="731520" cy="731520"/>
          </a:xfrm>
        </p:grpSpPr>
        <p:sp>
          <p:nvSpPr>
            <p:cNvPr name="Freeform 33" id="33"/>
            <p:cNvSpPr/>
            <p:nvPr/>
          </p:nvSpPr>
          <p:spPr>
            <a:xfrm flipH="false" flipV="false" rot="0">
              <a:off x="0" y="0"/>
              <a:ext cx="731520" cy="731520"/>
            </a:xfrm>
            <a:custGeom>
              <a:avLst/>
              <a:gdLst/>
              <a:ahLst/>
              <a:cxnLst/>
              <a:rect r="r" b="b" t="t" l="l"/>
              <a:pathLst>
                <a:path h="731520" w="731520">
                  <a:moveTo>
                    <a:pt x="0" y="0"/>
                  </a:moveTo>
                  <a:lnTo>
                    <a:pt x="731520" y="0"/>
                  </a:lnTo>
                  <a:lnTo>
                    <a:pt x="731520" y="731520"/>
                  </a:lnTo>
                  <a:lnTo>
                    <a:pt x="0" y="731520"/>
                  </a:lnTo>
                  <a:close/>
                </a:path>
              </a:pathLst>
            </a:custGeom>
            <a:blipFill>
              <a:blip r:embed="rId3">
                <a:alphaModFix amt="0"/>
              </a:blip>
              <a:stretch>
                <a:fillRect l="-78303" t="0" r="-78303" b="0"/>
              </a:stretch>
            </a:blipFill>
          </p:spPr>
        </p:sp>
        <p:sp>
          <p:nvSpPr>
            <p:cNvPr name="TextBox 34" id="34"/>
            <p:cNvSpPr txBox="true"/>
            <p:nvPr/>
          </p:nvSpPr>
          <p:spPr>
            <a:xfrm>
              <a:off x="0" y="-47625"/>
              <a:ext cx="731520" cy="779145"/>
            </a:xfrm>
            <a:prstGeom prst="rect">
              <a:avLst/>
            </a:prstGeom>
          </p:spPr>
          <p:txBody>
            <a:bodyPr anchor="ctr" rtlCol="false" tIns="0" lIns="0" bIns="0" rIns="0"/>
            <a:lstStyle/>
            <a:p>
              <a:pPr algn="ctr">
                <a:lnSpc>
                  <a:spcPts val="2520"/>
                </a:lnSpc>
              </a:pPr>
              <a:r>
                <a:rPr lang="en-US" sz="2100" b="true">
                  <a:solidFill>
                    <a:srgbClr val="FFFFFF"/>
                  </a:solidFill>
                  <a:latin typeface="Calibri (MS) Bold"/>
                  <a:ea typeface="Calibri (MS) Bold"/>
                  <a:cs typeface="Calibri (MS) Bold"/>
                  <a:sym typeface="Calibri (MS) Bold"/>
                </a:rPr>
                <a:t>2</a:t>
              </a:r>
            </a:p>
          </p:txBody>
        </p:sp>
      </p:grpSp>
      <p:grpSp>
        <p:nvGrpSpPr>
          <p:cNvPr name="Group 35" id="35"/>
          <p:cNvGrpSpPr/>
          <p:nvPr/>
        </p:nvGrpSpPr>
        <p:grpSpPr>
          <a:xfrm rot="0">
            <a:off x="1645920" y="5998464"/>
            <a:ext cx="15544800" cy="640080"/>
            <a:chOff x="0" y="0"/>
            <a:chExt cx="20726400" cy="853440"/>
          </a:xfrm>
        </p:grpSpPr>
        <p:sp>
          <p:nvSpPr>
            <p:cNvPr name="Freeform 36" id="36"/>
            <p:cNvSpPr/>
            <p:nvPr/>
          </p:nvSpPr>
          <p:spPr>
            <a:xfrm flipH="false" flipV="false" rot="0">
              <a:off x="0" y="0"/>
              <a:ext cx="20726400" cy="853440"/>
            </a:xfrm>
            <a:custGeom>
              <a:avLst/>
              <a:gdLst/>
              <a:ahLst/>
              <a:cxnLst/>
              <a:rect r="r" b="b" t="t" l="l"/>
              <a:pathLst>
                <a:path h="853440" w="20726400">
                  <a:moveTo>
                    <a:pt x="0" y="0"/>
                  </a:moveTo>
                  <a:lnTo>
                    <a:pt x="20726400" y="0"/>
                  </a:lnTo>
                  <a:lnTo>
                    <a:pt x="20726400" y="853440"/>
                  </a:lnTo>
                  <a:lnTo>
                    <a:pt x="0" y="853440"/>
                  </a:lnTo>
                  <a:close/>
                </a:path>
              </a:pathLst>
            </a:custGeom>
            <a:blipFill>
              <a:blip r:embed="rId3">
                <a:alphaModFix amt="0"/>
              </a:blip>
              <a:stretch>
                <a:fillRect l="0" t="-423208" r="0" b="-423208"/>
              </a:stretch>
            </a:blipFill>
          </p:spPr>
        </p:sp>
        <p:sp>
          <p:nvSpPr>
            <p:cNvPr name="TextBox 37" id="37"/>
            <p:cNvSpPr txBox="true"/>
            <p:nvPr/>
          </p:nvSpPr>
          <p:spPr>
            <a:xfrm>
              <a:off x="0" y="-47625"/>
              <a:ext cx="20726400" cy="901065"/>
            </a:xfrm>
            <a:prstGeom prst="rect">
              <a:avLst/>
            </a:prstGeom>
          </p:spPr>
          <p:txBody>
            <a:bodyPr anchor="ctr" rtlCol="false" tIns="0" lIns="0" bIns="0" rIns="0"/>
            <a:lstStyle/>
            <a:p>
              <a:pPr algn="l">
                <a:lnSpc>
                  <a:spcPts val="2999"/>
                </a:lnSpc>
              </a:pPr>
              <a:r>
                <a:rPr lang="en-US" sz="2499">
                  <a:solidFill>
                    <a:srgbClr val="1A1A2E"/>
                  </a:solidFill>
                  <a:latin typeface="Calibri (MS)"/>
                  <a:ea typeface="Calibri (MS)"/>
                  <a:cs typeface="Calibri (MS)"/>
                  <a:sym typeface="Calibri (MS)"/>
                </a:rPr>
                <a:t>Permitir la revisión y gestión del estado de cada práctica</a:t>
              </a:r>
            </a:p>
          </p:txBody>
        </p:sp>
      </p:grpSp>
      <p:grpSp>
        <p:nvGrpSpPr>
          <p:cNvPr name="Group 38" id="38"/>
          <p:cNvGrpSpPr/>
          <p:nvPr/>
        </p:nvGrpSpPr>
        <p:grpSpPr>
          <a:xfrm rot="0">
            <a:off x="718823" y="6827015"/>
            <a:ext cx="16850363" cy="866651"/>
            <a:chOff x="0" y="0"/>
            <a:chExt cx="22467151" cy="1155535"/>
          </a:xfrm>
        </p:grpSpPr>
        <p:sp>
          <p:nvSpPr>
            <p:cNvPr name="Freeform 39" id="39"/>
            <p:cNvSpPr/>
            <p:nvPr/>
          </p:nvSpPr>
          <p:spPr>
            <a:xfrm flipH="false" flipV="false" rot="0">
              <a:off x="0" y="0"/>
              <a:ext cx="22467061" cy="1155446"/>
            </a:xfrm>
            <a:custGeom>
              <a:avLst/>
              <a:gdLst/>
              <a:ahLst/>
              <a:cxnLst/>
              <a:rect r="r" b="b" t="t" l="l"/>
              <a:pathLst>
                <a:path h="1155446" w="22467061">
                  <a:moveTo>
                    <a:pt x="0" y="200914"/>
                  </a:moveTo>
                  <a:cubicBezTo>
                    <a:pt x="0" y="89916"/>
                    <a:pt x="89916" y="0"/>
                    <a:pt x="200914" y="0"/>
                  </a:cubicBezTo>
                  <a:lnTo>
                    <a:pt x="22266148" y="0"/>
                  </a:lnTo>
                  <a:cubicBezTo>
                    <a:pt x="22377146" y="0"/>
                    <a:pt x="22467061" y="89916"/>
                    <a:pt x="22467061" y="200914"/>
                  </a:cubicBezTo>
                  <a:lnTo>
                    <a:pt x="22467061" y="954532"/>
                  </a:lnTo>
                  <a:cubicBezTo>
                    <a:pt x="22467061" y="1065530"/>
                    <a:pt x="22377146" y="1155446"/>
                    <a:pt x="22266148" y="1155446"/>
                  </a:cubicBezTo>
                  <a:lnTo>
                    <a:pt x="200914" y="1155446"/>
                  </a:lnTo>
                  <a:cubicBezTo>
                    <a:pt x="89916" y="1155573"/>
                    <a:pt x="0" y="1065530"/>
                    <a:pt x="0" y="954532"/>
                  </a:cubicBezTo>
                  <a:close/>
                </a:path>
              </a:pathLst>
            </a:custGeom>
            <a:solidFill>
              <a:srgbClr val="FFFFFF"/>
            </a:solidFill>
            <a:ln w="25400" cap="sq">
              <a:solidFill>
                <a:srgbClr val="CADCFC"/>
              </a:solidFill>
              <a:prstDash val="solid"/>
              <a:miter/>
            </a:ln>
          </p:spPr>
        </p:sp>
      </p:grpSp>
      <p:grpSp>
        <p:nvGrpSpPr>
          <p:cNvPr name="Group 40" id="40"/>
          <p:cNvGrpSpPr/>
          <p:nvPr/>
        </p:nvGrpSpPr>
        <p:grpSpPr>
          <a:xfrm rot="0">
            <a:off x="901703" y="6936743"/>
            <a:ext cx="574043" cy="574043"/>
            <a:chOff x="0" y="0"/>
            <a:chExt cx="765391" cy="765391"/>
          </a:xfrm>
        </p:grpSpPr>
        <p:sp>
          <p:nvSpPr>
            <p:cNvPr name="Freeform 41" id="41"/>
            <p:cNvSpPr/>
            <p:nvPr/>
          </p:nvSpPr>
          <p:spPr>
            <a:xfrm flipH="false" flipV="false" rot="0">
              <a:off x="0" y="0"/>
              <a:ext cx="765429" cy="765429"/>
            </a:xfrm>
            <a:custGeom>
              <a:avLst/>
              <a:gdLst/>
              <a:ahLst/>
              <a:cxnLst/>
              <a:rect r="r" b="b" t="t" l="l"/>
              <a:pathLst>
                <a:path h="765429" w="765429">
                  <a:moveTo>
                    <a:pt x="0" y="382651"/>
                  </a:moveTo>
                  <a:cubicBezTo>
                    <a:pt x="0" y="171323"/>
                    <a:pt x="171323" y="0"/>
                    <a:pt x="382651" y="0"/>
                  </a:cubicBezTo>
                  <a:cubicBezTo>
                    <a:pt x="593979" y="0"/>
                    <a:pt x="765429" y="171323"/>
                    <a:pt x="765429" y="382651"/>
                  </a:cubicBezTo>
                  <a:cubicBezTo>
                    <a:pt x="765429" y="593979"/>
                    <a:pt x="594106" y="765429"/>
                    <a:pt x="382651" y="765429"/>
                  </a:cubicBezTo>
                  <a:cubicBezTo>
                    <a:pt x="171196" y="765429"/>
                    <a:pt x="0" y="594106"/>
                    <a:pt x="0" y="382651"/>
                  </a:cubicBezTo>
                  <a:close/>
                </a:path>
              </a:pathLst>
            </a:custGeom>
            <a:solidFill>
              <a:srgbClr val="028090"/>
            </a:solidFill>
            <a:ln w="25400" cap="sq">
              <a:solidFill>
                <a:srgbClr val="028090"/>
              </a:solidFill>
              <a:prstDash val="solid"/>
              <a:miter/>
            </a:ln>
          </p:spPr>
        </p:sp>
      </p:grpSp>
      <p:grpSp>
        <p:nvGrpSpPr>
          <p:cNvPr name="Group 42" id="42"/>
          <p:cNvGrpSpPr/>
          <p:nvPr/>
        </p:nvGrpSpPr>
        <p:grpSpPr>
          <a:xfrm rot="0">
            <a:off x="914400" y="6949440"/>
            <a:ext cx="548640" cy="548640"/>
            <a:chOff x="0" y="0"/>
            <a:chExt cx="731520" cy="731520"/>
          </a:xfrm>
        </p:grpSpPr>
        <p:sp>
          <p:nvSpPr>
            <p:cNvPr name="Freeform 43" id="43"/>
            <p:cNvSpPr/>
            <p:nvPr/>
          </p:nvSpPr>
          <p:spPr>
            <a:xfrm flipH="false" flipV="false" rot="0">
              <a:off x="0" y="0"/>
              <a:ext cx="731520" cy="731520"/>
            </a:xfrm>
            <a:custGeom>
              <a:avLst/>
              <a:gdLst/>
              <a:ahLst/>
              <a:cxnLst/>
              <a:rect r="r" b="b" t="t" l="l"/>
              <a:pathLst>
                <a:path h="731520" w="731520">
                  <a:moveTo>
                    <a:pt x="0" y="0"/>
                  </a:moveTo>
                  <a:lnTo>
                    <a:pt x="731520" y="0"/>
                  </a:lnTo>
                  <a:lnTo>
                    <a:pt x="731520" y="731520"/>
                  </a:lnTo>
                  <a:lnTo>
                    <a:pt x="0" y="731520"/>
                  </a:lnTo>
                  <a:close/>
                </a:path>
              </a:pathLst>
            </a:custGeom>
            <a:blipFill>
              <a:blip r:embed="rId3">
                <a:alphaModFix amt="0"/>
              </a:blip>
              <a:stretch>
                <a:fillRect l="-78303" t="0" r="-78303" b="0"/>
              </a:stretch>
            </a:blipFill>
          </p:spPr>
        </p:sp>
        <p:sp>
          <p:nvSpPr>
            <p:cNvPr name="TextBox 44" id="44"/>
            <p:cNvSpPr txBox="true"/>
            <p:nvPr/>
          </p:nvSpPr>
          <p:spPr>
            <a:xfrm>
              <a:off x="0" y="-47625"/>
              <a:ext cx="731520" cy="779145"/>
            </a:xfrm>
            <a:prstGeom prst="rect">
              <a:avLst/>
            </a:prstGeom>
          </p:spPr>
          <p:txBody>
            <a:bodyPr anchor="ctr" rtlCol="false" tIns="0" lIns="0" bIns="0" rIns="0"/>
            <a:lstStyle/>
            <a:p>
              <a:pPr algn="ctr">
                <a:lnSpc>
                  <a:spcPts val="2520"/>
                </a:lnSpc>
              </a:pPr>
              <a:r>
                <a:rPr lang="en-US" sz="2100" b="true">
                  <a:solidFill>
                    <a:srgbClr val="FFFFFF"/>
                  </a:solidFill>
                  <a:latin typeface="Calibri (MS) Bold"/>
                  <a:ea typeface="Calibri (MS) Bold"/>
                  <a:cs typeface="Calibri (MS) Bold"/>
                  <a:sym typeface="Calibri (MS) Bold"/>
                </a:rPr>
                <a:t>3</a:t>
              </a:r>
            </a:p>
          </p:txBody>
        </p:sp>
      </p:grpSp>
      <p:grpSp>
        <p:nvGrpSpPr>
          <p:cNvPr name="Group 45" id="45"/>
          <p:cNvGrpSpPr/>
          <p:nvPr/>
        </p:nvGrpSpPr>
        <p:grpSpPr>
          <a:xfrm rot="0">
            <a:off x="1645920" y="6967728"/>
            <a:ext cx="15544800" cy="640080"/>
            <a:chOff x="0" y="0"/>
            <a:chExt cx="20726400" cy="853440"/>
          </a:xfrm>
        </p:grpSpPr>
        <p:sp>
          <p:nvSpPr>
            <p:cNvPr name="Freeform 46" id="46"/>
            <p:cNvSpPr/>
            <p:nvPr/>
          </p:nvSpPr>
          <p:spPr>
            <a:xfrm flipH="false" flipV="false" rot="0">
              <a:off x="0" y="0"/>
              <a:ext cx="20726400" cy="853440"/>
            </a:xfrm>
            <a:custGeom>
              <a:avLst/>
              <a:gdLst/>
              <a:ahLst/>
              <a:cxnLst/>
              <a:rect r="r" b="b" t="t" l="l"/>
              <a:pathLst>
                <a:path h="853440" w="20726400">
                  <a:moveTo>
                    <a:pt x="0" y="0"/>
                  </a:moveTo>
                  <a:lnTo>
                    <a:pt x="20726400" y="0"/>
                  </a:lnTo>
                  <a:lnTo>
                    <a:pt x="20726400" y="853440"/>
                  </a:lnTo>
                  <a:lnTo>
                    <a:pt x="0" y="853440"/>
                  </a:lnTo>
                  <a:close/>
                </a:path>
              </a:pathLst>
            </a:custGeom>
            <a:blipFill>
              <a:blip r:embed="rId3">
                <a:alphaModFix amt="0"/>
              </a:blip>
              <a:stretch>
                <a:fillRect l="0" t="-423208" r="0" b="-423208"/>
              </a:stretch>
            </a:blipFill>
          </p:spPr>
        </p:sp>
        <p:sp>
          <p:nvSpPr>
            <p:cNvPr name="TextBox 47" id="47"/>
            <p:cNvSpPr txBox="true"/>
            <p:nvPr/>
          </p:nvSpPr>
          <p:spPr>
            <a:xfrm>
              <a:off x="0" y="-47625"/>
              <a:ext cx="20726400" cy="901065"/>
            </a:xfrm>
            <a:prstGeom prst="rect">
              <a:avLst/>
            </a:prstGeom>
          </p:spPr>
          <p:txBody>
            <a:bodyPr anchor="ctr" rtlCol="false" tIns="0" lIns="0" bIns="0" rIns="0"/>
            <a:lstStyle/>
            <a:p>
              <a:pPr algn="l">
                <a:lnSpc>
                  <a:spcPts val="2999"/>
                </a:lnSpc>
              </a:pPr>
              <a:r>
                <a:rPr lang="en-US" sz="2499">
                  <a:solidFill>
                    <a:srgbClr val="1A1A2E"/>
                  </a:solidFill>
                  <a:latin typeface="Calibri (MS)"/>
                  <a:ea typeface="Calibri (MS)"/>
                  <a:cs typeface="Calibri (MS)"/>
                  <a:sym typeface="Calibri (MS)"/>
                </a:rPr>
                <a:t>Registrar seguimientos durante el desarrollo de la práctica</a:t>
              </a:r>
            </a:p>
          </p:txBody>
        </p:sp>
      </p:grpSp>
      <p:grpSp>
        <p:nvGrpSpPr>
          <p:cNvPr name="Group 48" id="48"/>
          <p:cNvGrpSpPr/>
          <p:nvPr/>
        </p:nvGrpSpPr>
        <p:grpSpPr>
          <a:xfrm rot="0">
            <a:off x="718823" y="7796279"/>
            <a:ext cx="16850363" cy="866651"/>
            <a:chOff x="0" y="0"/>
            <a:chExt cx="22467151" cy="1155535"/>
          </a:xfrm>
        </p:grpSpPr>
        <p:sp>
          <p:nvSpPr>
            <p:cNvPr name="Freeform 49" id="49"/>
            <p:cNvSpPr/>
            <p:nvPr/>
          </p:nvSpPr>
          <p:spPr>
            <a:xfrm flipH="false" flipV="false" rot="0">
              <a:off x="0" y="0"/>
              <a:ext cx="22467061" cy="1155446"/>
            </a:xfrm>
            <a:custGeom>
              <a:avLst/>
              <a:gdLst/>
              <a:ahLst/>
              <a:cxnLst/>
              <a:rect r="r" b="b" t="t" l="l"/>
              <a:pathLst>
                <a:path h="1155446" w="22467061">
                  <a:moveTo>
                    <a:pt x="0" y="200914"/>
                  </a:moveTo>
                  <a:cubicBezTo>
                    <a:pt x="0" y="89916"/>
                    <a:pt x="89916" y="0"/>
                    <a:pt x="200914" y="0"/>
                  </a:cubicBezTo>
                  <a:lnTo>
                    <a:pt x="22266148" y="0"/>
                  </a:lnTo>
                  <a:cubicBezTo>
                    <a:pt x="22377146" y="0"/>
                    <a:pt x="22467061" y="89916"/>
                    <a:pt x="22467061" y="200914"/>
                  </a:cubicBezTo>
                  <a:lnTo>
                    <a:pt x="22467061" y="954532"/>
                  </a:lnTo>
                  <a:cubicBezTo>
                    <a:pt x="22467061" y="1065530"/>
                    <a:pt x="22377146" y="1155446"/>
                    <a:pt x="22266148" y="1155446"/>
                  </a:cubicBezTo>
                  <a:lnTo>
                    <a:pt x="200914" y="1155446"/>
                  </a:lnTo>
                  <a:cubicBezTo>
                    <a:pt x="89916" y="1155573"/>
                    <a:pt x="0" y="1065530"/>
                    <a:pt x="0" y="954532"/>
                  </a:cubicBezTo>
                  <a:close/>
                </a:path>
              </a:pathLst>
            </a:custGeom>
            <a:solidFill>
              <a:srgbClr val="EBF2FA"/>
            </a:solidFill>
            <a:ln w="25400" cap="sq">
              <a:solidFill>
                <a:srgbClr val="CADCFC"/>
              </a:solidFill>
              <a:prstDash val="solid"/>
              <a:miter/>
            </a:ln>
          </p:spPr>
        </p:sp>
      </p:grpSp>
      <p:grpSp>
        <p:nvGrpSpPr>
          <p:cNvPr name="Group 50" id="50"/>
          <p:cNvGrpSpPr/>
          <p:nvPr/>
        </p:nvGrpSpPr>
        <p:grpSpPr>
          <a:xfrm rot="0">
            <a:off x="901703" y="7906007"/>
            <a:ext cx="574043" cy="574043"/>
            <a:chOff x="0" y="0"/>
            <a:chExt cx="765391" cy="765391"/>
          </a:xfrm>
        </p:grpSpPr>
        <p:sp>
          <p:nvSpPr>
            <p:cNvPr name="Freeform 51" id="51"/>
            <p:cNvSpPr/>
            <p:nvPr/>
          </p:nvSpPr>
          <p:spPr>
            <a:xfrm flipH="false" flipV="false" rot="0">
              <a:off x="0" y="0"/>
              <a:ext cx="765429" cy="765429"/>
            </a:xfrm>
            <a:custGeom>
              <a:avLst/>
              <a:gdLst/>
              <a:ahLst/>
              <a:cxnLst/>
              <a:rect r="r" b="b" t="t" l="l"/>
              <a:pathLst>
                <a:path h="765429" w="765429">
                  <a:moveTo>
                    <a:pt x="0" y="382651"/>
                  </a:moveTo>
                  <a:cubicBezTo>
                    <a:pt x="0" y="171323"/>
                    <a:pt x="171323" y="0"/>
                    <a:pt x="382651" y="0"/>
                  </a:cubicBezTo>
                  <a:cubicBezTo>
                    <a:pt x="593979" y="0"/>
                    <a:pt x="765429" y="171323"/>
                    <a:pt x="765429" y="382651"/>
                  </a:cubicBezTo>
                  <a:cubicBezTo>
                    <a:pt x="765429" y="593979"/>
                    <a:pt x="594106" y="765429"/>
                    <a:pt x="382651" y="765429"/>
                  </a:cubicBezTo>
                  <a:cubicBezTo>
                    <a:pt x="171196" y="765429"/>
                    <a:pt x="0" y="594106"/>
                    <a:pt x="0" y="382651"/>
                  </a:cubicBezTo>
                  <a:close/>
                </a:path>
              </a:pathLst>
            </a:custGeom>
            <a:solidFill>
              <a:srgbClr val="028090"/>
            </a:solidFill>
            <a:ln w="25400" cap="sq">
              <a:solidFill>
                <a:srgbClr val="028090"/>
              </a:solidFill>
              <a:prstDash val="solid"/>
              <a:miter/>
            </a:ln>
          </p:spPr>
        </p:sp>
      </p:grpSp>
      <p:grpSp>
        <p:nvGrpSpPr>
          <p:cNvPr name="Group 52" id="52"/>
          <p:cNvGrpSpPr/>
          <p:nvPr/>
        </p:nvGrpSpPr>
        <p:grpSpPr>
          <a:xfrm rot="0">
            <a:off x="914400" y="7918704"/>
            <a:ext cx="548640" cy="548640"/>
            <a:chOff x="0" y="0"/>
            <a:chExt cx="731520" cy="731520"/>
          </a:xfrm>
        </p:grpSpPr>
        <p:sp>
          <p:nvSpPr>
            <p:cNvPr name="Freeform 53" id="53"/>
            <p:cNvSpPr/>
            <p:nvPr/>
          </p:nvSpPr>
          <p:spPr>
            <a:xfrm flipH="false" flipV="false" rot="0">
              <a:off x="0" y="0"/>
              <a:ext cx="731520" cy="731520"/>
            </a:xfrm>
            <a:custGeom>
              <a:avLst/>
              <a:gdLst/>
              <a:ahLst/>
              <a:cxnLst/>
              <a:rect r="r" b="b" t="t" l="l"/>
              <a:pathLst>
                <a:path h="731520" w="731520">
                  <a:moveTo>
                    <a:pt x="0" y="0"/>
                  </a:moveTo>
                  <a:lnTo>
                    <a:pt x="731520" y="0"/>
                  </a:lnTo>
                  <a:lnTo>
                    <a:pt x="731520" y="731520"/>
                  </a:lnTo>
                  <a:lnTo>
                    <a:pt x="0" y="731520"/>
                  </a:lnTo>
                  <a:close/>
                </a:path>
              </a:pathLst>
            </a:custGeom>
            <a:blipFill>
              <a:blip r:embed="rId3">
                <a:alphaModFix amt="0"/>
              </a:blip>
              <a:stretch>
                <a:fillRect l="-78303" t="0" r="-78303" b="0"/>
              </a:stretch>
            </a:blipFill>
          </p:spPr>
        </p:sp>
        <p:sp>
          <p:nvSpPr>
            <p:cNvPr name="TextBox 54" id="54"/>
            <p:cNvSpPr txBox="true"/>
            <p:nvPr/>
          </p:nvSpPr>
          <p:spPr>
            <a:xfrm>
              <a:off x="0" y="-47625"/>
              <a:ext cx="731520" cy="779145"/>
            </a:xfrm>
            <a:prstGeom prst="rect">
              <a:avLst/>
            </a:prstGeom>
          </p:spPr>
          <p:txBody>
            <a:bodyPr anchor="ctr" rtlCol="false" tIns="0" lIns="0" bIns="0" rIns="0"/>
            <a:lstStyle/>
            <a:p>
              <a:pPr algn="ctr">
                <a:lnSpc>
                  <a:spcPts val="2520"/>
                </a:lnSpc>
              </a:pPr>
              <a:r>
                <a:rPr lang="en-US" sz="2100" b="true">
                  <a:solidFill>
                    <a:srgbClr val="FFFFFF"/>
                  </a:solidFill>
                  <a:latin typeface="Calibri (MS) Bold"/>
                  <a:ea typeface="Calibri (MS) Bold"/>
                  <a:cs typeface="Calibri (MS) Bold"/>
                  <a:sym typeface="Calibri (MS) Bold"/>
                </a:rPr>
                <a:t>4</a:t>
              </a:r>
            </a:p>
          </p:txBody>
        </p:sp>
      </p:grpSp>
      <p:grpSp>
        <p:nvGrpSpPr>
          <p:cNvPr name="Group 55" id="55"/>
          <p:cNvGrpSpPr/>
          <p:nvPr/>
        </p:nvGrpSpPr>
        <p:grpSpPr>
          <a:xfrm rot="0">
            <a:off x="1645920" y="7936992"/>
            <a:ext cx="15544800" cy="640080"/>
            <a:chOff x="0" y="0"/>
            <a:chExt cx="20726400" cy="853440"/>
          </a:xfrm>
        </p:grpSpPr>
        <p:sp>
          <p:nvSpPr>
            <p:cNvPr name="Freeform 56" id="56"/>
            <p:cNvSpPr/>
            <p:nvPr/>
          </p:nvSpPr>
          <p:spPr>
            <a:xfrm flipH="false" flipV="false" rot="0">
              <a:off x="0" y="0"/>
              <a:ext cx="20726400" cy="853440"/>
            </a:xfrm>
            <a:custGeom>
              <a:avLst/>
              <a:gdLst/>
              <a:ahLst/>
              <a:cxnLst/>
              <a:rect r="r" b="b" t="t" l="l"/>
              <a:pathLst>
                <a:path h="853440" w="20726400">
                  <a:moveTo>
                    <a:pt x="0" y="0"/>
                  </a:moveTo>
                  <a:lnTo>
                    <a:pt x="20726400" y="0"/>
                  </a:lnTo>
                  <a:lnTo>
                    <a:pt x="20726400" y="853440"/>
                  </a:lnTo>
                  <a:lnTo>
                    <a:pt x="0" y="853440"/>
                  </a:lnTo>
                  <a:close/>
                </a:path>
              </a:pathLst>
            </a:custGeom>
            <a:blipFill>
              <a:blip r:embed="rId3">
                <a:alphaModFix amt="0"/>
              </a:blip>
              <a:stretch>
                <a:fillRect l="0" t="-423208" r="0" b="-423208"/>
              </a:stretch>
            </a:blipFill>
          </p:spPr>
        </p:sp>
        <p:sp>
          <p:nvSpPr>
            <p:cNvPr name="TextBox 57" id="57"/>
            <p:cNvSpPr txBox="true"/>
            <p:nvPr/>
          </p:nvSpPr>
          <p:spPr>
            <a:xfrm>
              <a:off x="0" y="-47625"/>
              <a:ext cx="20726400" cy="901065"/>
            </a:xfrm>
            <a:prstGeom prst="rect">
              <a:avLst/>
            </a:prstGeom>
          </p:spPr>
          <p:txBody>
            <a:bodyPr anchor="ctr" rtlCol="false" tIns="0" lIns="0" bIns="0" rIns="0"/>
            <a:lstStyle/>
            <a:p>
              <a:pPr algn="l">
                <a:lnSpc>
                  <a:spcPts val="2999"/>
                </a:lnSpc>
              </a:pPr>
              <a:r>
                <a:rPr lang="en-US" sz="2499">
                  <a:solidFill>
                    <a:srgbClr val="1A1A2E"/>
                  </a:solidFill>
                  <a:latin typeface="Calibri (MS)"/>
                  <a:ea typeface="Calibri (MS)"/>
                  <a:cs typeface="Calibri (MS)"/>
                  <a:sym typeface="Calibri (MS)"/>
                </a:rPr>
                <a:t>Gestionar incidencias asociadas a una práctica</a:t>
              </a:r>
            </a:p>
          </p:txBody>
        </p:sp>
      </p:grpSp>
      <p:grpSp>
        <p:nvGrpSpPr>
          <p:cNvPr name="Group 58" id="58"/>
          <p:cNvGrpSpPr/>
          <p:nvPr/>
        </p:nvGrpSpPr>
        <p:grpSpPr>
          <a:xfrm rot="0">
            <a:off x="718823" y="8765543"/>
            <a:ext cx="16850363" cy="866651"/>
            <a:chOff x="0" y="0"/>
            <a:chExt cx="22467151" cy="1155535"/>
          </a:xfrm>
        </p:grpSpPr>
        <p:sp>
          <p:nvSpPr>
            <p:cNvPr name="Freeform 59" id="59"/>
            <p:cNvSpPr/>
            <p:nvPr/>
          </p:nvSpPr>
          <p:spPr>
            <a:xfrm flipH="false" flipV="false" rot="0">
              <a:off x="0" y="0"/>
              <a:ext cx="22467061" cy="1155446"/>
            </a:xfrm>
            <a:custGeom>
              <a:avLst/>
              <a:gdLst/>
              <a:ahLst/>
              <a:cxnLst/>
              <a:rect r="r" b="b" t="t" l="l"/>
              <a:pathLst>
                <a:path h="1155446" w="22467061">
                  <a:moveTo>
                    <a:pt x="0" y="200914"/>
                  </a:moveTo>
                  <a:cubicBezTo>
                    <a:pt x="0" y="89916"/>
                    <a:pt x="89916" y="0"/>
                    <a:pt x="200914" y="0"/>
                  </a:cubicBezTo>
                  <a:lnTo>
                    <a:pt x="22266148" y="0"/>
                  </a:lnTo>
                  <a:cubicBezTo>
                    <a:pt x="22377146" y="0"/>
                    <a:pt x="22467061" y="89916"/>
                    <a:pt x="22467061" y="200914"/>
                  </a:cubicBezTo>
                  <a:lnTo>
                    <a:pt x="22467061" y="954532"/>
                  </a:lnTo>
                  <a:cubicBezTo>
                    <a:pt x="22467061" y="1065530"/>
                    <a:pt x="22377146" y="1155446"/>
                    <a:pt x="22266148" y="1155446"/>
                  </a:cubicBezTo>
                  <a:lnTo>
                    <a:pt x="200914" y="1155446"/>
                  </a:lnTo>
                  <a:cubicBezTo>
                    <a:pt x="89916" y="1155573"/>
                    <a:pt x="0" y="1065530"/>
                    <a:pt x="0" y="954532"/>
                  </a:cubicBezTo>
                  <a:close/>
                </a:path>
              </a:pathLst>
            </a:custGeom>
            <a:solidFill>
              <a:srgbClr val="FFFFFF"/>
            </a:solidFill>
            <a:ln w="25400" cap="sq">
              <a:solidFill>
                <a:srgbClr val="CADCFC"/>
              </a:solidFill>
              <a:prstDash val="solid"/>
              <a:miter/>
            </a:ln>
          </p:spPr>
        </p:sp>
      </p:grpSp>
      <p:grpSp>
        <p:nvGrpSpPr>
          <p:cNvPr name="Group 60" id="60"/>
          <p:cNvGrpSpPr/>
          <p:nvPr/>
        </p:nvGrpSpPr>
        <p:grpSpPr>
          <a:xfrm rot="0">
            <a:off x="901703" y="8875271"/>
            <a:ext cx="574043" cy="574043"/>
            <a:chOff x="0" y="0"/>
            <a:chExt cx="765391" cy="765391"/>
          </a:xfrm>
        </p:grpSpPr>
        <p:sp>
          <p:nvSpPr>
            <p:cNvPr name="Freeform 61" id="61"/>
            <p:cNvSpPr/>
            <p:nvPr/>
          </p:nvSpPr>
          <p:spPr>
            <a:xfrm flipH="false" flipV="false" rot="0">
              <a:off x="0" y="0"/>
              <a:ext cx="765429" cy="765429"/>
            </a:xfrm>
            <a:custGeom>
              <a:avLst/>
              <a:gdLst/>
              <a:ahLst/>
              <a:cxnLst/>
              <a:rect r="r" b="b" t="t" l="l"/>
              <a:pathLst>
                <a:path h="765429" w="765429">
                  <a:moveTo>
                    <a:pt x="0" y="382651"/>
                  </a:moveTo>
                  <a:cubicBezTo>
                    <a:pt x="0" y="171323"/>
                    <a:pt x="171323" y="0"/>
                    <a:pt x="382651" y="0"/>
                  </a:cubicBezTo>
                  <a:cubicBezTo>
                    <a:pt x="593979" y="0"/>
                    <a:pt x="765429" y="171323"/>
                    <a:pt x="765429" y="382651"/>
                  </a:cubicBezTo>
                  <a:cubicBezTo>
                    <a:pt x="765429" y="593979"/>
                    <a:pt x="594106" y="765429"/>
                    <a:pt x="382651" y="765429"/>
                  </a:cubicBezTo>
                  <a:cubicBezTo>
                    <a:pt x="171196" y="765429"/>
                    <a:pt x="0" y="594106"/>
                    <a:pt x="0" y="382651"/>
                  </a:cubicBezTo>
                  <a:close/>
                </a:path>
              </a:pathLst>
            </a:custGeom>
            <a:solidFill>
              <a:srgbClr val="028090"/>
            </a:solidFill>
            <a:ln w="25400" cap="sq">
              <a:solidFill>
                <a:srgbClr val="028090"/>
              </a:solidFill>
              <a:prstDash val="solid"/>
              <a:miter/>
            </a:ln>
          </p:spPr>
        </p:sp>
      </p:grpSp>
      <p:grpSp>
        <p:nvGrpSpPr>
          <p:cNvPr name="Group 62" id="62"/>
          <p:cNvGrpSpPr/>
          <p:nvPr/>
        </p:nvGrpSpPr>
        <p:grpSpPr>
          <a:xfrm rot="0">
            <a:off x="914400" y="8887968"/>
            <a:ext cx="548640" cy="548640"/>
            <a:chOff x="0" y="0"/>
            <a:chExt cx="731520" cy="731520"/>
          </a:xfrm>
        </p:grpSpPr>
        <p:sp>
          <p:nvSpPr>
            <p:cNvPr name="Freeform 63" id="63"/>
            <p:cNvSpPr/>
            <p:nvPr/>
          </p:nvSpPr>
          <p:spPr>
            <a:xfrm flipH="false" flipV="false" rot="0">
              <a:off x="0" y="0"/>
              <a:ext cx="731520" cy="731520"/>
            </a:xfrm>
            <a:custGeom>
              <a:avLst/>
              <a:gdLst/>
              <a:ahLst/>
              <a:cxnLst/>
              <a:rect r="r" b="b" t="t" l="l"/>
              <a:pathLst>
                <a:path h="731520" w="731520">
                  <a:moveTo>
                    <a:pt x="0" y="0"/>
                  </a:moveTo>
                  <a:lnTo>
                    <a:pt x="731520" y="0"/>
                  </a:lnTo>
                  <a:lnTo>
                    <a:pt x="731520" y="731520"/>
                  </a:lnTo>
                  <a:lnTo>
                    <a:pt x="0" y="731520"/>
                  </a:lnTo>
                  <a:close/>
                </a:path>
              </a:pathLst>
            </a:custGeom>
            <a:blipFill>
              <a:blip r:embed="rId3">
                <a:alphaModFix amt="0"/>
              </a:blip>
              <a:stretch>
                <a:fillRect l="-78303" t="0" r="-78303" b="0"/>
              </a:stretch>
            </a:blipFill>
          </p:spPr>
        </p:sp>
        <p:sp>
          <p:nvSpPr>
            <p:cNvPr name="TextBox 64" id="64"/>
            <p:cNvSpPr txBox="true"/>
            <p:nvPr/>
          </p:nvSpPr>
          <p:spPr>
            <a:xfrm>
              <a:off x="0" y="-47625"/>
              <a:ext cx="731520" cy="779145"/>
            </a:xfrm>
            <a:prstGeom prst="rect">
              <a:avLst/>
            </a:prstGeom>
          </p:spPr>
          <p:txBody>
            <a:bodyPr anchor="ctr" rtlCol="false" tIns="0" lIns="0" bIns="0" rIns="0"/>
            <a:lstStyle/>
            <a:p>
              <a:pPr algn="ctr">
                <a:lnSpc>
                  <a:spcPts val="2520"/>
                </a:lnSpc>
              </a:pPr>
              <a:r>
                <a:rPr lang="en-US" sz="2100" b="true">
                  <a:solidFill>
                    <a:srgbClr val="FFFFFF"/>
                  </a:solidFill>
                  <a:latin typeface="Calibri (MS) Bold"/>
                  <a:ea typeface="Calibri (MS) Bold"/>
                  <a:cs typeface="Calibri (MS) Bold"/>
                  <a:sym typeface="Calibri (MS) Bold"/>
                </a:rPr>
                <a:t>5</a:t>
              </a:r>
            </a:p>
          </p:txBody>
        </p:sp>
      </p:grpSp>
      <p:grpSp>
        <p:nvGrpSpPr>
          <p:cNvPr name="Group 65" id="65"/>
          <p:cNvGrpSpPr/>
          <p:nvPr/>
        </p:nvGrpSpPr>
        <p:grpSpPr>
          <a:xfrm rot="0">
            <a:off x="1645920" y="8906256"/>
            <a:ext cx="15544800" cy="640080"/>
            <a:chOff x="0" y="0"/>
            <a:chExt cx="20726400" cy="853440"/>
          </a:xfrm>
        </p:grpSpPr>
        <p:sp>
          <p:nvSpPr>
            <p:cNvPr name="Freeform 66" id="66"/>
            <p:cNvSpPr/>
            <p:nvPr/>
          </p:nvSpPr>
          <p:spPr>
            <a:xfrm flipH="false" flipV="false" rot="0">
              <a:off x="0" y="0"/>
              <a:ext cx="20726400" cy="853440"/>
            </a:xfrm>
            <a:custGeom>
              <a:avLst/>
              <a:gdLst/>
              <a:ahLst/>
              <a:cxnLst/>
              <a:rect r="r" b="b" t="t" l="l"/>
              <a:pathLst>
                <a:path h="853440" w="20726400">
                  <a:moveTo>
                    <a:pt x="0" y="0"/>
                  </a:moveTo>
                  <a:lnTo>
                    <a:pt x="20726400" y="0"/>
                  </a:lnTo>
                  <a:lnTo>
                    <a:pt x="20726400" y="853440"/>
                  </a:lnTo>
                  <a:lnTo>
                    <a:pt x="0" y="853440"/>
                  </a:lnTo>
                  <a:close/>
                </a:path>
              </a:pathLst>
            </a:custGeom>
            <a:blipFill>
              <a:blip r:embed="rId3">
                <a:alphaModFix amt="0"/>
              </a:blip>
              <a:stretch>
                <a:fillRect l="0" t="-423208" r="0" b="-423208"/>
              </a:stretch>
            </a:blipFill>
          </p:spPr>
        </p:sp>
        <p:sp>
          <p:nvSpPr>
            <p:cNvPr name="TextBox 67" id="67"/>
            <p:cNvSpPr txBox="true"/>
            <p:nvPr/>
          </p:nvSpPr>
          <p:spPr>
            <a:xfrm>
              <a:off x="0" y="-47625"/>
              <a:ext cx="20726400" cy="901065"/>
            </a:xfrm>
            <a:prstGeom prst="rect">
              <a:avLst/>
            </a:prstGeom>
          </p:spPr>
          <p:txBody>
            <a:bodyPr anchor="ctr" rtlCol="false" tIns="0" lIns="0" bIns="0" rIns="0"/>
            <a:lstStyle/>
            <a:p>
              <a:pPr algn="l">
                <a:lnSpc>
                  <a:spcPts val="2999"/>
                </a:lnSpc>
              </a:pPr>
              <a:r>
                <a:rPr lang="en-US" sz="2499">
                  <a:solidFill>
                    <a:srgbClr val="1A1A2E"/>
                  </a:solidFill>
                  <a:latin typeface="Calibri (MS)"/>
                  <a:ea typeface="Calibri (MS)"/>
                  <a:cs typeface="Calibri (MS)"/>
                  <a:sym typeface="Calibri (MS)"/>
                </a:rPr>
                <a:t>Mantener historial desde el inicio hasta el cierre del proceso</a:t>
              </a:r>
            </a:p>
          </p:txBody>
        </p:sp>
      </p:grpSp>
      <p:sp>
        <p:nvSpPr>
          <p:cNvPr name="Freeform 68" id="68"/>
          <p:cNvSpPr/>
          <p:nvPr/>
        </p:nvSpPr>
        <p:spPr>
          <a:xfrm flipH="false" flipV="false" rot="0">
            <a:off x="13644173" y="170126"/>
            <a:ext cx="4226777" cy="1056694"/>
          </a:xfrm>
          <a:custGeom>
            <a:avLst/>
            <a:gdLst/>
            <a:ahLst/>
            <a:cxnLst/>
            <a:rect r="r" b="b" t="t" l="l"/>
            <a:pathLst>
              <a:path h="1056694" w="4226777">
                <a:moveTo>
                  <a:pt x="0" y="0"/>
                </a:moveTo>
                <a:lnTo>
                  <a:pt x="4226777" y="0"/>
                </a:lnTo>
                <a:lnTo>
                  <a:pt x="4226777" y="1056694"/>
                </a:lnTo>
                <a:lnTo>
                  <a:pt x="0" y="1056694"/>
                </a:lnTo>
                <a:lnTo>
                  <a:pt x="0" y="0"/>
                </a:lnTo>
                <a:close/>
              </a:path>
            </a:pathLst>
          </a:custGeom>
          <a:blipFill>
            <a:blip r:embed="rId4"/>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9479958" cy="1645920"/>
            <a:chOff x="0" y="0"/>
            <a:chExt cx="12639944" cy="2194560"/>
          </a:xfrm>
        </p:grpSpPr>
        <p:sp>
          <p:nvSpPr>
            <p:cNvPr name="Freeform 3" id="3"/>
            <p:cNvSpPr/>
            <p:nvPr/>
          </p:nvSpPr>
          <p:spPr>
            <a:xfrm flipH="false" flipV="false" rot="0">
              <a:off x="0" y="0"/>
              <a:ext cx="12639945" cy="2194560"/>
            </a:xfrm>
            <a:custGeom>
              <a:avLst/>
              <a:gdLst/>
              <a:ahLst/>
              <a:cxnLst/>
              <a:rect r="r" b="b" t="t" l="l"/>
              <a:pathLst>
                <a:path h="2194560" w="12639945">
                  <a:moveTo>
                    <a:pt x="0" y="0"/>
                  </a:moveTo>
                  <a:lnTo>
                    <a:pt x="12639945" y="0"/>
                  </a:lnTo>
                  <a:lnTo>
                    <a:pt x="12639945" y="2194560"/>
                  </a:lnTo>
                  <a:lnTo>
                    <a:pt x="0" y="2194560"/>
                  </a:lnTo>
                  <a:close/>
                </a:path>
              </a:pathLst>
            </a:custGeom>
            <a:solidFill>
              <a:srgbClr val="1E2761"/>
            </a:solidFill>
          </p:spPr>
        </p:sp>
      </p:grpSp>
      <p:grpSp>
        <p:nvGrpSpPr>
          <p:cNvPr name="Group 4" id="4"/>
          <p:cNvGrpSpPr/>
          <p:nvPr/>
        </p:nvGrpSpPr>
        <p:grpSpPr>
          <a:xfrm rot="0">
            <a:off x="914400" y="274320"/>
            <a:ext cx="8401718" cy="1097280"/>
            <a:chOff x="0" y="0"/>
            <a:chExt cx="11202291" cy="1463040"/>
          </a:xfrm>
        </p:grpSpPr>
        <p:sp>
          <p:nvSpPr>
            <p:cNvPr name="Freeform 5" id="5"/>
            <p:cNvSpPr/>
            <p:nvPr/>
          </p:nvSpPr>
          <p:spPr>
            <a:xfrm flipH="false" flipV="false" rot="0">
              <a:off x="0" y="0"/>
              <a:ext cx="11202291" cy="1463040"/>
            </a:xfrm>
            <a:custGeom>
              <a:avLst/>
              <a:gdLst/>
              <a:ahLst/>
              <a:cxnLst/>
              <a:rect r="r" b="b" t="t" l="l"/>
              <a:pathLst>
                <a:path h="1463040" w="11202291">
                  <a:moveTo>
                    <a:pt x="0" y="0"/>
                  </a:moveTo>
                  <a:lnTo>
                    <a:pt x="11202291" y="0"/>
                  </a:lnTo>
                  <a:lnTo>
                    <a:pt x="11202291" y="1463040"/>
                  </a:lnTo>
                  <a:lnTo>
                    <a:pt x="0" y="1463040"/>
                  </a:lnTo>
                  <a:close/>
                </a:path>
              </a:pathLst>
            </a:custGeom>
            <a:blipFill>
              <a:blip r:embed="rId3">
                <a:alphaModFix amt="0"/>
              </a:blip>
              <a:stretch>
                <a:fillRect l="0" t="-242275" r="-95902" b="-242275"/>
              </a:stretch>
            </a:blipFill>
          </p:spPr>
        </p:sp>
        <p:sp>
          <p:nvSpPr>
            <p:cNvPr name="TextBox 6" id="6"/>
            <p:cNvSpPr txBox="true"/>
            <p:nvPr/>
          </p:nvSpPr>
          <p:spPr>
            <a:xfrm>
              <a:off x="0" y="-85725"/>
              <a:ext cx="11202291" cy="1548765"/>
            </a:xfrm>
            <a:prstGeom prst="rect">
              <a:avLst/>
            </a:prstGeom>
          </p:spPr>
          <p:txBody>
            <a:bodyPr anchor="ctr" rtlCol="false" tIns="0" lIns="0" bIns="0" rIns="0"/>
            <a:lstStyle/>
            <a:p>
              <a:pPr algn="l">
                <a:lnSpc>
                  <a:spcPts val="5759"/>
                </a:lnSpc>
              </a:pPr>
              <a:r>
                <a:rPr lang="en-US" sz="4800" b="true">
                  <a:solidFill>
                    <a:srgbClr val="FFFFFF"/>
                  </a:solidFill>
                  <a:latin typeface="Calibri (MS) Bold"/>
                  <a:ea typeface="Calibri (MS) Bold"/>
                  <a:cs typeface="Calibri (MS) Bold"/>
                  <a:sym typeface="Calibri (MS) Bold"/>
                </a:rPr>
                <a:t>¿Cómo funcionará el sistema?</a:t>
              </a:r>
            </a:p>
          </p:txBody>
        </p:sp>
      </p:grpSp>
      <p:grpSp>
        <p:nvGrpSpPr>
          <p:cNvPr name="Group 7" id="7"/>
          <p:cNvGrpSpPr/>
          <p:nvPr/>
        </p:nvGrpSpPr>
        <p:grpSpPr>
          <a:xfrm rot="0">
            <a:off x="718823" y="1816103"/>
            <a:ext cx="3683003" cy="939803"/>
            <a:chOff x="0" y="0"/>
            <a:chExt cx="4910671" cy="1253071"/>
          </a:xfrm>
        </p:grpSpPr>
        <p:sp>
          <p:nvSpPr>
            <p:cNvPr name="Freeform 8" id="8"/>
            <p:cNvSpPr/>
            <p:nvPr/>
          </p:nvSpPr>
          <p:spPr>
            <a:xfrm flipH="false" flipV="false" rot="0">
              <a:off x="0" y="0"/>
              <a:ext cx="4910709" cy="1253109"/>
            </a:xfrm>
            <a:custGeom>
              <a:avLst/>
              <a:gdLst/>
              <a:ahLst/>
              <a:cxnLst/>
              <a:rect r="r" b="b" t="t" l="l"/>
              <a:pathLst>
                <a:path h="1253109" w="4910709">
                  <a:moveTo>
                    <a:pt x="0" y="150368"/>
                  </a:moveTo>
                  <a:cubicBezTo>
                    <a:pt x="0" y="67310"/>
                    <a:pt x="67310" y="0"/>
                    <a:pt x="150368" y="0"/>
                  </a:cubicBezTo>
                  <a:lnTo>
                    <a:pt x="4760341" y="0"/>
                  </a:lnTo>
                  <a:cubicBezTo>
                    <a:pt x="4843399" y="0"/>
                    <a:pt x="4910709" y="67310"/>
                    <a:pt x="4910709" y="150368"/>
                  </a:cubicBezTo>
                  <a:lnTo>
                    <a:pt x="4910709" y="1102741"/>
                  </a:lnTo>
                  <a:cubicBezTo>
                    <a:pt x="4910709" y="1185799"/>
                    <a:pt x="4843399" y="1253109"/>
                    <a:pt x="4760341" y="1253109"/>
                  </a:cubicBezTo>
                  <a:lnTo>
                    <a:pt x="150368" y="1253109"/>
                  </a:lnTo>
                  <a:cubicBezTo>
                    <a:pt x="67310" y="1253109"/>
                    <a:pt x="0" y="1185799"/>
                    <a:pt x="0" y="1102741"/>
                  </a:cubicBezTo>
                  <a:close/>
                </a:path>
              </a:pathLst>
            </a:custGeom>
            <a:solidFill>
              <a:srgbClr val="028090"/>
            </a:solidFill>
            <a:ln w="25400" cap="sq">
              <a:solidFill>
                <a:srgbClr val="028090"/>
              </a:solidFill>
              <a:prstDash val="solid"/>
              <a:miter/>
            </a:ln>
          </p:spPr>
        </p:sp>
      </p:grpSp>
      <p:grpSp>
        <p:nvGrpSpPr>
          <p:cNvPr name="Group 9" id="9"/>
          <p:cNvGrpSpPr/>
          <p:nvPr/>
        </p:nvGrpSpPr>
        <p:grpSpPr>
          <a:xfrm rot="0">
            <a:off x="731520" y="1828800"/>
            <a:ext cx="3657600" cy="914400"/>
            <a:chOff x="0" y="0"/>
            <a:chExt cx="4876800" cy="1219200"/>
          </a:xfrm>
        </p:grpSpPr>
        <p:sp>
          <p:nvSpPr>
            <p:cNvPr name="Freeform 10" id="10"/>
            <p:cNvSpPr/>
            <p:nvPr/>
          </p:nvSpPr>
          <p:spPr>
            <a:xfrm flipH="false" flipV="false" rot="0">
              <a:off x="0" y="0"/>
              <a:ext cx="4876800" cy="1219200"/>
            </a:xfrm>
            <a:custGeom>
              <a:avLst/>
              <a:gdLst/>
              <a:ahLst/>
              <a:cxnLst/>
              <a:rect r="r" b="b" t="t" l="l"/>
              <a:pathLst>
                <a:path h="1219200" w="4876800">
                  <a:moveTo>
                    <a:pt x="0" y="0"/>
                  </a:moveTo>
                  <a:lnTo>
                    <a:pt x="4876800" y="0"/>
                  </a:lnTo>
                  <a:lnTo>
                    <a:pt x="4876800" y="1219200"/>
                  </a:lnTo>
                  <a:lnTo>
                    <a:pt x="0" y="1219200"/>
                  </a:lnTo>
                  <a:close/>
                </a:path>
              </a:pathLst>
            </a:custGeom>
            <a:blipFill>
              <a:blip r:embed="rId3">
                <a:alphaModFix amt="0"/>
              </a:blip>
              <a:stretch>
                <a:fillRect l="0" t="-27940" r="0" b="-27940"/>
              </a:stretch>
            </a:blipFill>
          </p:spPr>
        </p:sp>
        <p:sp>
          <p:nvSpPr>
            <p:cNvPr name="TextBox 11" id="11"/>
            <p:cNvSpPr txBox="true"/>
            <p:nvPr/>
          </p:nvSpPr>
          <p:spPr>
            <a:xfrm>
              <a:off x="0" y="-57150"/>
              <a:ext cx="4876800" cy="1276350"/>
            </a:xfrm>
            <a:prstGeom prst="rect">
              <a:avLst/>
            </a:prstGeom>
          </p:spPr>
          <p:txBody>
            <a:bodyPr anchor="ctr" rtlCol="false" tIns="0" lIns="0" bIns="0" rIns="0"/>
            <a:lstStyle/>
            <a:p>
              <a:pPr algn="ctr">
                <a:lnSpc>
                  <a:spcPts val="3240"/>
                </a:lnSpc>
              </a:pPr>
              <a:r>
                <a:rPr lang="en-US" sz="2700" b="true">
                  <a:solidFill>
                    <a:srgbClr val="FFFFFF"/>
                  </a:solidFill>
                  <a:latin typeface="Calibri (MS) Bold"/>
                  <a:ea typeface="Calibri (MS) Bold"/>
                  <a:cs typeface="Calibri (MS) Bold"/>
                  <a:sym typeface="Calibri (MS) Bold"/>
                </a:rPr>
                <a:t>ESTUDIANTE</a:t>
              </a:r>
            </a:p>
          </p:txBody>
        </p:sp>
      </p:grpSp>
      <p:grpSp>
        <p:nvGrpSpPr>
          <p:cNvPr name="Group 12" id="12"/>
          <p:cNvGrpSpPr/>
          <p:nvPr/>
        </p:nvGrpSpPr>
        <p:grpSpPr>
          <a:xfrm rot="0">
            <a:off x="2194560" y="2834640"/>
            <a:ext cx="640080" cy="744382"/>
            <a:chOff x="0" y="0"/>
            <a:chExt cx="853440" cy="992510"/>
          </a:xfrm>
        </p:grpSpPr>
        <p:sp>
          <p:nvSpPr>
            <p:cNvPr name="Freeform 13" id="13"/>
            <p:cNvSpPr/>
            <p:nvPr/>
          </p:nvSpPr>
          <p:spPr>
            <a:xfrm flipH="false" flipV="false" rot="0">
              <a:off x="0" y="0"/>
              <a:ext cx="853440" cy="992510"/>
            </a:xfrm>
            <a:custGeom>
              <a:avLst/>
              <a:gdLst/>
              <a:ahLst/>
              <a:cxnLst/>
              <a:rect r="r" b="b" t="t" l="l"/>
              <a:pathLst>
                <a:path h="992510" w="853440">
                  <a:moveTo>
                    <a:pt x="0" y="0"/>
                  </a:moveTo>
                  <a:lnTo>
                    <a:pt x="853440" y="0"/>
                  </a:lnTo>
                  <a:lnTo>
                    <a:pt x="853440" y="992510"/>
                  </a:lnTo>
                  <a:lnTo>
                    <a:pt x="0" y="992510"/>
                  </a:lnTo>
                  <a:close/>
                </a:path>
              </a:pathLst>
            </a:custGeom>
            <a:blipFill>
              <a:blip r:embed="rId3">
                <a:alphaModFix amt="0"/>
              </a:blip>
              <a:stretch>
                <a:fillRect l="-59974" t="0" r="-59974" b="26295"/>
              </a:stretch>
            </a:blipFill>
          </p:spPr>
        </p:sp>
        <p:sp>
          <p:nvSpPr>
            <p:cNvPr name="TextBox 14" id="14"/>
            <p:cNvSpPr txBox="true"/>
            <p:nvPr/>
          </p:nvSpPr>
          <p:spPr>
            <a:xfrm>
              <a:off x="0" y="-76200"/>
              <a:ext cx="853440" cy="1068710"/>
            </a:xfrm>
            <a:prstGeom prst="rect">
              <a:avLst/>
            </a:prstGeom>
          </p:spPr>
          <p:txBody>
            <a:bodyPr anchor="ctr" rtlCol="false" tIns="0" lIns="0" bIns="0" rIns="0"/>
            <a:lstStyle/>
            <a:p>
              <a:pPr algn="ctr">
                <a:lnSpc>
                  <a:spcPts val="4439"/>
                </a:lnSpc>
              </a:pPr>
              <a:r>
                <a:rPr lang="en-US" sz="3699">
                  <a:solidFill>
                    <a:srgbClr val="028090"/>
                  </a:solidFill>
                  <a:latin typeface="Calibri (MS)"/>
                  <a:ea typeface="Calibri (MS)"/>
                  <a:cs typeface="Calibri (MS)"/>
                  <a:sym typeface="Calibri (MS)"/>
                </a:rPr>
                <a:t>↓</a:t>
              </a:r>
            </a:p>
          </p:txBody>
        </p:sp>
      </p:grpSp>
      <p:grpSp>
        <p:nvGrpSpPr>
          <p:cNvPr name="Group 15" id="15"/>
          <p:cNvGrpSpPr/>
          <p:nvPr/>
        </p:nvGrpSpPr>
        <p:grpSpPr>
          <a:xfrm rot="0">
            <a:off x="718823" y="3370583"/>
            <a:ext cx="3683003" cy="1031243"/>
            <a:chOff x="0" y="0"/>
            <a:chExt cx="4910671" cy="1374991"/>
          </a:xfrm>
        </p:grpSpPr>
        <p:sp>
          <p:nvSpPr>
            <p:cNvPr name="Freeform 16" id="16"/>
            <p:cNvSpPr/>
            <p:nvPr/>
          </p:nvSpPr>
          <p:spPr>
            <a:xfrm flipH="false" flipV="false" rot="0">
              <a:off x="0" y="0"/>
              <a:ext cx="4910709" cy="1375029"/>
            </a:xfrm>
            <a:custGeom>
              <a:avLst/>
              <a:gdLst/>
              <a:ahLst/>
              <a:cxnLst/>
              <a:rect r="r" b="b" t="t" l="l"/>
              <a:pathLst>
                <a:path h="1375029" w="4910709">
                  <a:moveTo>
                    <a:pt x="0" y="200025"/>
                  </a:moveTo>
                  <a:cubicBezTo>
                    <a:pt x="0" y="89535"/>
                    <a:pt x="89535" y="0"/>
                    <a:pt x="200025" y="0"/>
                  </a:cubicBezTo>
                  <a:lnTo>
                    <a:pt x="4710684" y="0"/>
                  </a:lnTo>
                  <a:cubicBezTo>
                    <a:pt x="4821174" y="0"/>
                    <a:pt x="4910709" y="89535"/>
                    <a:pt x="4910709" y="200025"/>
                  </a:cubicBezTo>
                  <a:lnTo>
                    <a:pt x="4910709" y="1175004"/>
                  </a:lnTo>
                  <a:cubicBezTo>
                    <a:pt x="4910709" y="1285494"/>
                    <a:pt x="4821174" y="1375029"/>
                    <a:pt x="4710684" y="1375029"/>
                  </a:cubicBezTo>
                  <a:lnTo>
                    <a:pt x="200025" y="1375029"/>
                  </a:lnTo>
                  <a:cubicBezTo>
                    <a:pt x="89535" y="1375029"/>
                    <a:pt x="0" y="1285494"/>
                    <a:pt x="0" y="1175004"/>
                  </a:cubicBezTo>
                  <a:close/>
                </a:path>
              </a:pathLst>
            </a:custGeom>
            <a:solidFill>
              <a:srgbClr val="FFFFFF"/>
            </a:solidFill>
            <a:ln w="25400" cap="sq">
              <a:solidFill>
                <a:srgbClr val="CADCFC"/>
              </a:solidFill>
              <a:prstDash val="solid"/>
              <a:miter/>
            </a:ln>
          </p:spPr>
        </p:sp>
      </p:grpSp>
      <p:grpSp>
        <p:nvGrpSpPr>
          <p:cNvPr name="Group 17" id="17"/>
          <p:cNvGrpSpPr/>
          <p:nvPr/>
        </p:nvGrpSpPr>
        <p:grpSpPr>
          <a:xfrm rot="0">
            <a:off x="822960" y="3474720"/>
            <a:ext cx="3474720" cy="822960"/>
            <a:chOff x="0" y="0"/>
            <a:chExt cx="4632960" cy="1097280"/>
          </a:xfrm>
        </p:grpSpPr>
        <p:sp>
          <p:nvSpPr>
            <p:cNvPr name="Freeform 18" id="18"/>
            <p:cNvSpPr/>
            <p:nvPr/>
          </p:nvSpPr>
          <p:spPr>
            <a:xfrm flipH="false" flipV="false" rot="0">
              <a:off x="0" y="0"/>
              <a:ext cx="4632960" cy="1097280"/>
            </a:xfrm>
            <a:custGeom>
              <a:avLst/>
              <a:gdLst/>
              <a:ahLst/>
              <a:cxnLst/>
              <a:rect r="r" b="b" t="t" l="l"/>
              <a:pathLst>
                <a:path h="1097280" w="4632960">
                  <a:moveTo>
                    <a:pt x="0" y="0"/>
                  </a:moveTo>
                  <a:lnTo>
                    <a:pt x="4632960" y="0"/>
                  </a:lnTo>
                  <a:lnTo>
                    <a:pt x="4632960" y="1097280"/>
                  </a:lnTo>
                  <a:lnTo>
                    <a:pt x="0" y="1097280"/>
                  </a:lnTo>
                  <a:close/>
                </a:path>
              </a:pathLst>
            </a:custGeom>
            <a:blipFill>
              <a:blip r:embed="rId3">
                <a:alphaModFix amt="0"/>
              </a:blip>
              <a:stretch>
                <a:fillRect l="0" t="-32270" r="0" b="-32270"/>
              </a:stretch>
            </a:blipFill>
          </p:spPr>
        </p:sp>
        <p:sp>
          <p:nvSpPr>
            <p:cNvPr name="TextBox 19" id="19"/>
            <p:cNvSpPr txBox="true"/>
            <p:nvPr/>
          </p:nvSpPr>
          <p:spPr>
            <a:xfrm>
              <a:off x="0" y="-47625"/>
              <a:ext cx="4632960" cy="1144905"/>
            </a:xfrm>
            <a:prstGeom prst="rect">
              <a:avLst/>
            </a:prstGeom>
          </p:spPr>
          <p:txBody>
            <a:bodyPr anchor="ctr" rtlCol="false" tIns="0" lIns="0" bIns="0" rIns="0"/>
            <a:lstStyle/>
            <a:p>
              <a:pPr algn="ctr">
                <a:lnSpc>
                  <a:spcPts val="2759"/>
                </a:lnSpc>
              </a:pPr>
              <a:r>
                <a:rPr lang="en-US" sz="2299">
                  <a:solidFill>
                    <a:srgbClr val="1A1A2E"/>
                  </a:solidFill>
                  <a:latin typeface="Calibri (MS)"/>
                  <a:ea typeface="Calibri (MS)"/>
                  <a:cs typeface="Calibri (MS)"/>
                  <a:sym typeface="Calibri (MS)"/>
                </a:rPr>
                <a:t>Inicia sesión</a:t>
              </a:r>
            </a:p>
          </p:txBody>
        </p:sp>
      </p:grpSp>
      <p:grpSp>
        <p:nvGrpSpPr>
          <p:cNvPr name="Group 20" id="20"/>
          <p:cNvGrpSpPr/>
          <p:nvPr/>
        </p:nvGrpSpPr>
        <p:grpSpPr>
          <a:xfrm rot="0">
            <a:off x="2194560" y="4297680"/>
            <a:ext cx="640080" cy="744382"/>
            <a:chOff x="0" y="0"/>
            <a:chExt cx="853440" cy="992510"/>
          </a:xfrm>
        </p:grpSpPr>
        <p:sp>
          <p:nvSpPr>
            <p:cNvPr name="Freeform 21" id="21"/>
            <p:cNvSpPr/>
            <p:nvPr/>
          </p:nvSpPr>
          <p:spPr>
            <a:xfrm flipH="false" flipV="false" rot="0">
              <a:off x="0" y="0"/>
              <a:ext cx="853440" cy="992510"/>
            </a:xfrm>
            <a:custGeom>
              <a:avLst/>
              <a:gdLst/>
              <a:ahLst/>
              <a:cxnLst/>
              <a:rect r="r" b="b" t="t" l="l"/>
              <a:pathLst>
                <a:path h="992510" w="853440">
                  <a:moveTo>
                    <a:pt x="0" y="0"/>
                  </a:moveTo>
                  <a:lnTo>
                    <a:pt x="853440" y="0"/>
                  </a:lnTo>
                  <a:lnTo>
                    <a:pt x="853440" y="992510"/>
                  </a:lnTo>
                  <a:lnTo>
                    <a:pt x="0" y="992510"/>
                  </a:lnTo>
                  <a:close/>
                </a:path>
              </a:pathLst>
            </a:custGeom>
            <a:blipFill>
              <a:blip r:embed="rId3">
                <a:alphaModFix amt="0"/>
              </a:blip>
              <a:stretch>
                <a:fillRect l="-59974" t="0" r="-59974" b="26295"/>
              </a:stretch>
            </a:blipFill>
          </p:spPr>
        </p:sp>
        <p:sp>
          <p:nvSpPr>
            <p:cNvPr name="TextBox 22" id="22"/>
            <p:cNvSpPr txBox="true"/>
            <p:nvPr/>
          </p:nvSpPr>
          <p:spPr>
            <a:xfrm>
              <a:off x="0" y="-76200"/>
              <a:ext cx="853440" cy="1068710"/>
            </a:xfrm>
            <a:prstGeom prst="rect">
              <a:avLst/>
            </a:prstGeom>
          </p:spPr>
          <p:txBody>
            <a:bodyPr anchor="ctr" rtlCol="false" tIns="0" lIns="0" bIns="0" rIns="0"/>
            <a:lstStyle/>
            <a:p>
              <a:pPr algn="ctr">
                <a:lnSpc>
                  <a:spcPts val="4439"/>
                </a:lnSpc>
              </a:pPr>
              <a:r>
                <a:rPr lang="en-US" sz="3699">
                  <a:solidFill>
                    <a:srgbClr val="028090"/>
                  </a:solidFill>
                  <a:latin typeface="Calibri (MS)"/>
                  <a:ea typeface="Calibri (MS)"/>
                  <a:cs typeface="Calibri (MS)"/>
                  <a:sym typeface="Calibri (MS)"/>
                </a:rPr>
                <a:t>↓</a:t>
              </a:r>
            </a:p>
          </p:txBody>
        </p:sp>
      </p:grpSp>
      <p:grpSp>
        <p:nvGrpSpPr>
          <p:cNvPr name="Group 23" id="23"/>
          <p:cNvGrpSpPr/>
          <p:nvPr/>
        </p:nvGrpSpPr>
        <p:grpSpPr>
          <a:xfrm rot="0">
            <a:off x="718823" y="4833623"/>
            <a:ext cx="3683003" cy="1031243"/>
            <a:chOff x="0" y="0"/>
            <a:chExt cx="4910671" cy="1374991"/>
          </a:xfrm>
        </p:grpSpPr>
        <p:sp>
          <p:nvSpPr>
            <p:cNvPr name="Freeform 24" id="24"/>
            <p:cNvSpPr/>
            <p:nvPr/>
          </p:nvSpPr>
          <p:spPr>
            <a:xfrm flipH="false" flipV="false" rot="0">
              <a:off x="0" y="0"/>
              <a:ext cx="4910709" cy="1375029"/>
            </a:xfrm>
            <a:custGeom>
              <a:avLst/>
              <a:gdLst/>
              <a:ahLst/>
              <a:cxnLst/>
              <a:rect r="r" b="b" t="t" l="l"/>
              <a:pathLst>
                <a:path h="1375029" w="4910709">
                  <a:moveTo>
                    <a:pt x="0" y="200025"/>
                  </a:moveTo>
                  <a:cubicBezTo>
                    <a:pt x="0" y="89535"/>
                    <a:pt x="89535" y="0"/>
                    <a:pt x="200025" y="0"/>
                  </a:cubicBezTo>
                  <a:lnTo>
                    <a:pt x="4710684" y="0"/>
                  </a:lnTo>
                  <a:cubicBezTo>
                    <a:pt x="4821174" y="0"/>
                    <a:pt x="4910709" y="89535"/>
                    <a:pt x="4910709" y="200025"/>
                  </a:cubicBezTo>
                  <a:lnTo>
                    <a:pt x="4910709" y="1175004"/>
                  </a:lnTo>
                  <a:cubicBezTo>
                    <a:pt x="4910709" y="1285494"/>
                    <a:pt x="4821174" y="1375029"/>
                    <a:pt x="4710684" y="1375029"/>
                  </a:cubicBezTo>
                  <a:lnTo>
                    <a:pt x="200025" y="1375029"/>
                  </a:lnTo>
                  <a:cubicBezTo>
                    <a:pt x="89535" y="1375029"/>
                    <a:pt x="0" y="1285494"/>
                    <a:pt x="0" y="1175004"/>
                  </a:cubicBezTo>
                  <a:close/>
                </a:path>
              </a:pathLst>
            </a:custGeom>
            <a:solidFill>
              <a:srgbClr val="FFFFFF"/>
            </a:solidFill>
            <a:ln w="25400" cap="sq">
              <a:solidFill>
                <a:srgbClr val="CADCFC"/>
              </a:solidFill>
              <a:prstDash val="solid"/>
              <a:miter/>
            </a:ln>
          </p:spPr>
        </p:sp>
      </p:grpSp>
      <p:grpSp>
        <p:nvGrpSpPr>
          <p:cNvPr name="Group 25" id="25"/>
          <p:cNvGrpSpPr/>
          <p:nvPr/>
        </p:nvGrpSpPr>
        <p:grpSpPr>
          <a:xfrm rot="0">
            <a:off x="822960" y="4937760"/>
            <a:ext cx="3474720" cy="822960"/>
            <a:chOff x="0" y="0"/>
            <a:chExt cx="4632960" cy="1097280"/>
          </a:xfrm>
        </p:grpSpPr>
        <p:sp>
          <p:nvSpPr>
            <p:cNvPr name="Freeform 26" id="26"/>
            <p:cNvSpPr/>
            <p:nvPr/>
          </p:nvSpPr>
          <p:spPr>
            <a:xfrm flipH="false" flipV="false" rot="0">
              <a:off x="0" y="0"/>
              <a:ext cx="4632960" cy="1097280"/>
            </a:xfrm>
            <a:custGeom>
              <a:avLst/>
              <a:gdLst/>
              <a:ahLst/>
              <a:cxnLst/>
              <a:rect r="r" b="b" t="t" l="l"/>
              <a:pathLst>
                <a:path h="1097280" w="4632960">
                  <a:moveTo>
                    <a:pt x="0" y="0"/>
                  </a:moveTo>
                  <a:lnTo>
                    <a:pt x="4632960" y="0"/>
                  </a:lnTo>
                  <a:lnTo>
                    <a:pt x="4632960" y="1097280"/>
                  </a:lnTo>
                  <a:lnTo>
                    <a:pt x="0" y="1097280"/>
                  </a:lnTo>
                  <a:close/>
                </a:path>
              </a:pathLst>
            </a:custGeom>
            <a:blipFill>
              <a:blip r:embed="rId3">
                <a:alphaModFix amt="0"/>
              </a:blip>
              <a:stretch>
                <a:fillRect l="0" t="-32270" r="0" b="-32270"/>
              </a:stretch>
            </a:blipFill>
          </p:spPr>
        </p:sp>
        <p:sp>
          <p:nvSpPr>
            <p:cNvPr name="TextBox 27" id="27"/>
            <p:cNvSpPr txBox="true"/>
            <p:nvPr/>
          </p:nvSpPr>
          <p:spPr>
            <a:xfrm>
              <a:off x="0" y="-47625"/>
              <a:ext cx="4632960" cy="1144905"/>
            </a:xfrm>
            <a:prstGeom prst="rect">
              <a:avLst/>
            </a:prstGeom>
          </p:spPr>
          <p:txBody>
            <a:bodyPr anchor="ctr" rtlCol="false" tIns="0" lIns="0" bIns="0" rIns="0"/>
            <a:lstStyle/>
            <a:p>
              <a:pPr algn="ctr">
                <a:lnSpc>
                  <a:spcPts val="2759"/>
                </a:lnSpc>
              </a:pPr>
              <a:r>
                <a:rPr lang="en-US" sz="2299">
                  <a:solidFill>
                    <a:srgbClr val="1A1A2E"/>
                  </a:solidFill>
                  <a:latin typeface="Calibri (MS)"/>
                  <a:ea typeface="Calibri (MS)"/>
                  <a:cs typeface="Calibri (MS)"/>
                  <a:sym typeface="Calibri (MS)"/>
                </a:rPr>
                <a:t>Registra práctica</a:t>
              </a:r>
            </a:p>
          </p:txBody>
        </p:sp>
      </p:grpSp>
      <p:grpSp>
        <p:nvGrpSpPr>
          <p:cNvPr name="Group 28" id="28"/>
          <p:cNvGrpSpPr/>
          <p:nvPr/>
        </p:nvGrpSpPr>
        <p:grpSpPr>
          <a:xfrm rot="0">
            <a:off x="2194560" y="5760720"/>
            <a:ext cx="640080" cy="744382"/>
            <a:chOff x="0" y="0"/>
            <a:chExt cx="853440" cy="992510"/>
          </a:xfrm>
        </p:grpSpPr>
        <p:sp>
          <p:nvSpPr>
            <p:cNvPr name="Freeform 29" id="29"/>
            <p:cNvSpPr/>
            <p:nvPr/>
          </p:nvSpPr>
          <p:spPr>
            <a:xfrm flipH="false" flipV="false" rot="0">
              <a:off x="0" y="0"/>
              <a:ext cx="853440" cy="992510"/>
            </a:xfrm>
            <a:custGeom>
              <a:avLst/>
              <a:gdLst/>
              <a:ahLst/>
              <a:cxnLst/>
              <a:rect r="r" b="b" t="t" l="l"/>
              <a:pathLst>
                <a:path h="992510" w="853440">
                  <a:moveTo>
                    <a:pt x="0" y="0"/>
                  </a:moveTo>
                  <a:lnTo>
                    <a:pt x="853440" y="0"/>
                  </a:lnTo>
                  <a:lnTo>
                    <a:pt x="853440" y="992510"/>
                  </a:lnTo>
                  <a:lnTo>
                    <a:pt x="0" y="992510"/>
                  </a:lnTo>
                  <a:close/>
                </a:path>
              </a:pathLst>
            </a:custGeom>
            <a:blipFill>
              <a:blip r:embed="rId3">
                <a:alphaModFix amt="0"/>
              </a:blip>
              <a:stretch>
                <a:fillRect l="-59974" t="0" r="-59974" b="26295"/>
              </a:stretch>
            </a:blipFill>
          </p:spPr>
        </p:sp>
        <p:sp>
          <p:nvSpPr>
            <p:cNvPr name="TextBox 30" id="30"/>
            <p:cNvSpPr txBox="true"/>
            <p:nvPr/>
          </p:nvSpPr>
          <p:spPr>
            <a:xfrm>
              <a:off x="0" y="-76200"/>
              <a:ext cx="853440" cy="1068710"/>
            </a:xfrm>
            <a:prstGeom prst="rect">
              <a:avLst/>
            </a:prstGeom>
          </p:spPr>
          <p:txBody>
            <a:bodyPr anchor="ctr" rtlCol="false" tIns="0" lIns="0" bIns="0" rIns="0"/>
            <a:lstStyle/>
            <a:p>
              <a:pPr algn="ctr">
                <a:lnSpc>
                  <a:spcPts val="4439"/>
                </a:lnSpc>
              </a:pPr>
              <a:r>
                <a:rPr lang="en-US" sz="3699">
                  <a:solidFill>
                    <a:srgbClr val="028090"/>
                  </a:solidFill>
                  <a:latin typeface="Calibri (MS)"/>
                  <a:ea typeface="Calibri (MS)"/>
                  <a:cs typeface="Calibri (MS)"/>
                  <a:sym typeface="Calibri (MS)"/>
                </a:rPr>
                <a:t>↓</a:t>
              </a:r>
            </a:p>
          </p:txBody>
        </p:sp>
      </p:grpSp>
      <p:grpSp>
        <p:nvGrpSpPr>
          <p:cNvPr name="Group 31" id="31"/>
          <p:cNvGrpSpPr/>
          <p:nvPr/>
        </p:nvGrpSpPr>
        <p:grpSpPr>
          <a:xfrm rot="0">
            <a:off x="718823" y="6296663"/>
            <a:ext cx="3683003" cy="1031243"/>
            <a:chOff x="0" y="0"/>
            <a:chExt cx="4910671" cy="1374991"/>
          </a:xfrm>
        </p:grpSpPr>
        <p:sp>
          <p:nvSpPr>
            <p:cNvPr name="Freeform 32" id="32"/>
            <p:cNvSpPr/>
            <p:nvPr/>
          </p:nvSpPr>
          <p:spPr>
            <a:xfrm flipH="false" flipV="false" rot="0">
              <a:off x="0" y="0"/>
              <a:ext cx="4910709" cy="1375029"/>
            </a:xfrm>
            <a:custGeom>
              <a:avLst/>
              <a:gdLst/>
              <a:ahLst/>
              <a:cxnLst/>
              <a:rect r="r" b="b" t="t" l="l"/>
              <a:pathLst>
                <a:path h="1375029" w="4910709">
                  <a:moveTo>
                    <a:pt x="0" y="200025"/>
                  </a:moveTo>
                  <a:cubicBezTo>
                    <a:pt x="0" y="89535"/>
                    <a:pt x="89535" y="0"/>
                    <a:pt x="200025" y="0"/>
                  </a:cubicBezTo>
                  <a:lnTo>
                    <a:pt x="4710684" y="0"/>
                  </a:lnTo>
                  <a:cubicBezTo>
                    <a:pt x="4821174" y="0"/>
                    <a:pt x="4910709" y="89535"/>
                    <a:pt x="4910709" y="200025"/>
                  </a:cubicBezTo>
                  <a:lnTo>
                    <a:pt x="4910709" y="1175004"/>
                  </a:lnTo>
                  <a:cubicBezTo>
                    <a:pt x="4910709" y="1285494"/>
                    <a:pt x="4821174" y="1375029"/>
                    <a:pt x="4710684" y="1375029"/>
                  </a:cubicBezTo>
                  <a:lnTo>
                    <a:pt x="200025" y="1375029"/>
                  </a:lnTo>
                  <a:cubicBezTo>
                    <a:pt x="89535" y="1375029"/>
                    <a:pt x="0" y="1285494"/>
                    <a:pt x="0" y="1175004"/>
                  </a:cubicBezTo>
                  <a:close/>
                </a:path>
              </a:pathLst>
            </a:custGeom>
            <a:solidFill>
              <a:srgbClr val="FFFFFF"/>
            </a:solidFill>
            <a:ln w="25400" cap="sq">
              <a:solidFill>
                <a:srgbClr val="CADCFC"/>
              </a:solidFill>
              <a:prstDash val="solid"/>
              <a:miter/>
            </a:ln>
          </p:spPr>
        </p:sp>
      </p:grpSp>
      <p:grpSp>
        <p:nvGrpSpPr>
          <p:cNvPr name="Group 33" id="33"/>
          <p:cNvGrpSpPr/>
          <p:nvPr/>
        </p:nvGrpSpPr>
        <p:grpSpPr>
          <a:xfrm rot="0">
            <a:off x="822960" y="6400800"/>
            <a:ext cx="3474720" cy="822960"/>
            <a:chOff x="0" y="0"/>
            <a:chExt cx="4632960" cy="1097280"/>
          </a:xfrm>
        </p:grpSpPr>
        <p:sp>
          <p:nvSpPr>
            <p:cNvPr name="Freeform 34" id="34"/>
            <p:cNvSpPr/>
            <p:nvPr/>
          </p:nvSpPr>
          <p:spPr>
            <a:xfrm flipH="false" flipV="false" rot="0">
              <a:off x="0" y="0"/>
              <a:ext cx="4632960" cy="1097280"/>
            </a:xfrm>
            <a:custGeom>
              <a:avLst/>
              <a:gdLst/>
              <a:ahLst/>
              <a:cxnLst/>
              <a:rect r="r" b="b" t="t" l="l"/>
              <a:pathLst>
                <a:path h="1097280" w="4632960">
                  <a:moveTo>
                    <a:pt x="0" y="0"/>
                  </a:moveTo>
                  <a:lnTo>
                    <a:pt x="4632960" y="0"/>
                  </a:lnTo>
                  <a:lnTo>
                    <a:pt x="4632960" y="1097280"/>
                  </a:lnTo>
                  <a:lnTo>
                    <a:pt x="0" y="1097280"/>
                  </a:lnTo>
                  <a:close/>
                </a:path>
              </a:pathLst>
            </a:custGeom>
            <a:blipFill>
              <a:blip r:embed="rId3">
                <a:alphaModFix amt="0"/>
              </a:blip>
              <a:stretch>
                <a:fillRect l="0" t="-32270" r="0" b="-32270"/>
              </a:stretch>
            </a:blipFill>
          </p:spPr>
        </p:sp>
        <p:sp>
          <p:nvSpPr>
            <p:cNvPr name="TextBox 35" id="35"/>
            <p:cNvSpPr txBox="true"/>
            <p:nvPr/>
          </p:nvSpPr>
          <p:spPr>
            <a:xfrm>
              <a:off x="0" y="-47625"/>
              <a:ext cx="4632960" cy="1144905"/>
            </a:xfrm>
            <a:prstGeom prst="rect">
              <a:avLst/>
            </a:prstGeom>
          </p:spPr>
          <p:txBody>
            <a:bodyPr anchor="ctr" rtlCol="false" tIns="0" lIns="0" bIns="0" rIns="0"/>
            <a:lstStyle/>
            <a:p>
              <a:pPr algn="ctr">
                <a:lnSpc>
                  <a:spcPts val="2759"/>
                </a:lnSpc>
              </a:pPr>
              <a:r>
                <a:rPr lang="en-US" sz="2299">
                  <a:solidFill>
                    <a:srgbClr val="1A1A2E"/>
                  </a:solidFill>
                  <a:latin typeface="Calibri (MS)"/>
                  <a:ea typeface="Calibri (MS)"/>
                  <a:cs typeface="Calibri (MS)"/>
                  <a:sym typeface="Calibri (MS)"/>
                </a:rPr>
                <a:t>Consulta estado</a:t>
              </a:r>
            </a:p>
          </p:txBody>
        </p:sp>
      </p:grpSp>
      <p:grpSp>
        <p:nvGrpSpPr>
          <p:cNvPr name="Group 36" id="36"/>
          <p:cNvGrpSpPr/>
          <p:nvPr/>
        </p:nvGrpSpPr>
        <p:grpSpPr>
          <a:xfrm rot="0">
            <a:off x="4846320" y="1828800"/>
            <a:ext cx="73152" cy="6949440"/>
            <a:chOff x="0" y="0"/>
            <a:chExt cx="97536" cy="9265920"/>
          </a:xfrm>
        </p:grpSpPr>
        <p:sp>
          <p:nvSpPr>
            <p:cNvPr name="Freeform 37" id="37"/>
            <p:cNvSpPr/>
            <p:nvPr/>
          </p:nvSpPr>
          <p:spPr>
            <a:xfrm flipH="false" flipV="false" rot="0">
              <a:off x="0" y="0"/>
              <a:ext cx="97536" cy="9265920"/>
            </a:xfrm>
            <a:custGeom>
              <a:avLst/>
              <a:gdLst/>
              <a:ahLst/>
              <a:cxnLst/>
              <a:rect r="r" b="b" t="t" l="l"/>
              <a:pathLst>
                <a:path h="9265920" w="97536">
                  <a:moveTo>
                    <a:pt x="0" y="0"/>
                  </a:moveTo>
                  <a:lnTo>
                    <a:pt x="97536" y="0"/>
                  </a:lnTo>
                  <a:lnTo>
                    <a:pt x="97536" y="9265920"/>
                  </a:lnTo>
                  <a:lnTo>
                    <a:pt x="0" y="9265920"/>
                  </a:lnTo>
                  <a:close/>
                </a:path>
              </a:pathLst>
            </a:custGeom>
            <a:solidFill>
              <a:srgbClr val="CADCFC"/>
            </a:solidFill>
          </p:spPr>
        </p:sp>
      </p:grpSp>
      <p:grpSp>
        <p:nvGrpSpPr>
          <p:cNvPr name="Group 38" id="38"/>
          <p:cNvGrpSpPr/>
          <p:nvPr/>
        </p:nvGrpSpPr>
        <p:grpSpPr>
          <a:xfrm rot="0">
            <a:off x="5290823" y="1816103"/>
            <a:ext cx="4048763" cy="939803"/>
            <a:chOff x="0" y="0"/>
            <a:chExt cx="5398351" cy="1253071"/>
          </a:xfrm>
        </p:grpSpPr>
        <p:sp>
          <p:nvSpPr>
            <p:cNvPr name="Freeform 39" id="39"/>
            <p:cNvSpPr/>
            <p:nvPr/>
          </p:nvSpPr>
          <p:spPr>
            <a:xfrm flipH="false" flipV="false" rot="0">
              <a:off x="0" y="0"/>
              <a:ext cx="5398389" cy="1253109"/>
            </a:xfrm>
            <a:custGeom>
              <a:avLst/>
              <a:gdLst/>
              <a:ahLst/>
              <a:cxnLst/>
              <a:rect r="r" b="b" t="t" l="l"/>
              <a:pathLst>
                <a:path h="1253109" w="5398389">
                  <a:moveTo>
                    <a:pt x="0" y="150368"/>
                  </a:moveTo>
                  <a:cubicBezTo>
                    <a:pt x="0" y="67310"/>
                    <a:pt x="67310" y="0"/>
                    <a:pt x="150368" y="0"/>
                  </a:cubicBezTo>
                  <a:lnTo>
                    <a:pt x="5248021" y="0"/>
                  </a:lnTo>
                  <a:cubicBezTo>
                    <a:pt x="5331079" y="0"/>
                    <a:pt x="5398389" y="67310"/>
                    <a:pt x="5398389" y="150368"/>
                  </a:cubicBezTo>
                  <a:lnTo>
                    <a:pt x="5398389" y="1102741"/>
                  </a:lnTo>
                  <a:cubicBezTo>
                    <a:pt x="5398389" y="1185799"/>
                    <a:pt x="5331079" y="1253109"/>
                    <a:pt x="5248021" y="1253109"/>
                  </a:cubicBezTo>
                  <a:lnTo>
                    <a:pt x="150368" y="1253109"/>
                  </a:lnTo>
                  <a:cubicBezTo>
                    <a:pt x="67310" y="1253109"/>
                    <a:pt x="0" y="1185799"/>
                    <a:pt x="0" y="1102741"/>
                  </a:cubicBezTo>
                  <a:close/>
                </a:path>
              </a:pathLst>
            </a:custGeom>
            <a:solidFill>
              <a:srgbClr val="1E2761"/>
            </a:solidFill>
            <a:ln w="25400" cap="sq">
              <a:solidFill>
                <a:srgbClr val="1E2761"/>
              </a:solidFill>
              <a:prstDash val="solid"/>
              <a:miter/>
            </a:ln>
          </p:spPr>
        </p:sp>
      </p:grpSp>
      <p:grpSp>
        <p:nvGrpSpPr>
          <p:cNvPr name="Group 40" id="40"/>
          <p:cNvGrpSpPr/>
          <p:nvPr/>
        </p:nvGrpSpPr>
        <p:grpSpPr>
          <a:xfrm rot="0">
            <a:off x="5303520" y="1828800"/>
            <a:ext cx="4023360" cy="914400"/>
            <a:chOff x="0" y="0"/>
            <a:chExt cx="5364480" cy="1219200"/>
          </a:xfrm>
        </p:grpSpPr>
        <p:sp>
          <p:nvSpPr>
            <p:cNvPr name="Freeform 41" id="41"/>
            <p:cNvSpPr/>
            <p:nvPr/>
          </p:nvSpPr>
          <p:spPr>
            <a:xfrm flipH="false" flipV="false" rot="0">
              <a:off x="0" y="0"/>
              <a:ext cx="5364480" cy="1219200"/>
            </a:xfrm>
            <a:custGeom>
              <a:avLst/>
              <a:gdLst/>
              <a:ahLst/>
              <a:cxnLst/>
              <a:rect r="r" b="b" t="t" l="l"/>
              <a:pathLst>
                <a:path h="1219200" w="5364480">
                  <a:moveTo>
                    <a:pt x="0" y="0"/>
                  </a:moveTo>
                  <a:lnTo>
                    <a:pt x="5364480" y="0"/>
                  </a:lnTo>
                  <a:lnTo>
                    <a:pt x="5364480" y="1219200"/>
                  </a:lnTo>
                  <a:lnTo>
                    <a:pt x="0" y="1219200"/>
                  </a:lnTo>
                  <a:close/>
                </a:path>
              </a:pathLst>
            </a:custGeom>
            <a:blipFill>
              <a:blip r:embed="rId3">
                <a:alphaModFix amt="0"/>
              </a:blip>
              <a:stretch>
                <a:fillRect l="0" t="-35734" r="0" b="-35734"/>
              </a:stretch>
            </a:blipFill>
          </p:spPr>
        </p:sp>
        <p:sp>
          <p:nvSpPr>
            <p:cNvPr name="TextBox 42" id="42"/>
            <p:cNvSpPr txBox="true"/>
            <p:nvPr/>
          </p:nvSpPr>
          <p:spPr>
            <a:xfrm>
              <a:off x="0" y="-57150"/>
              <a:ext cx="5364480" cy="1276350"/>
            </a:xfrm>
            <a:prstGeom prst="rect">
              <a:avLst/>
            </a:prstGeom>
          </p:spPr>
          <p:txBody>
            <a:bodyPr anchor="ctr" rtlCol="false" tIns="0" lIns="0" bIns="0" rIns="0"/>
            <a:lstStyle/>
            <a:p>
              <a:pPr algn="ctr">
                <a:lnSpc>
                  <a:spcPts val="3240"/>
                </a:lnSpc>
              </a:pPr>
              <a:r>
                <a:rPr lang="en-US" sz="2700" b="true">
                  <a:solidFill>
                    <a:srgbClr val="FFFFFF"/>
                  </a:solidFill>
                  <a:latin typeface="Calibri (MS) Bold"/>
                  <a:ea typeface="Calibri (MS) Bold"/>
                  <a:cs typeface="Calibri (MS) Bold"/>
                  <a:sym typeface="Calibri (MS) Bold"/>
                </a:rPr>
                <a:t>COORDINADOR</a:t>
              </a:r>
            </a:p>
          </p:txBody>
        </p:sp>
      </p:grpSp>
      <p:grpSp>
        <p:nvGrpSpPr>
          <p:cNvPr name="Group 43" id="43"/>
          <p:cNvGrpSpPr/>
          <p:nvPr/>
        </p:nvGrpSpPr>
        <p:grpSpPr>
          <a:xfrm rot="0">
            <a:off x="7315200" y="2834640"/>
            <a:ext cx="640080" cy="744382"/>
            <a:chOff x="0" y="0"/>
            <a:chExt cx="853440" cy="992510"/>
          </a:xfrm>
        </p:grpSpPr>
        <p:sp>
          <p:nvSpPr>
            <p:cNvPr name="Freeform 44" id="44"/>
            <p:cNvSpPr/>
            <p:nvPr/>
          </p:nvSpPr>
          <p:spPr>
            <a:xfrm flipH="false" flipV="false" rot="0">
              <a:off x="0" y="0"/>
              <a:ext cx="853440" cy="992510"/>
            </a:xfrm>
            <a:custGeom>
              <a:avLst/>
              <a:gdLst/>
              <a:ahLst/>
              <a:cxnLst/>
              <a:rect r="r" b="b" t="t" l="l"/>
              <a:pathLst>
                <a:path h="992510" w="853440">
                  <a:moveTo>
                    <a:pt x="0" y="0"/>
                  </a:moveTo>
                  <a:lnTo>
                    <a:pt x="853440" y="0"/>
                  </a:lnTo>
                  <a:lnTo>
                    <a:pt x="853440" y="992510"/>
                  </a:lnTo>
                  <a:lnTo>
                    <a:pt x="0" y="992510"/>
                  </a:lnTo>
                  <a:close/>
                </a:path>
              </a:pathLst>
            </a:custGeom>
            <a:blipFill>
              <a:blip r:embed="rId3">
                <a:alphaModFix amt="0"/>
              </a:blip>
              <a:stretch>
                <a:fillRect l="-59974" t="0" r="-59974" b="26295"/>
              </a:stretch>
            </a:blipFill>
          </p:spPr>
        </p:sp>
        <p:sp>
          <p:nvSpPr>
            <p:cNvPr name="TextBox 45" id="45"/>
            <p:cNvSpPr txBox="true"/>
            <p:nvPr/>
          </p:nvSpPr>
          <p:spPr>
            <a:xfrm>
              <a:off x="0" y="-76200"/>
              <a:ext cx="853440" cy="1068710"/>
            </a:xfrm>
            <a:prstGeom prst="rect">
              <a:avLst/>
            </a:prstGeom>
          </p:spPr>
          <p:txBody>
            <a:bodyPr anchor="ctr" rtlCol="false" tIns="0" lIns="0" bIns="0" rIns="0"/>
            <a:lstStyle/>
            <a:p>
              <a:pPr algn="ctr">
                <a:lnSpc>
                  <a:spcPts val="4439"/>
                </a:lnSpc>
              </a:pPr>
              <a:r>
                <a:rPr lang="en-US" sz="3699">
                  <a:solidFill>
                    <a:srgbClr val="028090"/>
                  </a:solidFill>
                  <a:latin typeface="Calibri (MS)"/>
                  <a:ea typeface="Calibri (MS)"/>
                  <a:cs typeface="Calibri (MS)"/>
                  <a:sym typeface="Calibri (MS)"/>
                </a:rPr>
                <a:t>↓</a:t>
              </a:r>
            </a:p>
          </p:txBody>
        </p:sp>
      </p:grpSp>
      <p:grpSp>
        <p:nvGrpSpPr>
          <p:cNvPr name="Group 46" id="46"/>
          <p:cNvGrpSpPr/>
          <p:nvPr/>
        </p:nvGrpSpPr>
        <p:grpSpPr>
          <a:xfrm rot="0">
            <a:off x="5290823" y="3370583"/>
            <a:ext cx="4048763" cy="976379"/>
            <a:chOff x="0" y="0"/>
            <a:chExt cx="5398351" cy="1301839"/>
          </a:xfrm>
        </p:grpSpPr>
        <p:sp>
          <p:nvSpPr>
            <p:cNvPr name="Freeform 47" id="47"/>
            <p:cNvSpPr/>
            <p:nvPr/>
          </p:nvSpPr>
          <p:spPr>
            <a:xfrm flipH="false" flipV="false" rot="0">
              <a:off x="0" y="0"/>
              <a:ext cx="5398389" cy="1301877"/>
            </a:xfrm>
            <a:custGeom>
              <a:avLst/>
              <a:gdLst/>
              <a:ahLst/>
              <a:cxnLst/>
              <a:rect r="r" b="b" t="t" l="l"/>
              <a:pathLst>
                <a:path h="1301877" w="5398389">
                  <a:moveTo>
                    <a:pt x="0" y="200279"/>
                  </a:moveTo>
                  <a:cubicBezTo>
                    <a:pt x="0" y="89662"/>
                    <a:pt x="89662" y="0"/>
                    <a:pt x="200279" y="0"/>
                  </a:cubicBezTo>
                  <a:lnTo>
                    <a:pt x="5198110" y="0"/>
                  </a:lnTo>
                  <a:cubicBezTo>
                    <a:pt x="5308727" y="0"/>
                    <a:pt x="5398389" y="89662"/>
                    <a:pt x="5398389" y="200279"/>
                  </a:cubicBezTo>
                  <a:lnTo>
                    <a:pt x="5398389" y="1101598"/>
                  </a:lnTo>
                  <a:cubicBezTo>
                    <a:pt x="5398389" y="1212215"/>
                    <a:pt x="5308727" y="1301877"/>
                    <a:pt x="5198110" y="1301877"/>
                  </a:cubicBezTo>
                  <a:lnTo>
                    <a:pt x="200279" y="1301877"/>
                  </a:lnTo>
                  <a:cubicBezTo>
                    <a:pt x="89662" y="1301877"/>
                    <a:pt x="0" y="1212215"/>
                    <a:pt x="0" y="1101598"/>
                  </a:cubicBezTo>
                  <a:close/>
                </a:path>
              </a:pathLst>
            </a:custGeom>
            <a:solidFill>
              <a:srgbClr val="EBF2FA"/>
            </a:solidFill>
            <a:ln w="25400" cap="sq">
              <a:solidFill>
                <a:srgbClr val="CADCFC"/>
              </a:solidFill>
              <a:prstDash val="solid"/>
              <a:miter/>
            </a:ln>
          </p:spPr>
        </p:sp>
      </p:grpSp>
      <p:grpSp>
        <p:nvGrpSpPr>
          <p:cNvPr name="Group 48" id="48"/>
          <p:cNvGrpSpPr/>
          <p:nvPr/>
        </p:nvGrpSpPr>
        <p:grpSpPr>
          <a:xfrm rot="0">
            <a:off x="5394960" y="3474720"/>
            <a:ext cx="3840480" cy="768096"/>
            <a:chOff x="0" y="0"/>
            <a:chExt cx="5120640" cy="1024128"/>
          </a:xfrm>
        </p:grpSpPr>
        <p:sp>
          <p:nvSpPr>
            <p:cNvPr name="Freeform 49" id="49"/>
            <p:cNvSpPr/>
            <p:nvPr/>
          </p:nvSpPr>
          <p:spPr>
            <a:xfrm flipH="false" flipV="false" rot="0">
              <a:off x="0" y="0"/>
              <a:ext cx="5120640" cy="1024128"/>
            </a:xfrm>
            <a:custGeom>
              <a:avLst/>
              <a:gdLst/>
              <a:ahLst/>
              <a:cxnLst/>
              <a:rect r="r" b="b" t="t" l="l"/>
              <a:pathLst>
                <a:path h="1024128" w="5120640">
                  <a:moveTo>
                    <a:pt x="0" y="0"/>
                  </a:moveTo>
                  <a:lnTo>
                    <a:pt x="5120640" y="0"/>
                  </a:lnTo>
                  <a:lnTo>
                    <a:pt x="5120640" y="1024128"/>
                  </a:lnTo>
                  <a:lnTo>
                    <a:pt x="0" y="1024128"/>
                  </a:lnTo>
                  <a:close/>
                </a:path>
              </a:pathLst>
            </a:custGeom>
            <a:blipFill>
              <a:blip r:embed="rId3">
                <a:alphaModFix amt="0"/>
              </a:blip>
              <a:stretch>
                <a:fillRect l="0" t="-47425" r="0" b="-47425"/>
              </a:stretch>
            </a:blipFill>
          </p:spPr>
        </p:sp>
        <p:sp>
          <p:nvSpPr>
            <p:cNvPr name="TextBox 50" id="50"/>
            <p:cNvSpPr txBox="true"/>
            <p:nvPr/>
          </p:nvSpPr>
          <p:spPr>
            <a:xfrm>
              <a:off x="0" y="-47625"/>
              <a:ext cx="5120640" cy="1071753"/>
            </a:xfrm>
            <a:prstGeom prst="rect">
              <a:avLst/>
            </a:prstGeom>
          </p:spPr>
          <p:txBody>
            <a:bodyPr anchor="ctr" rtlCol="false" tIns="0" lIns="0" bIns="0" rIns="0"/>
            <a:lstStyle/>
            <a:p>
              <a:pPr algn="ctr">
                <a:lnSpc>
                  <a:spcPts val="2759"/>
                </a:lnSpc>
              </a:pPr>
              <a:r>
                <a:rPr lang="en-US" sz="2299">
                  <a:solidFill>
                    <a:srgbClr val="1A1A2E"/>
                  </a:solidFill>
                  <a:latin typeface="Calibri (MS)"/>
                  <a:ea typeface="Calibri (MS)"/>
                  <a:cs typeface="Calibri (MS)"/>
                  <a:sym typeface="Calibri (MS)"/>
                </a:rPr>
                <a:t>Revisa antecedentes</a:t>
              </a:r>
            </a:p>
          </p:txBody>
        </p:sp>
      </p:grpSp>
      <p:grpSp>
        <p:nvGrpSpPr>
          <p:cNvPr name="Group 51" id="51"/>
          <p:cNvGrpSpPr/>
          <p:nvPr/>
        </p:nvGrpSpPr>
        <p:grpSpPr>
          <a:xfrm rot="0">
            <a:off x="7315200" y="4078224"/>
            <a:ext cx="640080" cy="744382"/>
            <a:chOff x="0" y="0"/>
            <a:chExt cx="853440" cy="992510"/>
          </a:xfrm>
        </p:grpSpPr>
        <p:sp>
          <p:nvSpPr>
            <p:cNvPr name="Freeform 52" id="52"/>
            <p:cNvSpPr/>
            <p:nvPr/>
          </p:nvSpPr>
          <p:spPr>
            <a:xfrm flipH="false" flipV="false" rot="0">
              <a:off x="0" y="0"/>
              <a:ext cx="853440" cy="992510"/>
            </a:xfrm>
            <a:custGeom>
              <a:avLst/>
              <a:gdLst/>
              <a:ahLst/>
              <a:cxnLst/>
              <a:rect r="r" b="b" t="t" l="l"/>
              <a:pathLst>
                <a:path h="992510" w="853440">
                  <a:moveTo>
                    <a:pt x="0" y="0"/>
                  </a:moveTo>
                  <a:lnTo>
                    <a:pt x="853440" y="0"/>
                  </a:lnTo>
                  <a:lnTo>
                    <a:pt x="853440" y="992510"/>
                  </a:lnTo>
                  <a:lnTo>
                    <a:pt x="0" y="992510"/>
                  </a:lnTo>
                  <a:close/>
                </a:path>
              </a:pathLst>
            </a:custGeom>
            <a:blipFill>
              <a:blip r:embed="rId3">
                <a:alphaModFix amt="0"/>
              </a:blip>
              <a:stretch>
                <a:fillRect l="-59974" t="0" r="-59974" b="26295"/>
              </a:stretch>
            </a:blipFill>
          </p:spPr>
        </p:sp>
        <p:sp>
          <p:nvSpPr>
            <p:cNvPr name="TextBox 53" id="53"/>
            <p:cNvSpPr txBox="true"/>
            <p:nvPr/>
          </p:nvSpPr>
          <p:spPr>
            <a:xfrm>
              <a:off x="0" y="-76200"/>
              <a:ext cx="853440" cy="1068710"/>
            </a:xfrm>
            <a:prstGeom prst="rect">
              <a:avLst/>
            </a:prstGeom>
          </p:spPr>
          <p:txBody>
            <a:bodyPr anchor="ctr" rtlCol="false" tIns="0" lIns="0" bIns="0" rIns="0"/>
            <a:lstStyle/>
            <a:p>
              <a:pPr algn="ctr">
                <a:lnSpc>
                  <a:spcPts val="4439"/>
                </a:lnSpc>
              </a:pPr>
              <a:r>
                <a:rPr lang="en-US" sz="3699">
                  <a:solidFill>
                    <a:srgbClr val="028090"/>
                  </a:solidFill>
                  <a:latin typeface="Calibri (MS)"/>
                  <a:ea typeface="Calibri (MS)"/>
                  <a:cs typeface="Calibri (MS)"/>
                  <a:sym typeface="Calibri (MS)"/>
                </a:rPr>
                <a:t>↓</a:t>
              </a:r>
            </a:p>
          </p:txBody>
        </p:sp>
      </p:grpSp>
      <p:grpSp>
        <p:nvGrpSpPr>
          <p:cNvPr name="Group 54" id="54"/>
          <p:cNvGrpSpPr/>
          <p:nvPr/>
        </p:nvGrpSpPr>
        <p:grpSpPr>
          <a:xfrm rot="0">
            <a:off x="5290823" y="4614167"/>
            <a:ext cx="4048763" cy="976379"/>
            <a:chOff x="0" y="0"/>
            <a:chExt cx="5398351" cy="1301839"/>
          </a:xfrm>
        </p:grpSpPr>
        <p:sp>
          <p:nvSpPr>
            <p:cNvPr name="Freeform 55" id="55"/>
            <p:cNvSpPr/>
            <p:nvPr/>
          </p:nvSpPr>
          <p:spPr>
            <a:xfrm flipH="false" flipV="false" rot="0">
              <a:off x="0" y="0"/>
              <a:ext cx="5398389" cy="1301877"/>
            </a:xfrm>
            <a:custGeom>
              <a:avLst/>
              <a:gdLst/>
              <a:ahLst/>
              <a:cxnLst/>
              <a:rect r="r" b="b" t="t" l="l"/>
              <a:pathLst>
                <a:path h="1301877" w="5398389">
                  <a:moveTo>
                    <a:pt x="0" y="200279"/>
                  </a:moveTo>
                  <a:cubicBezTo>
                    <a:pt x="0" y="89662"/>
                    <a:pt x="89662" y="0"/>
                    <a:pt x="200279" y="0"/>
                  </a:cubicBezTo>
                  <a:lnTo>
                    <a:pt x="5198110" y="0"/>
                  </a:lnTo>
                  <a:cubicBezTo>
                    <a:pt x="5308727" y="0"/>
                    <a:pt x="5398389" y="89662"/>
                    <a:pt x="5398389" y="200279"/>
                  </a:cubicBezTo>
                  <a:lnTo>
                    <a:pt x="5398389" y="1101598"/>
                  </a:lnTo>
                  <a:cubicBezTo>
                    <a:pt x="5398389" y="1212215"/>
                    <a:pt x="5308727" y="1301877"/>
                    <a:pt x="5198110" y="1301877"/>
                  </a:cubicBezTo>
                  <a:lnTo>
                    <a:pt x="200279" y="1301877"/>
                  </a:lnTo>
                  <a:cubicBezTo>
                    <a:pt x="89662" y="1301877"/>
                    <a:pt x="0" y="1212215"/>
                    <a:pt x="0" y="1101598"/>
                  </a:cubicBezTo>
                  <a:close/>
                </a:path>
              </a:pathLst>
            </a:custGeom>
            <a:solidFill>
              <a:srgbClr val="EBF2FA"/>
            </a:solidFill>
            <a:ln w="25400" cap="sq">
              <a:solidFill>
                <a:srgbClr val="CADCFC"/>
              </a:solidFill>
              <a:prstDash val="solid"/>
              <a:miter/>
            </a:ln>
          </p:spPr>
        </p:sp>
      </p:grpSp>
      <p:grpSp>
        <p:nvGrpSpPr>
          <p:cNvPr name="Group 56" id="56"/>
          <p:cNvGrpSpPr/>
          <p:nvPr/>
        </p:nvGrpSpPr>
        <p:grpSpPr>
          <a:xfrm rot="0">
            <a:off x="5394960" y="4718304"/>
            <a:ext cx="3840480" cy="768096"/>
            <a:chOff x="0" y="0"/>
            <a:chExt cx="5120640" cy="1024128"/>
          </a:xfrm>
        </p:grpSpPr>
        <p:sp>
          <p:nvSpPr>
            <p:cNvPr name="Freeform 57" id="57"/>
            <p:cNvSpPr/>
            <p:nvPr/>
          </p:nvSpPr>
          <p:spPr>
            <a:xfrm flipH="false" flipV="false" rot="0">
              <a:off x="0" y="0"/>
              <a:ext cx="5120640" cy="1024128"/>
            </a:xfrm>
            <a:custGeom>
              <a:avLst/>
              <a:gdLst/>
              <a:ahLst/>
              <a:cxnLst/>
              <a:rect r="r" b="b" t="t" l="l"/>
              <a:pathLst>
                <a:path h="1024128" w="5120640">
                  <a:moveTo>
                    <a:pt x="0" y="0"/>
                  </a:moveTo>
                  <a:lnTo>
                    <a:pt x="5120640" y="0"/>
                  </a:lnTo>
                  <a:lnTo>
                    <a:pt x="5120640" y="1024128"/>
                  </a:lnTo>
                  <a:lnTo>
                    <a:pt x="0" y="1024128"/>
                  </a:lnTo>
                  <a:close/>
                </a:path>
              </a:pathLst>
            </a:custGeom>
            <a:blipFill>
              <a:blip r:embed="rId3">
                <a:alphaModFix amt="0"/>
              </a:blip>
              <a:stretch>
                <a:fillRect l="0" t="-47425" r="0" b="-47425"/>
              </a:stretch>
            </a:blipFill>
          </p:spPr>
        </p:sp>
        <p:sp>
          <p:nvSpPr>
            <p:cNvPr name="TextBox 58" id="58"/>
            <p:cNvSpPr txBox="true"/>
            <p:nvPr/>
          </p:nvSpPr>
          <p:spPr>
            <a:xfrm>
              <a:off x="0" y="-47625"/>
              <a:ext cx="5120640" cy="1071753"/>
            </a:xfrm>
            <a:prstGeom prst="rect">
              <a:avLst/>
            </a:prstGeom>
          </p:spPr>
          <p:txBody>
            <a:bodyPr anchor="ctr" rtlCol="false" tIns="0" lIns="0" bIns="0" rIns="0"/>
            <a:lstStyle/>
            <a:p>
              <a:pPr algn="ctr">
                <a:lnSpc>
                  <a:spcPts val="2759"/>
                </a:lnSpc>
              </a:pPr>
              <a:r>
                <a:rPr lang="en-US" sz="2299">
                  <a:solidFill>
                    <a:srgbClr val="1A1A2E"/>
                  </a:solidFill>
                  <a:latin typeface="Calibri (MS)"/>
                  <a:ea typeface="Calibri (MS)"/>
                  <a:cs typeface="Calibri (MS)"/>
                  <a:sym typeface="Calibri (MS)"/>
                </a:rPr>
                <a:t>Gestiona estado</a:t>
              </a:r>
            </a:p>
          </p:txBody>
        </p:sp>
      </p:grpSp>
      <p:grpSp>
        <p:nvGrpSpPr>
          <p:cNvPr name="Group 59" id="59"/>
          <p:cNvGrpSpPr/>
          <p:nvPr/>
        </p:nvGrpSpPr>
        <p:grpSpPr>
          <a:xfrm rot="0">
            <a:off x="7315200" y="5321808"/>
            <a:ext cx="640080" cy="744382"/>
            <a:chOff x="0" y="0"/>
            <a:chExt cx="853440" cy="992510"/>
          </a:xfrm>
        </p:grpSpPr>
        <p:sp>
          <p:nvSpPr>
            <p:cNvPr name="Freeform 60" id="60"/>
            <p:cNvSpPr/>
            <p:nvPr/>
          </p:nvSpPr>
          <p:spPr>
            <a:xfrm flipH="false" flipV="false" rot="0">
              <a:off x="0" y="0"/>
              <a:ext cx="853440" cy="992510"/>
            </a:xfrm>
            <a:custGeom>
              <a:avLst/>
              <a:gdLst/>
              <a:ahLst/>
              <a:cxnLst/>
              <a:rect r="r" b="b" t="t" l="l"/>
              <a:pathLst>
                <a:path h="992510" w="853440">
                  <a:moveTo>
                    <a:pt x="0" y="0"/>
                  </a:moveTo>
                  <a:lnTo>
                    <a:pt x="853440" y="0"/>
                  </a:lnTo>
                  <a:lnTo>
                    <a:pt x="853440" y="992510"/>
                  </a:lnTo>
                  <a:lnTo>
                    <a:pt x="0" y="992510"/>
                  </a:lnTo>
                  <a:close/>
                </a:path>
              </a:pathLst>
            </a:custGeom>
            <a:blipFill>
              <a:blip r:embed="rId3">
                <a:alphaModFix amt="0"/>
              </a:blip>
              <a:stretch>
                <a:fillRect l="-59974" t="0" r="-59974" b="26295"/>
              </a:stretch>
            </a:blipFill>
          </p:spPr>
        </p:sp>
        <p:sp>
          <p:nvSpPr>
            <p:cNvPr name="TextBox 61" id="61"/>
            <p:cNvSpPr txBox="true"/>
            <p:nvPr/>
          </p:nvSpPr>
          <p:spPr>
            <a:xfrm>
              <a:off x="0" y="-76200"/>
              <a:ext cx="853440" cy="1068710"/>
            </a:xfrm>
            <a:prstGeom prst="rect">
              <a:avLst/>
            </a:prstGeom>
          </p:spPr>
          <p:txBody>
            <a:bodyPr anchor="ctr" rtlCol="false" tIns="0" lIns="0" bIns="0" rIns="0"/>
            <a:lstStyle/>
            <a:p>
              <a:pPr algn="ctr">
                <a:lnSpc>
                  <a:spcPts val="4439"/>
                </a:lnSpc>
              </a:pPr>
              <a:r>
                <a:rPr lang="en-US" sz="3699">
                  <a:solidFill>
                    <a:srgbClr val="028090"/>
                  </a:solidFill>
                  <a:latin typeface="Calibri (MS)"/>
                  <a:ea typeface="Calibri (MS)"/>
                  <a:cs typeface="Calibri (MS)"/>
                  <a:sym typeface="Calibri (MS)"/>
                </a:rPr>
                <a:t>↓</a:t>
              </a:r>
            </a:p>
          </p:txBody>
        </p:sp>
      </p:grpSp>
      <p:grpSp>
        <p:nvGrpSpPr>
          <p:cNvPr name="Group 62" id="62"/>
          <p:cNvGrpSpPr/>
          <p:nvPr/>
        </p:nvGrpSpPr>
        <p:grpSpPr>
          <a:xfrm rot="0">
            <a:off x="5290823" y="5857751"/>
            <a:ext cx="4048763" cy="976379"/>
            <a:chOff x="0" y="0"/>
            <a:chExt cx="5398351" cy="1301839"/>
          </a:xfrm>
        </p:grpSpPr>
        <p:sp>
          <p:nvSpPr>
            <p:cNvPr name="Freeform 63" id="63"/>
            <p:cNvSpPr/>
            <p:nvPr/>
          </p:nvSpPr>
          <p:spPr>
            <a:xfrm flipH="false" flipV="false" rot="0">
              <a:off x="0" y="0"/>
              <a:ext cx="5398389" cy="1301877"/>
            </a:xfrm>
            <a:custGeom>
              <a:avLst/>
              <a:gdLst/>
              <a:ahLst/>
              <a:cxnLst/>
              <a:rect r="r" b="b" t="t" l="l"/>
              <a:pathLst>
                <a:path h="1301877" w="5398389">
                  <a:moveTo>
                    <a:pt x="0" y="200279"/>
                  </a:moveTo>
                  <a:cubicBezTo>
                    <a:pt x="0" y="89662"/>
                    <a:pt x="89662" y="0"/>
                    <a:pt x="200279" y="0"/>
                  </a:cubicBezTo>
                  <a:lnTo>
                    <a:pt x="5198110" y="0"/>
                  </a:lnTo>
                  <a:cubicBezTo>
                    <a:pt x="5308727" y="0"/>
                    <a:pt x="5398389" y="89662"/>
                    <a:pt x="5398389" y="200279"/>
                  </a:cubicBezTo>
                  <a:lnTo>
                    <a:pt x="5398389" y="1101598"/>
                  </a:lnTo>
                  <a:cubicBezTo>
                    <a:pt x="5398389" y="1212215"/>
                    <a:pt x="5308727" y="1301877"/>
                    <a:pt x="5198110" y="1301877"/>
                  </a:cubicBezTo>
                  <a:lnTo>
                    <a:pt x="200279" y="1301877"/>
                  </a:lnTo>
                  <a:cubicBezTo>
                    <a:pt x="89662" y="1301877"/>
                    <a:pt x="0" y="1212215"/>
                    <a:pt x="0" y="1101598"/>
                  </a:cubicBezTo>
                  <a:close/>
                </a:path>
              </a:pathLst>
            </a:custGeom>
            <a:solidFill>
              <a:srgbClr val="EBF2FA"/>
            </a:solidFill>
            <a:ln w="25400" cap="sq">
              <a:solidFill>
                <a:srgbClr val="CADCFC"/>
              </a:solidFill>
              <a:prstDash val="solid"/>
              <a:miter/>
            </a:ln>
          </p:spPr>
        </p:sp>
      </p:grpSp>
      <p:grpSp>
        <p:nvGrpSpPr>
          <p:cNvPr name="Group 64" id="64"/>
          <p:cNvGrpSpPr/>
          <p:nvPr/>
        </p:nvGrpSpPr>
        <p:grpSpPr>
          <a:xfrm rot="0">
            <a:off x="5394960" y="5961888"/>
            <a:ext cx="3840480" cy="768096"/>
            <a:chOff x="0" y="0"/>
            <a:chExt cx="5120640" cy="1024128"/>
          </a:xfrm>
        </p:grpSpPr>
        <p:sp>
          <p:nvSpPr>
            <p:cNvPr name="Freeform 65" id="65"/>
            <p:cNvSpPr/>
            <p:nvPr/>
          </p:nvSpPr>
          <p:spPr>
            <a:xfrm flipH="false" flipV="false" rot="0">
              <a:off x="0" y="0"/>
              <a:ext cx="5120640" cy="1024128"/>
            </a:xfrm>
            <a:custGeom>
              <a:avLst/>
              <a:gdLst/>
              <a:ahLst/>
              <a:cxnLst/>
              <a:rect r="r" b="b" t="t" l="l"/>
              <a:pathLst>
                <a:path h="1024128" w="5120640">
                  <a:moveTo>
                    <a:pt x="0" y="0"/>
                  </a:moveTo>
                  <a:lnTo>
                    <a:pt x="5120640" y="0"/>
                  </a:lnTo>
                  <a:lnTo>
                    <a:pt x="5120640" y="1024128"/>
                  </a:lnTo>
                  <a:lnTo>
                    <a:pt x="0" y="1024128"/>
                  </a:lnTo>
                  <a:close/>
                </a:path>
              </a:pathLst>
            </a:custGeom>
            <a:blipFill>
              <a:blip r:embed="rId3">
                <a:alphaModFix amt="0"/>
              </a:blip>
              <a:stretch>
                <a:fillRect l="0" t="-47425" r="0" b="-47425"/>
              </a:stretch>
            </a:blipFill>
          </p:spPr>
        </p:sp>
        <p:sp>
          <p:nvSpPr>
            <p:cNvPr name="TextBox 66" id="66"/>
            <p:cNvSpPr txBox="true"/>
            <p:nvPr/>
          </p:nvSpPr>
          <p:spPr>
            <a:xfrm>
              <a:off x="0" y="-47625"/>
              <a:ext cx="5120640" cy="1071753"/>
            </a:xfrm>
            <a:prstGeom prst="rect">
              <a:avLst/>
            </a:prstGeom>
          </p:spPr>
          <p:txBody>
            <a:bodyPr anchor="ctr" rtlCol="false" tIns="0" lIns="0" bIns="0" rIns="0"/>
            <a:lstStyle/>
            <a:p>
              <a:pPr algn="ctr">
                <a:lnSpc>
                  <a:spcPts val="2759"/>
                </a:lnSpc>
              </a:pPr>
              <a:r>
                <a:rPr lang="en-US" sz="2299">
                  <a:solidFill>
                    <a:srgbClr val="1A1A2E"/>
                  </a:solidFill>
                  <a:latin typeface="Calibri (MS)"/>
                  <a:ea typeface="Calibri (MS)"/>
                  <a:cs typeface="Calibri (MS)"/>
                  <a:sym typeface="Calibri (MS)"/>
                </a:rPr>
                <a:t>Realiza seguimiento</a:t>
              </a:r>
            </a:p>
          </p:txBody>
        </p:sp>
      </p:grpSp>
      <p:grpSp>
        <p:nvGrpSpPr>
          <p:cNvPr name="Group 67" id="67"/>
          <p:cNvGrpSpPr/>
          <p:nvPr/>
        </p:nvGrpSpPr>
        <p:grpSpPr>
          <a:xfrm rot="0">
            <a:off x="7315200" y="6565392"/>
            <a:ext cx="640080" cy="744382"/>
            <a:chOff x="0" y="0"/>
            <a:chExt cx="853440" cy="992510"/>
          </a:xfrm>
        </p:grpSpPr>
        <p:sp>
          <p:nvSpPr>
            <p:cNvPr name="Freeform 68" id="68"/>
            <p:cNvSpPr/>
            <p:nvPr/>
          </p:nvSpPr>
          <p:spPr>
            <a:xfrm flipH="false" flipV="false" rot="0">
              <a:off x="0" y="0"/>
              <a:ext cx="853440" cy="992510"/>
            </a:xfrm>
            <a:custGeom>
              <a:avLst/>
              <a:gdLst/>
              <a:ahLst/>
              <a:cxnLst/>
              <a:rect r="r" b="b" t="t" l="l"/>
              <a:pathLst>
                <a:path h="992510" w="853440">
                  <a:moveTo>
                    <a:pt x="0" y="0"/>
                  </a:moveTo>
                  <a:lnTo>
                    <a:pt x="853440" y="0"/>
                  </a:lnTo>
                  <a:lnTo>
                    <a:pt x="853440" y="992510"/>
                  </a:lnTo>
                  <a:lnTo>
                    <a:pt x="0" y="992510"/>
                  </a:lnTo>
                  <a:close/>
                </a:path>
              </a:pathLst>
            </a:custGeom>
            <a:blipFill>
              <a:blip r:embed="rId3">
                <a:alphaModFix amt="0"/>
              </a:blip>
              <a:stretch>
                <a:fillRect l="-59974" t="0" r="-59974" b="26295"/>
              </a:stretch>
            </a:blipFill>
          </p:spPr>
        </p:sp>
        <p:sp>
          <p:nvSpPr>
            <p:cNvPr name="TextBox 69" id="69"/>
            <p:cNvSpPr txBox="true"/>
            <p:nvPr/>
          </p:nvSpPr>
          <p:spPr>
            <a:xfrm>
              <a:off x="0" y="-76200"/>
              <a:ext cx="853440" cy="1068710"/>
            </a:xfrm>
            <a:prstGeom prst="rect">
              <a:avLst/>
            </a:prstGeom>
          </p:spPr>
          <p:txBody>
            <a:bodyPr anchor="ctr" rtlCol="false" tIns="0" lIns="0" bIns="0" rIns="0"/>
            <a:lstStyle/>
            <a:p>
              <a:pPr algn="ctr">
                <a:lnSpc>
                  <a:spcPts val="4439"/>
                </a:lnSpc>
              </a:pPr>
              <a:r>
                <a:rPr lang="en-US" sz="3699">
                  <a:solidFill>
                    <a:srgbClr val="028090"/>
                  </a:solidFill>
                  <a:latin typeface="Calibri (MS)"/>
                  <a:ea typeface="Calibri (MS)"/>
                  <a:cs typeface="Calibri (MS)"/>
                  <a:sym typeface="Calibri (MS)"/>
                </a:rPr>
                <a:t>↓</a:t>
              </a:r>
            </a:p>
          </p:txBody>
        </p:sp>
      </p:grpSp>
      <p:grpSp>
        <p:nvGrpSpPr>
          <p:cNvPr name="Group 70" id="70"/>
          <p:cNvGrpSpPr/>
          <p:nvPr/>
        </p:nvGrpSpPr>
        <p:grpSpPr>
          <a:xfrm rot="0">
            <a:off x="5290823" y="7101335"/>
            <a:ext cx="4048763" cy="976379"/>
            <a:chOff x="0" y="0"/>
            <a:chExt cx="5398351" cy="1301839"/>
          </a:xfrm>
        </p:grpSpPr>
        <p:sp>
          <p:nvSpPr>
            <p:cNvPr name="Freeform 71" id="71"/>
            <p:cNvSpPr/>
            <p:nvPr/>
          </p:nvSpPr>
          <p:spPr>
            <a:xfrm flipH="false" flipV="false" rot="0">
              <a:off x="0" y="0"/>
              <a:ext cx="5398389" cy="1301877"/>
            </a:xfrm>
            <a:custGeom>
              <a:avLst/>
              <a:gdLst/>
              <a:ahLst/>
              <a:cxnLst/>
              <a:rect r="r" b="b" t="t" l="l"/>
              <a:pathLst>
                <a:path h="1301877" w="5398389">
                  <a:moveTo>
                    <a:pt x="0" y="200279"/>
                  </a:moveTo>
                  <a:cubicBezTo>
                    <a:pt x="0" y="89662"/>
                    <a:pt x="89662" y="0"/>
                    <a:pt x="200279" y="0"/>
                  </a:cubicBezTo>
                  <a:lnTo>
                    <a:pt x="5198110" y="0"/>
                  </a:lnTo>
                  <a:cubicBezTo>
                    <a:pt x="5308727" y="0"/>
                    <a:pt x="5398389" y="89662"/>
                    <a:pt x="5398389" y="200279"/>
                  </a:cubicBezTo>
                  <a:lnTo>
                    <a:pt x="5398389" y="1101598"/>
                  </a:lnTo>
                  <a:cubicBezTo>
                    <a:pt x="5398389" y="1212215"/>
                    <a:pt x="5308727" y="1301877"/>
                    <a:pt x="5198110" y="1301877"/>
                  </a:cubicBezTo>
                  <a:lnTo>
                    <a:pt x="200279" y="1301877"/>
                  </a:lnTo>
                  <a:cubicBezTo>
                    <a:pt x="89662" y="1301877"/>
                    <a:pt x="0" y="1212215"/>
                    <a:pt x="0" y="1101598"/>
                  </a:cubicBezTo>
                  <a:close/>
                </a:path>
              </a:pathLst>
            </a:custGeom>
            <a:solidFill>
              <a:srgbClr val="EBF2FA"/>
            </a:solidFill>
            <a:ln w="25400" cap="sq">
              <a:solidFill>
                <a:srgbClr val="CADCFC"/>
              </a:solidFill>
              <a:prstDash val="solid"/>
              <a:miter/>
            </a:ln>
          </p:spPr>
        </p:sp>
      </p:grpSp>
      <p:grpSp>
        <p:nvGrpSpPr>
          <p:cNvPr name="Group 72" id="72"/>
          <p:cNvGrpSpPr/>
          <p:nvPr/>
        </p:nvGrpSpPr>
        <p:grpSpPr>
          <a:xfrm rot="0">
            <a:off x="5394960" y="7205472"/>
            <a:ext cx="3840480" cy="768096"/>
            <a:chOff x="0" y="0"/>
            <a:chExt cx="5120640" cy="1024128"/>
          </a:xfrm>
        </p:grpSpPr>
        <p:sp>
          <p:nvSpPr>
            <p:cNvPr name="Freeform 73" id="73"/>
            <p:cNvSpPr/>
            <p:nvPr/>
          </p:nvSpPr>
          <p:spPr>
            <a:xfrm flipH="false" flipV="false" rot="0">
              <a:off x="0" y="0"/>
              <a:ext cx="5120640" cy="1024128"/>
            </a:xfrm>
            <a:custGeom>
              <a:avLst/>
              <a:gdLst/>
              <a:ahLst/>
              <a:cxnLst/>
              <a:rect r="r" b="b" t="t" l="l"/>
              <a:pathLst>
                <a:path h="1024128" w="5120640">
                  <a:moveTo>
                    <a:pt x="0" y="0"/>
                  </a:moveTo>
                  <a:lnTo>
                    <a:pt x="5120640" y="0"/>
                  </a:lnTo>
                  <a:lnTo>
                    <a:pt x="5120640" y="1024128"/>
                  </a:lnTo>
                  <a:lnTo>
                    <a:pt x="0" y="1024128"/>
                  </a:lnTo>
                  <a:close/>
                </a:path>
              </a:pathLst>
            </a:custGeom>
            <a:blipFill>
              <a:blip r:embed="rId3">
                <a:alphaModFix amt="0"/>
              </a:blip>
              <a:stretch>
                <a:fillRect l="0" t="-47425" r="0" b="-47425"/>
              </a:stretch>
            </a:blipFill>
          </p:spPr>
        </p:sp>
        <p:sp>
          <p:nvSpPr>
            <p:cNvPr name="TextBox 74" id="74"/>
            <p:cNvSpPr txBox="true"/>
            <p:nvPr/>
          </p:nvSpPr>
          <p:spPr>
            <a:xfrm>
              <a:off x="0" y="-47625"/>
              <a:ext cx="5120640" cy="1071753"/>
            </a:xfrm>
            <a:prstGeom prst="rect">
              <a:avLst/>
            </a:prstGeom>
          </p:spPr>
          <p:txBody>
            <a:bodyPr anchor="ctr" rtlCol="false" tIns="0" lIns="0" bIns="0" rIns="0"/>
            <a:lstStyle/>
            <a:p>
              <a:pPr algn="ctr">
                <a:lnSpc>
                  <a:spcPts val="2759"/>
                </a:lnSpc>
              </a:pPr>
              <a:r>
                <a:rPr lang="en-US" sz="2299">
                  <a:solidFill>
                    <a:srgbClr val="1A1A2E"/>
                  </a:solidFill>
                  <a:latin typeface="Calibri (MS)"/>
                  <a:ea typeface="Calibri (MS)"/>
                  <a:cs typeface="Calibri (MS)"/>
                  <a:sym typeface="Calibri (MS)"/>
                </a:rPr>
                <a:t>Gestiona incidencias</a:t>
              </a:r>
            </a:p>
          </p:txBody>
        </p:sp>
      </p:grpSp>
      <p:grpSp>
        <p:nvGrpSpPr>
          <p:cNvPr name="Group 75" id="75"/>
          <p:cNvGrpSpPr/>
          <p:nvPr/>
        </p:nvGrpSpPr>
        <p:grpSpPr>
          <a:xfrm rot="0">
            <a:off x="7315200" y="7808976"/>
            <a:ext cx="640080" cy="744382"/>
            <a:chOff x="0" y="0"/>
            <a:chExt cx="853440" cy="992510"/>
          </a:xfrm>
        </p:grpSpPr>
        <p:sp>
          <p:nvSpPr>
            <p:cNvPr name="Freeform 76" id="76"/>
            <p:cNvSpPr/>
            <p:nvPr/>
          </p:nvSpPr>
          <p:spPr>
            <a:xfrm flipH="false" flipV="false" rot="0">
              <a:off x="0" y="0"/>
              <a:ext cx="853440" cy="992510"/>
            </a:xfrm>
            <a:custGeom>
              <a:avLst/>
              <a:gdLst/>
              <a:ahLst/>
              <a:cxnLst/>
              <a:rect r="r" b="b" t="t" l="l"/>
              <a:pathLst>
                <a:path h="992510" w="853440">
                  <a:moveTo>
                    <a:pt x="0" y="0"/>
                  </a:moveTo>
                  <a:lnTo>
                    <a:pt x="853440" y="0"/>
                  </a:lnTo>
                  <a:lnTo>
                    <a:pt x="853440" y="992510"/>
                  </a:lnTo>
                  <a:lnTo>
                    <a:pt x="0" y="992510"/>
                  </a:lnTo>
                  <a:close/>
                </a:path>
              </a:pathLst>
            </a:custGeom>
            <a:blipFill>
              <a:blip r:embed="rId3">
                <a:alphaModFix amt="0"/>
              </a:blip>
              <a:stretch>
                <a:fillRect l="-59974" t="0" r="-59974" b="26295"/>
              </a:stretch>
            </a:blipFill>
          </p:spPr>
        </p:sp>
        <p:sp>
          <p:nvSpPr>
            <p:cNvPr name="TextBox 77" id="77"/>
            <p:cNvSpPr txBox="true"/>
            <p:nvPr/>
          </p:nvSpPr>
          <p:spPr>
            <a:xfrm>
              <a:off x="0" y="-76200"/>
              <a:ext cx="853440" cy="1068710"/>
            </a:xfrm>
            <a:prstGeom prst="rect">
              <a:avLst/>
            </a:prstGeom>
          </p:spPr>
          <p:txBody>
            <a:bodyPr anchor="ctr" rtlCol="false" tIns="0" lIns="0" bIns="0" rIns="0"/>
            <a:lstStyle/>
            <a:p>
              <a:pPr algn="ctr">
                <a:lnSpc>
                  <a:spcPts val="4439"/>
                </a:lnSpc>
              </a:pPr>
              <a:r>
                <a:rPr lang="en-US" sz="3699">
                  <a:solidFill>
                    <a:srgbClr val="028090"/>
                  </a:solidFill>
                  <a:latin typeface="Calibri (MS)"/>
                  <a:ea typeface="Calibri (MS)"/>
                  <a:cs typeface="Calibri (MS)"/>
                  <a:sym typeface="Calibri (MS)"/>
                </a:rPr>
                <a:t>↓</a:t>
              </a:r>
            </a:p>
          </p:txBody>
        </p:sp>
      </p:grpSp>
      <p:grpSp>
        <p:nvGrpSpPr>
          <p:cNvPr name="Group 78" id="78"/>
          <p:cNvGrpSpPr/>
          <p:nvPr/>
        </p:nvGrpSpPr>
        <p:grpSpPr>
          <a:xfrm rot="0">
            <a:off x="5290823" y="8344919"/>
            <a:ext cx="4048763" cy="976379"/>
            <a:chOff x="0" y="0"/>
            <a:chExt cx="5398351" cy="1301839"/>
          </a:xfrm>
        </p:grpSpPr>
        <p:sp>
          <p:nvSpPr>
            <p:cNvPr name="Freeform 79" id="79"/>
            <p:cNvSpPr/>
            <p:nvPr/>
          </p:nvSpPr>
          <p:spPr>
            <a:xfrm flipH="false" flipV="false" rot="0">
              <a:off x="0" y="0"/>
              <a:ext cx="5398389" cy="1301877"/>
            </a:xfrm>
            <a:custGeom>
              <a:avLst/>
              <a:gdLst/>
              <a:ahLst/>
              <a:cxnLst/>
              <a:rect r="r" b="b" t="t" l="l"/>
              <a:pathLst>
                <a:path h="1301877" w="5398389">
                  <a:moveTo>
                    <a:pt x="0" y="200279"/>
                  </a:moveTo>
                  <a:cubicBezTo>
                    <a:pt x="0" y="89662"/>
                    <a:pt x="89662" y="0"/>
                    <a:pt x="200279" y="0"/>
                  </a:cubicBezTo>
                  <a:lnTo>
                    <a:pt x="5198110" y="0"/>
                  </a:lnTo>
                  <a:cubicBezTo>
                    <a:pt x="5308727" y="0"/>
                    <a:pt x="5398389" y="89662"/>
                    <a:pt x="5398389" y="200279"/>
                  </a:cubicBezTo>
                  <a:lnTo>
                    <a:pt x="5398389" y="1101598"/>
                  </a:lnTo>
                  <a:cubicBezTo>
                    <a:pt x="5398389" y="1212215"/>
                    <a:pt x="5308727" y="1301877"/>
                    <a:pt x="5198110" y="1301877"/>
                  </a:cubicBezTo>
                  <a:lnTo>
                    <a:pt x="200279" y="1301877"/>
                  </a:lnTo>
                  <a:cubicBezTo>
                    <a:pt x="89662" y="1301877"/>
                    <a:pt x="0" y="1212215"/>
                    <a:pt x="0" y="1101598"/>
                  </a:cubicBezTo>
                  <a:close/>
                </a:path>
              </a:pathLst>
            </a:custGeom>
            <a:solidFill>
              <a:srgbClr val="EBF2FA"/>
            </a:solidFill>
            <a:ln w="25400" cap="sq">
              <a:solidFill>
                <a:srgbClr val="CADCFC"/>
              </a:solidFill>
              <a:prstDash val="solid"/>
              <a:miter/>
            </a:ln>
          </p:spPr>
        </p:sp>
      </p:grpSp>
      <p:grpSp>
        <p:nvGrpSpPr>
          <p:cNvPr name="Group 80" id="80"/>
          <p:cNvGrpSpPr/>
          <p:nvPr/>
        </p:nvGrpSpPr>
        <p:grpSpPr>
          <a:xfrm rot="0">
            <a:off x="5394960" y="8449056"/>
            <a:ext cx="3840480" cy="768096"/>
            <a:chOff x="0" y="0"/>
            <a:chExt cx="5120640" cy="1024128"/>
          </a:xfrm>
        </p:grpSpPr>
        <p:sp>
          <p:nvSpPr>
            <p:cNvPr name="Freeform 81" id="81"/>
            <p:cNvSpPr/>
            <p:nvPr/>
          </p:nvSpPr>
          <p:spPr>
            <a:xfrm flipH="false" flipV="false" rot="0">
              <a:off x="0" y="0"/>
              <a:ext cx="5120640" cy="1024128"/>
            </a:xfrm>
            <a:custGeom>
              <a:avLst/>
              <a:gdLst/>
              <a:ahLst/>
              <a:cxnLst/>
              <a:rect r="r" b="b" t="t" l="l"/>
              <a:pathLst>
                <a:path h="1024128" w="5120640">
                  <a:moveTo>
                    <a:pt x="0" y="0"/>
                  </a:moveTo>
                  <a:lnTo>
                    <a:pt x="5120640" y="0"/>
                  </a:lnTo>
                  <a:lnTo>
                    <a:pt x="5120640" y="1024128"/>
                  </a:lnTo>
                  <a:lnTo>
                    <a:pt x="0" y="1024128"/>
                  </a:lnTo>
                  <a:close/>
                </a:path>
              </a:pathLst>
            </a:custGeom>
            <a:blipFill>
              <a:blip r:embed="rId3">
                <a:alphaModFix amt="0"/>
              </a:blip>
              <a:stretch>
                <a:fillRect l="0" t="-47425" r="0" b="-47425"/>
              </a:stretch>
            </a:blipFill>
          </p:spPr>
        </p:sp>
        <p:sp>
          <p:nvSpPr>
            <p:cNvPr name="TextBox 82" id="82"/>
            <p:cNvSpPr txBox="true"/>
            <p:nvPr/>
          </p:nvSpPr>
          <p:spPr>
            <a:xfrm>
              <a:off x="0" y="-47625"/>
              <a:ext cx="5120640" cy="1071753"/>
            </a:xfrm>
            <a:prstGeom prst="rect">
              <a:avLst/>
            </a:prstGeom>
          </p:spPr>
          <p:txBody>
            <a:bodyPr anchor="ctr" rtlCol="false" tIns="0" lIns="0" bIns="0" rIns="0"/>
            <a:lstStyle/>
            <a:p>
              <a:pPr algn="ctr">
                <a:lnSpc>
                  <a:spcPts val="2759"/>
                </a:lnSpc>
              </a:pPr>
              <a:r>
                <a:rPr lang="en-US" sz="2299">
                  <a:solidFill>
                    <a:srgbClr val="1A1A2E"/>
                  </a:solidFill>
                  <a:latin typeface="Calibri (MS)"/>
                  <a:ea typeface="Calibri (MS)"/>
                  <a:cs typeface="Calibri (MS)"/>
                  <a:sym typeface="Calibri (MS)"/>
                </a:rPr>
                <a:t>Finaliza práctica</a:t>
              </a:r>
            </a:p>
          </p:txBody>
        </p:sp>
      </p:grpSp>
      <p:grpSp>
        <p:nvGrpSpPr>
          <p:cNvPr name="Group 83" id="83"/>
          <p:cNvGrpSpPr/>
          <p:nvPr/>
        </p:nvGrpSpPr>
        <p:grpSpPr>
          <a:xfrm rot="0">
            <a:off x="9862823" y="1816103"/>
            <a:ext cx="7706363" cy="6974843"/>
            <a:chOff x="0" y="0"/>
            <a:chExt cx="10275151" cy="9299791"/>
          </a:xfrm>
        </p:grpSpPr>
        <p:sp>
          <p:nvSpPr>
            <p:cNvPr name="Freeform 84" id="84"/>
            <p:cNvSpPr/>
            <p:nvPr/>
          </p:nvSpPr>
          <p:spPr>
            <a:xfrm flipH="false" flipV="false" rot="0">
              <a:off x="0" y="0"/>
              <a:ext cx="10275062" cy="9299701"/>
            </a:xfrm>
            <a:custGeom>
              <a:avLst/>
              <a:gdLst/>
              <a:ahLst/>
              <a:cxnLst/>
              <a:rect r="r" b="b" t="t" l="l"/>
              <a:pathLst>
                <a:path h="9299701" w="10275062">
                  <a:moveTo>
                    <a:pt x="0" y="195707"/>
                  </a:moveTo>
                  <a:cubicBezTo>
                    <a:pt x="0" y="87630"/>
                    <a:pt x="87630" y="0"/>
                    <a:pt x="195707" y="0"/>
                  </a:cubicBezTo>
                  <a:lnTo>
                    <a:pt x="10079355" y="0"/>
                  </a:lnTo>
                  <a:cubicBezTo>
                    <a:pt x="10187432" y="0"/>
                    <a:pt x="10275062" y="87630"/>
                    <a:pt x="10275062" y="195707"/>
                  </a:cubicBezTo>
                  <a:lnTo>
                    <a:pt x="10275062" y="9103995"/>
                  </a:lnTo>
                  <a:cubicBezTo>
                    <a:pt x="10275062" y="9212072"/>
                    <a:pt x="10187432" y="9299701"/>
                    <a:pt x="10079355" y="9299701"/>
                  </a:cubicBezTo>
                  <a:lnTo>
                    <a:pt x="195707" y="9299701"/>
                  </a:lnTo>
                  <a:cubicBezTo>
                    <a:pt x="87630" y="9299829"/>
                    <a:pt x="0" y="9212199"/>
                    <a:pt x="0" y="9103995"/>
                  </a:cubicBezTo>
                  <a:close/>
                </a:path>
              </a:pathLst>
            </a:custGeom>
            <a:solidFill>
              <a:srgbClr val="1E2761"/>
            </a:solidFill>
            <a:ln w="25400" cap="sq">
              <a:solidFill>
                <a:srgbClr val="1E2761"/>
              </a:solidFill>
              <a:prstDash val="solid"/>
              <a:miter/>
            </a:ln>
          </p:spPr>
        </p:sp>
      </p:grpSp>
      <p:grpSp>
        <p:nvGrpSpPr>
          <p:cNvPr name="Group 85" id="85"/>
          <p:cNvGrpSpPr/>
          <p:nvPr/>
        </p:nvGrpSpPr>
        <p:grpSpPr>
          <a:xfrm rot="0">
            <a:off x="10058400" y="2103120"/>
            <a:ext cx="7315200" cy="1097280"/>
            <a:chOff x="0" y="0"/>
            <a:chExt cx="9753600" cy="1463040"/>
          </a:xfrm>
        </p:grpSpPr>
        <p:sp>
          <p:nvSpPr>
            <p:cNvPr name="Freeform 86" id="86"/>
            <p:cNvSpPr/>
            <p:nvPr/>
          </p:nvSpPr>
          <p:spPr>
            <a:xfrm flipH="false" flipV="false" rot="0">
              <a:off x="0" y="0"/>
              <a:ext cx="9753600" cy="1463040"/>
            </a:xfrm>
            <a:custGeom>
              <a:avLst/>
              <a:gdLst/>
              <a:ahLst/>
              <a:cxnLst/>
              <a:rect r="r" b="b" t="t" l="l"/>
              <a:pathLst>
                <a:path h="1463040" w="9753600">
                  <a:moveTo>
                    <a:pt x="0" y="0"/>
                  </a:moveTo>
                  <a:lnTo>
                    <a:pt x="9753600" y="0"/>
                  </a:lnTo>
                  <a:lnTo>
                    <a:pt x="9753600" y="1463040"/>
                  </a:lnTo>
                  <a:lnTo>
                    <a:pt x="0" y="1463040"/>
                  </a:lnTo>
                  <a:close/>
                </a:path>
              </a:pathLst>
            </a:custGeom>
            <a:blipFill>
              <a:blip r:embed="rId3">
                <a:alphaModFix amt="0"/>
              </a:blip>
              <a:stretch>
                <a:fillRect l="0" t="-79900" r="0" b="-79900"/>
              </a:stretch>
            </a:blipFill>
          </p:spPr>
        </p:sp>
        <p:sp>
          <p:nvSpPr>
            <p:cNvPr name="TextBox 87" id="87"/>
            <p:cNvSpPr txBox="true"/>
            <p:nvPr/>
          </p:nvSpPr>
          <p:spPr>
            <a:xfrm>
              <a:off x="0" y="-57150"/>
              <a:ext cx="9753600" cy="1520190"/>
            </a:xfrm>
            <a:prstGeom prst="rect">
              <a:avLst/>
            </a:prstGeom>
          </p:spPr>
          <p:txBody>
            <a:bodyPr anchor="ctr" rtlCol="false" tIns="0" lIns="0" bIns="0" rIns="0"/>
            <a:lstStyle/>
            <a:p>
              <a:pPr algn="ctr">
                <a:lnSpc>
                  <a:spcPts val="3479"/>
                </a:lnSpc>
              </a:pPr>
              <a:r>
                <a:rPr lang="en-US" sz="2899" b="true">
                  <a:solidFill>
                    <a:srgbClr val="02C39A"/>
                  </a:solidFill>
                  <a:latin typeface="Calibri (MS) Bold"/>
                  <a:ea typeface="Calibri (MS) Bold"/>
                  <a:cs typeface="Calibri (MS) Bold"/>
                  <a:sym typeface="Calibri (MS) Bold"/>
                </a:rPr>
                <a:t>RESULTADO</a:t>
              </a:r>
            </a:p>
            <a:p>
              <a:pPr algn="ctr">
                <a:lnSpc>
                  <a:spcPts val="3479"/>
                </a:lnSpc>
              </a:pPr>
              <a:r>
                <a:rPr lang="en-US" sz="2899" b="true">
                  <a:solidFill>
                    <a:srgbClr val="02C39A"/>
                  </a:solidFill>
                  <a:latin typeface="Calibri (MS) Bold"/>
                  <a:ea typeface="Calibri (MS) Bold"/>
                  <a:cs typeface="Calibri (MS) Bold"/>
                  <a:sym typeface="Calibri (MS) Bold"/>
                </a:rPr>
                <a:t>CLAVE</a:t>
              </a:r>
            </a:p>
          </p:txBody>
        </p:sp>
      </p:grpSp>
      <p:grpSp>
        <p:nvGrpSpPr>
          <p:cNvPr name="Group 88" id="88"/>
          <p:cNvGrpSpPr/>
          <p:nvPr/>
        </p:nvGrpSpPr>
        <p:grpSpPr>
          <a:xfrm rot="0">
            <a:off x="10149840" y="3383280"/>
            <a:ext cx="7132320" cy="822960"/>
            <a:chOff x="0" y="0"/>
            <a:chExt cx="9509760" cy="1097280"/>
          </a:xfrm>
        </p:grpSpPr>
        <p:sp>
          <p:nvSpPr>
            <p:cNvPr name="Freeform 89" id="89"/>
            <p:cNvSpPr/>
            <p:nvPr/>
          </p:nvSpPr>
          <p:spPr>
            <a:xfrm flipH="false" flipV="false" rot="0">
              <a:off x="0" y="0"/>
              <a:ext cx="9509760" cy="1097280"/>
            </a:xfrm>
            <a:custGeom>
              <a:avLst/>
              <a:gdLst/>
              <a:ahLst/>
              <a:cxnLst/>
              <a:rect r="r" b="b" t="t" l="l"/>
              <a:pathLst>
                <a:path h="1097280" w="9509760">
                  <a:moveTo>
                    <a:pt x="0" y="0"/>
                  </a:moveTo>
                  <a:lnTo>
                    <a:pt x="9509760" y="0"/>
                  </a:lnTo>
                  <a:lnTo>
                    <a:pt x="9509760" y="1097280"/>
                  </a:lnTo>
                  <a:lnTo>
                    <a:pt x="0" y="1097280"/>
                  </a:lnTo>
                  <a:close/>
                </a:path>
              </a:pathLst>
            </a:custGeom>
            <a:blipFill>
              <a:blip r:embed="rId3">
                <a:alphaModFix amt="0"/>
              </a:blip>
              <a:stretch>
                <a:fillRect l="0" t="-118870" r="0" b="-118870"/>
              </a:stretch>
            </a:blipFill>
          </p:spPr>
        </p:sp>
        <p:sp>
          <p:nvSpPr>
            <p:cNvPr name="TextBox 90" id="90"/>
            <p:cNvSpPr txBox="true"/>
            <p:nvPr/>
          </p:nvSpPr>
          <p:spPr>
            <a:xfrm>
              <a:off x="0" y="-47625"/>
              <a:ext cx="9509760" cy="1144905"/>
            </a:xfrm>
            <a:prstGeom prst="rect">
              <a:avLst/>
            </a:prstGeom>
          </p:spPr>
          <p:txBody>
            <a:bodyPr anchor="ctr" rtlCol="false" tIns="0" lIns="0" bIns="0" rIns="0"/>
            <a:lstStyle/>
            <a:p>
              <a:pPr algn="l">
                <a:lnSpc>
                  <a:spcPts val="2999"/>
                </a:lnSpc>
              </a:pPr>
              <a:r>
                <a:rPr lang="en-US" sz="2499">
                  <a:solidFill>
                    <a:srgbClr val="FFFFFF"/>
                  </a:solidFill>
                  <a:latin typeface="Calibri (MS)"/>
                  <a:ea typeface="Calibri (MS)"/>
                  <a:cs typeface="Calibri (MS)"/>
                  <a:sym typeface="Calibri (MS)"/>
                </a:rPr>
                <a:t>✓ Registro formal del proceso</a:t>
              </a:r>
            </a:p>
          </p:txBody>
        </p:sp>
      </p:grpSp>
      <p:grpSp>
        <p:nvGrpSpPr>
          <p:cNvPr name="Group 91" id="91"/>
          <p:cNvGrpSpPr/>
          <p:nvPr/>
        </p:nvGrpSpPr>
        <p:grpSpPr>
          <a:xfrm rot="0">
            <a:off x="10149840" y="4389120"/>
            <a:ext cx="7132320" cy="822960"/>
            <a:chOff x="0" y="0"/>
            <a:chExt cx="9509760" cy="1097280"/>
          </a:xfrm>
        </p:grpSpPr>
        <p:sp>
          <p:nvSpPr>
            <p:cNvPr name="Freeform 92" id="92"/>
            <p:cNvSpPr/>
            <p:nvPr/>
          </p:nvSpPr>
          <p:spPr>
            <a:xfrm flipH="false" flipV="false" rot="0">
              <a:off x="0" y="0"/>
              <a:ext cx="9509760" cy="1097280"/>
            </a:xfrm>
            <a:custGeom>
              <a:avLst/>
              <a:gdLst/>
              <a:ahLst/>
              <a:cxnLst/>
              <a:rect r="r" b="b" t="t" l="l"/>
              <a:pathLst>
                <a:path h="1097280" w="9509760">
                  <a:moveTo>
                    <a:pt x="0" y="0"/>
                  </a:moveTo>
                  <a:lnTo>
                    <a:pt x="9509760" y="0"/>
                  </a:lnTo>
                  <a:lnTo>
                    <a:pt x="9509760" y="1097280"/>
                  </a:lnTo>
                  <a:lnTo>
                    <a:pt x="0" y="1097280"/>
                  </a:lnTo>
                  <a:close/>
                </a:path>
              </a:pathLst>
            </a:custGeom>
            <a:blipFill>
              <a:blip r:embed="rId3">
                <a:alphaModFix amt="0"/>
              </a:blip>
              <a:stretch>
                <a:fillRect l="0" t="-118870" r="0" b="-118870"/>
              </a:stretch>
            </a:blipFill>
          </p:spPr>
        </p:sp>
        <p:sp>
          <p:nvSpPr>
            <p:cNvPr name="TextBox 93" id="93"/>
            <p:cNvSpPr txBox="true"/>
            <p:nvPr/>
          </p:nvSpPr>
          <p:spPr>
            <a:xfrm>
              <a:off x="0" y="-47625"/>
              <a:ext cx="9509760" cy="1144905"/>
            </a:xfrm>
            <a:prstGeom prst="rect">
              <a:avLst/>
            </a:prstGeom>
          </p:spPr>
          <p:txBody>
            <a:bodyPr anchor="ctr" rtlCol="false" tIns="0" lIns="0" bIns="0" rIns="0"/>
            <a:lstStyle/>
            <a:p>
              <a:pPr algn="l">
                <a:lnSpc>
                  <a:spcPts val="2999"/>
                </a:lnSpc>
              </a:pPr>
              <a:r>
                <a:rPr lang="en-US" sz="2499">
                  <a:solidFill>
                    <a:srgbClr val="FFFFFF"/>
                  </a:solidFill>
                  <a:latin typeface="Calibri (MS)"/>
                  <a:ea typeface="Calibri (MS)"/>
                  <a:cs typeface="Calibri (MS)"/>
                  <a:sym typeface="Calibri (MS)"/>
                </a:rPr>
                <a:t>✓ Visibilidad del estado actual</a:t>
              </a:r>
            </a:p>
          </p:txBody>
        </p:sp>
      </p:grpSp>
      <p:grpSp>
        <p:nvGrpSpPr>
          <p:cNvPr name="Group 94" id="94"/>
          <p:cNvGrpSpPr/>
          <p:nvPr/>
        </p:nvGrpSpPr>
        <p:grpSpPr>
          <a:xfrm rot="0">
            <a:off x="10149840" y="5394960"/>
            <a:ext cx="7132320" cy="822960"/>
            <a:chOff x="0" y="0"/>
            <a:chExt cx="9509760" cy="1097280"/>
          </a:xfrm>
        </p:grpSpPr>
        <p:sp>
          <p:nvSpPr>
            <p:cNvPr name="Freeform 95" id="95"/>
            <p:cNvSpPr/>
            <p:nvPr/>
          </p:nvSpPr>
          <p:spPr>
            <a:xfrm flipH="false" flipV="false" rot="0">
              <a:off x="0" y="0"/>
              <a:ext cx="9509760" cy="1097280"/>
            </a:xfrm>
            <a:custGeom>
              <a:avLst/>
              <a:gdLst/>
              <a:ahLst/>
              <a:cxnLst/>
              <a:rect r="r" b="b" t="t" l="l"/>
              <a:pathLst>
                <a:path h="1097280" w="9509760">
                  <a:moveTo>
                    <a:pt x="0" y="0"/>
                  </a:moveTo>
                  <a:lnTo>
                    <a:pt x="9509760" y="0"/>
                  </a:lnTo>
                  <a:lnTo>
                    <a:pt x="9509760" y="1097280"/>
                  </a:lnTo>
                  <a:lnTo>
                    <a:pt x="0" y="1097280"/>
                  </a:lnTo>
                  <a:close/>
                </a:path>
              </a:pathLst>
            </a:custGeom>
            <a:blipFill>
              <a:blip r:embed="rId3">
                <a:alphaModFix amt="0"/>
              </a:blip>
              <a:stretch>
                <a:fillRect l="0" t="-118870" r="0" b="-118870"/>
              </a:stretch>
            </a:blipFill>
          </p:spPr>
        </p:sp>
        <p:sp>
          <p:nvSpPr>
            <p:cNvPr name="TextBox 96" id="96"/>
            <p:cNvSpPr txBox="true"/>
            <p:nvPr/>
          </p:nvSpPr>
          <p:spPr>
            <a:xfrm>
              <a:off x="0" y="-47625"/>
              <a:ext cx="9509760" cy="1144905"/>
            </a:xfrm>
            <a:prstGeom prst="rect">
              <a:avLst/>
            </a:prstGeom>
          </p:spPr>
          <p:txBody>
            <a:bodyPr anchor="ctr" rtlCol="false" tIns="0" lIns="0" bIns="0" rIns="0"/>
            <a:lstStyle/>
            <a:p>
              <a:pPr algn="l">
                <a:lnSpc>
                  <a:spcPts val="2999"/>
                </a:lnSpc>
              </a:pPr>
              <a:r>
                <a:rPr lang="en-US" sz="2499">
                  <a:solidFill>
                    <a:srgbClr val="FFFFFF"/>
                  </a:solidFill>
                  <a:latin typeface="Calibri (MS)"/>
                  <a:ea typeface="Calibri (MS)"/>
                  <a:cs typeface="Calibri (MS)"/>
                  <a:sym typeface="Calibri (MS)"/>
                </a:rPr>
                <a:t>✓ Historial de seguimientos</a:t>
              </a:r>
            </a:p>
          </p:txBody>
        </p:sp>
      </p:grpSp>
      <p:grpSp>
        <p:nvGrpSpPr>
          <p:cNvPr name="Group 97" id="97"/>
          <p:cNvGrpSpPr/>
          <p:nvPr/>
        </p:nvGrpSpPr>
        <p:grpSpPr>
          <a:xfrm rot="0">
            <a:off x="10149840" y="6400800"/>
            <a:ext cx="7132320" cy="822960"/>
            <a:chOff x="0" y="0"/>
            <a:chExt cx="9509760" cy="1097280"/>
          </a:xfrm>
        </p:grpSpPr>
        <p:sp>
          <p:nvSpPr>
            <p:cNvPr name="Freeform 98" id="98"/>
            <p:cNvSpPr/>
            <p:nvPr/>
          </p:nvSpPr>
          <p:spPr>
            <a:xfrm flipH="false" flipV="false" rot="0">
              <a:off x="0" y="0"/>
              <a:ext cx="9509760" cy="1097280"/>
            </a:xfrm>
            <a:custGeom>
              <a:avLst/>
              <a:gdLst/>
              <a:ahLst/>
              <a:cxnLst/>
              <a:rect r="r" b="b" t="t" l="l"/>
              <a:pathLst>
                <a:path h="1097280" w="9509760">
                  <a:moveTo>
                    <a:pt x="0" y="0"/>
                  </a:moveTo>
                  <a:lnTo>
                    <a:pt x="9509760" y="0"/>
                  </a:lnTo>
                  <a:lnTo>
                    <a:pt x="9509760" y="1097280"/>
                  </a:lnTo>
                  <a:lnTo>
                    <a:pt x="0" y="1097280"/>
                  </a:lnTo>
                  <a:close/>
                </a:path>
              </a:pathLst>
            </a:custGeom>
            <a:blipFill>
              <a:blip r:embed="rId3">
                <a:alphaModFix amt="0"/>
              </a:blip>
              <a:stretch>
                <a:fillRect l="0" t="-118870" r="0" b="-118870"/>
              </a:stretch>
            </a:blipFill>
          </p:spPr>
        </p:sp>
        <p:sp>
          <p:nvSpPr>
            <p:cNvPr name="TextBox 99" id="99"/>
            <p:cNvSpPr txBox="true"/>
            <p:nvPr/>
          </p:nvSpPr>
          <p:spPr>
            <a:xfrm>
              <a:off x="0" y="-47625"/>
              <a:ext cx="9509760" cy="1144905"/>
            </a:xfrm>
            <a:prstGeom prst="rect">
              <a:avLst/>
            </a:prstGeom>
          </p:spPr>
          <p:txBody>
            <a:bodyPr anchor="ctr" rtlCol="false" tIns="0" lIns="0" bIns="0" rIns="0"/>
            <a:lstStyle/>
            <a:p>
              <a:pPr algn="l">
                <a:lnSpc>
                  <a:spcPts val="2999"/>
                </a:lnSpc>
              </a:pPr>
              <a:r>
                <a:rPr lang="en-US" sz="2499">
                  <a:solidFill>
                    <a:srgbClr val="FFFFFF"/>
                  </a:solidFill>
                  <a:latin typeface="Calibri (MS)"/>
                  <a:ea typeface="Calibri (MS)"/>
                  <a:cs typeface="Calibri (MS)"/>
                  <a:sym typeface="Calibri (MS)"/>
                </a:rPr>
                <a:t>✓ Alertas por incidencias</a:t>
              </a:r>
            </a:p>
          </p:txBody>
        </p:sp>
      </p:grpSp>
      <p:grpSp>
        <p:nvGrpSpPr>
          <p:cNvPr name="Group 100" id="100"/>
          <p:cNvGrpSpPr/>
          <p:nvPr/>
        </p:nvGrpSpPr>
        <p:grpSpPr>
          <a:xfrm rot="0">
            <a:off x="10149840" y="7406640"/>
            <a:ext cx="7132320" cy="822960"/>
            <a:chOff x="0" y="0"/>
            <a:chExt cx="9509760" cy="1097280"/>
          </a:xfrm>
        </p:grpSpPr>
        <p:sp>
          <p:nvSpPr>
            <p:cNvPr name="Freeform 101" id="101"/>
            <p:cNvSpPr/>
            <p:nvPr/>
          </p:nvSpPr>
          <p:spPr>
            <a:xfrm flipH="false" flipV="false" rot="0">
              <a:off x="0" y="0"/>
              <a:ext cx="9509760" cy="1097280"/>
            </a:xfrm>
            <a:custGeom>
              <a:avLst/>
              <a:gdLst/>
              <a:ahLst/>
              <a:cxnLst/>
              <a:rect r="r" b="b" t="t" l="l"/>
              <a:pathLst>
                <a:path h="1097280" w="9509760">
                  <a:moveTo>
                    <a:pt x="0" y="0"/>
                  </a:moveTo>
                  <a:lnTo>
                    <a:pt x="9509760" y="0"/>
                  </a:lnTo>
                  <a:lnTo>
                    <a:pt x="9509760" y="1097280"/>
                  </a:lnTo>
                  <a:lnTo>
                    <a:pt x="0" y="1097280"/>
                  </a:lnTo>
                  <a:close/>
                </a:path>
              </a:pathLst>
            </a:custGeom>
            <a:blipFill>
              <a:blip r:embed="rId3">
                <a:alphaModFix amt="0"/>
              </a:blip>
              <a:stretch>
                <a:fillRect l="0" t="-118870" r="0" b="-118870"/>
              </a:stretch>
            </a:blipFill>
          </p:spPr>
        </p:sp>
        <p:sp>
          <p:nvSpPr>
            <p:cNvPr name="TextBox 102" id="102"/>
            <p:cNvSpPr txBox="true"/>
            <p:nvPr/>
          </p:nvSpPr>
          <p:spPr>
            <a:xfrm>
              <a:off x="0" y="-47625"/>
              <a:ext cx="9509760" cy="1144905"/>
            </a:xfrm>
            <a:prstGeom prst="rect">
              <a:avLst/>
            </a:prstGeom>
          </p:spPr>
          <p:txBody>
            <a:bodyPr anchor="ctr" rtlCol="false" tIns="0" lIns="0" bIns="0" rIns="0"/>
            <a:lstStyle/>
            <a:p>
              <a:pPr algn="l">
                <a:lnSpc>
                  <a:spcPts val="2999"/>
                </a:lnSpc>
              </a:pPr>
              <a:r>
                <a:rPr lang="en-US" sz="2499">
                  <a:solidFill>
                    <a:srgbClr val="FFFFFF"/>
                  </a:solidFill>
                  <a:latin typeface="Calibri (MS)"/>
                  <a:ea typeface="Calibri (MS)"/>
                  <a:cs typeface="Calibri (MS)"/>
                  <a:sym typeface="Calibri (MS)"/>
                </a:rPr>
                <a:t>✓ Cierre documentado</a:t>
              </a:r>
            </a:p>
          </p:txBody>
        </p:sp>
      </p:grpSp>
      <p:sp>
        <p:nvSpPr>
          <p:cNvPr name="Freeform 103" id="103"/>
          <p:cNvSpPr/>
          <p:nvPr/>
        </p:nvSpPr>
        <p:spPr>
          <a:xfrm flipH="false" flipV="false" rot="0">
            <a:off x="13644173" y="170126"/>
            <a:ext cx="4226777" cy="1056694"/>
          </a:xfrm>
          <a:custGeom>
            <a:avLst/>
            <a:gdLst/>
            <a:ahLst/>
            <a:cxnLst/>
            <a:rect r="r" b="b" t="t" l="l"/>
            <a:pathLst>
              <a:path h="1056694" w="4226777">
                <a:moveTo>
                  <a:pt x="0" y="0"/>
                </a:moveTo>
                <a:lnTo>
                  <a:pt x="4226777" y="0"/>
                </a:lnTo>
                <a:lnTo>
                  <a:pt x="4226777" y="1056694"/>
                </a:lnTo>
                <a:lnTo>
                  <a:pt x="0" y="1056694"/>
                </a:lnTo>
                <a:lnTo>
                  <a:pt x="0" y="0"/>
                </a:lnTo>
                <a:close/>
              </a:path>
            </a:pathLst>
          </a:custGeom>
          <a:blipFill>
            <a:blip r:embed="rId4"/>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9966960" cy="1645920"/>
            <a:chOff x="0" y="0"/>
            <a:chExt cx="13289280" cy="2194560"/>
          </a:xfrm>
        </p:grpSpPr>
        <p:sp>
          <p:nvSpPr>
            <p:cNvPr name="Freeform 3" id="3"/>
            <p:cNvSpPr/>
            <p:nvPr/>
          </p:nvSpPr>
          <p:spPr>
            <a:xfrm flipH="false" flipV="false" rot="0">
              <a:off x="0" y="0"/>
              <a:ext cx="13289280" cy="2194560"/>
            </a:xfrm>
            <a:custGeom>
              <a:avLst/>
              <a:gdLst/>
              <a:ahLst/>
              <a:cxnLst/>
              <a:rect r="r" b="b" t="t" l="l"/>
              <a:pathLst>
                <a:path h="2194560" w="13289280">
                  <a:moveTo>
                    <a:pt x="0" y="0"/>
                  </a:moveTo>
                  <a:lnTo>
                    <a:pt x="13289280" y="0"/>
                  </a:lnTo>
                  <a:lnTo>
                    <a:pt x="13289280" y="2194560"/>
                  </a:lnTo>
                  <a:lnTo>
                    <a:pt x="0" y="2194560"/>
                  </a:lnTo>
                  <a:close/>
                </a:path>
              </a:pathLst>
            </a:custGeom>
            <a:solidFill>
              <a:srgbClr val="028090"/>
            </a:solidFill>
          </p:spPr>
        </p:sp>
      </p:grpSp>
      <p:grpSp>
        <p:nvGrpSpPr>
          <p:cNvPr name="Group 4" id="4"/>
          <p:cNvGrpSpPr/>
          <p:nvPr/>
        </p:nvGrpSpPr>
        <p:grpSpPr>
          <a:xfrm rot="0">
            <a:off x="914400" y="274320"/>
            <a:ext cx="8622471" cy="1097280"/>
            <a:chOff x="0" y="0"/>
            <a:chExt cx="11496628" cy="1463040"/>
          </a:xfrm>
        </p:grpSpPr>
        <p:sp>
          <p:nvSpPr>
            <p:cNvPr name="Freeform 5" id="5"/>
            <p:cNvSpPr/>
            <p:nvPr/>
          </p:nvSpPr>
          <p:spPr>
            <a:xfrm flipH="false" flipV="false" rot="0">
              <a:off x="0" y="0"/>
              <a:ext cx="11496628" cy="1463040"/>
            </a:xfrm>
            <a:custGeom>
              <a:avLst/>
              <a:gdLst/>
              <a:ahLst/>
              <a:cxnLst/>
              <a:rect r="r" b="b" t="t" l="l"/>
              <a:pathLst>
                <a:path h="1463040" w="11496628">
                  <a:moveTo>
                    <a:pt x="0" y="0"/>
                  </a:moveTo>
                  <a:lnTo>
                    <a:pt x="11496628" y="0"/>
                  </a:lnTo>
                  <a:lnTo>
                    <a:pt x="11496628" y="1463040"/>
                  </a:lnTo>
                  <a:lnTo>
                    <a:pt x="0" y="1463040"/>
                  </a:lnTo>
                  <a:close/>
                </a:path>
              </a:pathLst>
            </a:custGeom>
            <a:blipFill>
              <a:blip r:embed="rId3">
                <a:alphaModFix amt="0"/>
              </a:blip>
              <a:stretch>
                <a:fillRect l="0" t="-242275" r="-90887" b="-242275"/>
              </a:stretch>
            </a:blipFill>
          </p:spPr>
        </p:sp>
        <p:sp>
          <p:nvSpPr>
            <p:cNvPr name="TextBox 6" id="6"/>
            <p:cNvSpPr txBox="true"/>
            <p:nvPr/>
          </p:nvSpPr>
          <p:spPr>
            <a:xfrm>
              <a:off x="0" y="-85725"/>
              <a:ext cx="11496628" cy="1548765"/>
            </a:xfrm>
            <a:prstGeom prst="rect">
              <a:avLst/>
            </a:prstGeom>
          </p:spPr>
          <p:txBody>
            <a:bodyPr anchor="ctr" rtlCol="false" tIns="0" lIns="0" bIns="0" rIns="0"/>
            <a:lstStyle/>
            <a:p>
              <a:pPr algn="l">
                <a:lnSpc>
                  <a:spcPts val="5759"/>
                </a:lnSpc>
              </a:pPr>
              <a:r>
                <a:rPr lang="en-US" sz="4800" b="true">
                  <a:solidFill>
                    <a:srgbClr val="FFFFFF"/>
                  </a:solidFill>
                  <a:latin typeface="Calibri (MS) Bold"/>
                  <a:ea typeface="Calibri (MS) Bold"/>
                  <a:cs typeface="Calibri (MS) Bold"/>
                  <a:sym typeface="Calibri (MS) Bold"/>
                </a:rPr>
                <a:t>Producto Mínimo Viable — PMV</a:t>
              </a:r>
            </a:p>
          </p:txBody>
        </p:sp>
      </p:grpSp>
      <p:grpSp>
        <p:nvGrpSpPr>
          <p:cNvPr name="Group 7" id="7"/>
          <p:cNvGrpSpPr/>
          <p:nvPr/>
        </p:nvGrpSpPr>
        <p:grpSpPr>
          <a:xfrm rot="0">
            <a:off x="718823" y="1907543"/>
            <a:ext cx="3957323" cy="3134363"/>
            <a:chOff x="0" y="0"/>
            <a:chExt cx="5276431" cy="4179151"/>
          </a:xfrm>
        </p:grpSpPr>
        <p:sp>
          <p:nvSpPr>
            <p:cNvPr name="Freeform 8" id="8"/>
            <p:cNvSpPr/>
            <p:nvPr/>
          </p:nvSpPr>
          <p:spPr>
            <a:xfrm flipH="false" flipV="false" rot="0">
              <a:off x="0" y="0"/>
              <a:ext cx="5276469" cy="4179189"/>
            </a:xfrm>
            <a:custGeom>
              <a:avLst/>
              <a:gdLst/>
              <a:ahLst/>
              <a:cxnLst/>
              <a:rect r="r" b="b" t="t" l="l"/>
              <a:pathLst>
                <a:path h="4179189" w="5276469">
                  <a:moveTo>
                    <a:pt x="0" y="196723"/>
                  </a:moveTo>
                  <a:cubicBezTo>
                    <a:pt x="0" y="88011"/>
                    <a:pt x="88011" y="0"/>
                    <a:pt x="196723" y="0"/>
                  </a:cubicBezTo>
                  <a:lnTo>
                    <a:pt x="5079746" y="0"/>
                  </a:lnTo>
                  <a:cubicBezTo>
                    <a:pt x="5188331" y="0"/>
                    <a:pt x="5276469" y="88011"/>
                    <a:pt x="5276469" y="196723"/>
                  </a:cubicBezTo>
                  <a:lnTo>
                    <a:pt x="5276469" y="3982466"/>
                  </a:lnTo>
                  <a:cubicBezTo>
                    <a:pt x="5276469" y="4091051"/>
                    <a:pt x="5188458" y="4179189"/>
                    <a:pt x="5079746" y="4179189"/>
                  </a:cubicBezTo>
                  <a:lnTo>
                    <a:pt x="196723" y="4179189"/>
                  </a:lnTo>
                  <a:cubicBezTo>
                    <a:pt x="88011" y="4179189"/>
                    <a:pt x="0" y="4091051"/>
                    <a:pt x="0" y="3982466"/>
                  </a:cubicBezTo>
                  <a:close/>
                </a:path>
              </a:pathLst>
            </a:custGeom>
            <a:solidFill>
              <a:srgbClr val="FFFFFF"/>
            </a:solidFill>
            <a:ln w="25400" cap="sq">
              <a:solidFill>
                <a:srgbClr val="CADCFC"/>
              </a:solidFill>
              <a:prstDash val="solid"/>
              <a:miter/>
            </a:ln>
          </p:spPr>
        </p:sp>
      </p:grpSp>
      <p:grpSp>
        <p:nvGrpSpPr>
          <p:cNvPr name="Group 9" id="9"/>
          <p:cNvGrpSpPr/>
          <p:nvPr/>
        </p:nvGrpSpPr>
        <p:grpSpPr>
          <a:xfrm rot="0">
            <a:off x="901703" y="2126999"/>
            <a:ext cx="848363" cy="848363"/>
            <a:chOff x="0" y="0"/>
            <a:chExt cx="1131151" cy="1131151"/>
          </a:xfrm>
        </p:grpSpPr>
        <p:sp>
          <p:nvSpPr>
            <p:cNvPr name="Freeform 10" id="10"/>
            <p:cNvSpPr/>
            <p:nvPr/>
          </p:nvSpPr>
          <p:spPr>
            <a:xfrm flipH="false" flipV="false" rot="0">
              <a:off x="0" y="0"/>
              <a:ext cx="1131189" cy="1131189"/>
            </a:xfrm>
            <a:custGeom>
              <a:avLst/>
              <a:gdLst/>
              <a:ahLst/>
              <a:cxnLst/>
              <a:rect r="r" b="b" t="t" l="l"/>
              <a:pathLst>
                <a:path h="1131189" w="1131189">
                  <a:moveTo>
                    <a:pt x="0" y="565531"/>
                  </a:moveTo>
                  <a:cubicBezTo>
                    <a:pt x="0" y="253238"/>
                    <a:pt x="253238" y="0"/>
                    <a:pt x="565531" y="0"/>
                  </a:cubicBezTo>
                  <a:cubicBezTo>
                    <a:pt x="877824" y="0"/>
                    <a:pt x="1131189" y="253238"/>
                    <a:pt x="1131189" y="565531"/>
                  </a:cubicBezTo>
                  <a:cubicBezTo>
                    <a:pt x="1131189" y="877824"/>
                    <a:pt x="877951" y="1131189"/>
                    <a:pt x="565531" y="1131189"/>
                  </a:cubicBezTo>
                  <a:cubicBezTo>
                    <a:pt x="253111" y="1131189"/>
                    <a:pt x="0" y="877951"/>
                    <a:pt x="0" y="565531"/>
                  </a:cubicBezTo>
                  <a:close/>
                </a:path>
              </a:pathLst>
            </a:custGeom>
            <a:solidFill>
              <a:srgbClr val="028090"/>
            </a:solidFill>
            <a:ln w="25400" cap="sq">
              <a:solidFill>
                <a:srgbClr val="028090"/>
              </a:solidFill>
              <a:prstDash val="solid"/>
              <a:miter/>
            </a:ln>
          </p:spPr>
        </p:sp>
      </p:grpSp>
      <p:grpSp>
        <p:nvGrpSpPr>
          <p:cNvPr name="Group 11" id="11"/>
          <p:cNvGrpSpPr/>
          <p:nvPr/>
        </p:nvGrpSpPr>
        <p:grpSpPr>
          <a:xfrm rot="0">
            <a:off x="914400" y="2139696"/>
            <a:ext cx="822960" cy="822960"/>
            <a:chOff x="0" y="0"/>
            <a:chExt cx="1097280" cy="1097280"/>
          </a:xfrm>
        </p:grpSpPr>
        <p:sp>
          <p:nvSpPr>
            <p:cNvPr name="Freeform 12" id="12"/>
            <p:cNvSpPr/>
            <p:nvPr/>
          </p:nvSpPr>
          <p:spPr>
            <a:xfrm flipH="false" flipV="false" rot="0">
              <a:off x="0" y="0"/>
              <a:ext cx="1097280" cy="1097280"/>
            </a:xfrm>
            <a:custGeom>
              <a:avLst/>
              <a:gdLst/>
              <a:ahLst/>
              <a:cxnLst/>
              <a:rect r="r" b="b" t="t" l="l"/>
              <a:pathLst>
                <a:path h="1097280" w="1097280">
                  <a:moveTo>
                    <a:pt x="0" y="0"/>
                  </a:moveTo>
                  <a:lnTo>
                    <a:pt x="1097280" y="0"/>
                  </a:lnTo>
                  <a:lnTo>
                    <a:pt x="1097280" y="1097280"/>
                  </a:lnTo>
                  <a:lnTo>
                    <a:pt x="0" y="1097280"/>
                  </a:lnTo>
                  <a:close/>
                </a:path>
              </a:pathLst>
            </a:custGeom>
            <a:blipFill>
              <a:blip r:embed="rId3">
                <a:alphaModFix amt="0"/>
              </a:blip>
              <a:stretch>
                <a:fillRect l="-78303" t="0" r="-78303" b="0"/>
              </a:stretch>
            </a:blipFill>
          </p:spPr>
        </p:sp>
        <p:sp>
          <p:nvSpPr>
            <p:cNvPr name="TextBox 13" id="13"/>
            <p:cNvSpPr txBox="true"/>
            <p:nvPr/>
          </p:nvSpPr>
          <p:spPr>
            <a:xfrm>
              <a:off x="0" y="-47625"/>
              <a:ext cx="1097280" cy="1144905"/>
            </a:xfrm>
            <a:prstGeom prst="rect">
              <a:avLst/>
            </a:prstGeom>
          </p:spPr>
          <p:txBody>
            <a:bodyPr anchor="ctr" rtlCol="false" tIns="0" lIns="0" bIns="0" rIns="0"/>
            <a:lstStyle/>
            <a:p>
              <a:pPr algn="ctr">
                <a:lnSpc>
                  <a:spcPts val="2639"/>
                </a:lnSpc>
              </a:pPr>
              <a:r>
                <a:rPr lang="en-US" sz="2199" b="true">
                  <a:solidFill>
                    <a:srgbClr val="FFFFFF"/>
                  </a:solidFill>
                  <a:latin typeface="Calibri (MS) Bold"/>
                  <a:ea typeface="Calibri (MS) Bold"/>
                  <a:cs typeface="Calibri (MS) Bold"/>
                  <a:sym typeface="Calibri (MS) Bold"/>
                </a:rPr>
                <a:t>01</a:t>
              </a:r>
            </a:p>
          </p:txBody>
        </p:sp>
      </p:grpSp>
      <p:grpSp>
        <p:nvGrpSpPr>
          <p:cNvPr name="Group 14" id="14"/>
          <p:cNvGrpSpPr/>
          <p:nvPr/>
        </p:nvGrpSpPr>
        <p:grpSpPr>
          <a:xfrm rot="0">
            <a:off x="877824" y="3108960"/>
            <a:ext cx="3639312" cy="822960"/>
            <a:chOff x="0" y="0"/>
            <a:chExt cx="4852416" cy="1097280"/>
          </a:xfrm>
        </p:grpSpPr>
        <p:sp>
          <p:nvSpPr>
            <p:cNvPr name="Freeform 15" id="15"/>
            <p:cNvSpPr/>
            <p:nvPr/>
          </p:nvSpPr>
          <p:spPr>
            <a:xfrm flipH="false" flipV="false" rot="0">
              <a:off x="0" y="0"/>
              <a:ext cx="4852416" cy="1097280"/>
            </a:xfrm>
            <a:custGeom>
              <a:avLst/>
              <a:gdLst/>
              <a:ahLst/>
              <a:cxnLst/>
              <a:rect r="r" b="b" t="t" l="l"/>
              <a:pathLst>
                <a:path h="1097280" w="4852416">
                  <a:moveTo>
                    <a:pt x="0" y="0"/>
                  </a:moveTo>
                  <a:lnTo>
                    <a:pt x="4852416" y="0"/>
                  </a:lnTo>
                  <a:lnTo>
                    <a:pt x="4852416" y="1097280"/>
                  </a:lnTo>
                  <a:lnTo>
                    <a:pt x="0" y="1097280"/>
                  </a:lnTo>
                  <a:close/>
                </a:path>
              </a:pathLst>
            </a:custGeom>
            <a:blipFill>
              <a:blip r:embed="rId3">
                <a:alphaModFix amt="0"/>
              </a:blip>
              <a:stretch>
                <a:fillRect l="0" t="-36167" r="0" b="-36167"/>
              </a:stretch>
            </a:blipFill>
          </p:spPr>
        </p:sp>
        <p:sp>
          <p:nvSpPr>
            <p:cNvPr name="TextBox 16" id="16"/>
            <p:cNvSpPr txBox="true"/>
            <p:nvPr/>
          </p:nvSpPr>
          <p:spPr>
            <a:xfrm>
              <a:off x="0" y="-57150"/>
              <a:ext cx="4852416" cy="1154430"/>
            </a:xfrm>
            <a:prstGeom prst="rect">
              <a:avLst/>
            </a:prstGeom>
          </p:spPr>
          <p:txBody>
            <a:bodyPr anchor="ctr" rtlCol="false" tIns="0" lIns="0" bIns="0" rIns="0"/>
            <a:lstStyle/>
            <a:p>
              <a:pPr algn="ctr">
                <a:lnSpc>
                  <a:spcPts val="2879"/>
                </a:lnSpc>
              </a:pPr>
              <a:r>
                <a:rPr lang="en-US" sz="2399" b="true">
                  <a:solidFill>
                    <a:srgbClr val="1E2761"/>
                  </a:solidFill>
                  <a:latin typeface="Calibri (MS) Bold"/>
                  <a:ea typeface="Calibri (MS) Bold"/>
                  <a:cs typeface="Calibri (MS) Bold"/>
                  <a:sym typeface="Calibri (MS) Bold"/>
                </a:rPr>
                <a:t>Acceso al sistema</a:t>
              </a:r>
            </a:p>
          </p:txBody>
        </p:sp>
      </p:grpSp>
      <p:grpSp>
        <p:nvGrpSpPr>
          <p:cNvPr name="Group 17" id="17"/>
          <p:cNvGrpSpPr/>
          <p:nvPr/>
        </p:nvGrpSpPr>
        <p:grpSpPr>
          <a:xfrm rot="0">
            <a:off x="877824" y="3968496"/>
            <a:ext cx="3639312" cy="822960"/>
            <a:chOff x="0" y="0"/>
            <a:chExt cx="4852416" cy="1097280"/>
          </a:xfrm>
        </p:grpSpPr>
        <p:sp>
          <p:nvSpPr>
            <p:cNvPr name="Freeform 18" id="18"/>
            <p:cNvSpPr/>
            <p:nvPr/>
          </p:nvSpPr>
          <p:spPr>
            <a:xfrm flipH="false" flipV="false" rot="0">
              <a:off x="0" y="0"/>
              <a:ext cx="4852416" cy="1097280"/>
            </a:xfrm>
            <a:custGeom>
              <a:avLst/>
              <a:gdLst/>
              <a:ahLst/>
              <a:cxnLst/>
              <a:rect r="r" b="b" t="t" l="l"/>
              <a:pathLst>
                <a:path h="1097280" w="4852416">
                  <a:moveTo>
                    <a:pt x="0" y="0"/>
                  </a:moveTo>
                  <a:lnTo>
                    <a:pt x="4852416" y="0"/>
                  </a:lnTo>
                  <a:lnTo>
                    <a:pt x="4852416" y="1097280"/>
                  </a:lnTo>
                  <a:lnTo>
                    <a:pt x="0" y="1097280"/>
                  </a:lnTo>
                  <a:close/>
                </a:path>
              </a:pathLst>
            </a:custGeom>
            <a:blipFill>
              <a:blip r:embed="rId3">
                <a:alphaModFix amt="0"/>
              </a:blip>
              <a:stretch>
                <a:fillRect l="0" t="-36167" r="0" b="-36167"/>
              </a:stretch>
            </a:blipFill>
          </p:spPr>
        </p:sp>
        <p:sp>
          <p:nvSpPr>
            <p:cNvPr name="TextBox 19" id="19"/>
            <p:cNvSpPr txBox="true"/>
            <p:nvPr/>
          </p:nvSpPr>
          <p:spPr>
            <a:xfrm>
              <a:off x="0" y="-47625"/>
              <a:ext cx="4852416" cy="1144905"/>
            </a:xfrm>
            <a:prstGeom prst="rect">
              <a:avLst/>
            </a:prstGeom>
          </p:spPr>
          <p:txBody>
            <a:bodyPr anchor="ctr" rtlCol="false" tIns="0" lIns="0" bIns="0" rIns="0"/>
            <a:lstStyle/>
            <a:p>
              <a:pPr algn="ctr">
                <a:lnSpc>
                  <a:spcPts val="2639"/>
                </a:lnSpc>
              </a:pPr>
              <a:r>
                <a:rPr lang="en-US" sz="2199">
                  <a:solidFill>
                    <a:srgbClr val="4A4A6A"/>
                  </a:solidFill>
                  <a:latin typeface="Calibri (MS)"/>
                  <a:ea typeface="Calibri (MS)"/>
                  <a:cs typeface="Calibri (MS)"/>
                  <a:sym typeface="Calibri (MS)"/>
                </a:rPr>
                <a:t>Autenticación por rol</a:t>
              </a:r>
            </a:p>
          </p:txBody>
        </p:sp>
      </p:grpSp>
      <p:grpSp>
        <p:nvGrpSpPr>
          <p:cNvPr name="Group 20" id="20"/>
          <p:cNvGrpSpPr/>
          <p:nvPr/>
        </p:nvGrpSpPr>
        <p:grpSpPr>
          <a:xfrm rot="0">
            <a:off x="4833623" y="1907543"/>
            <a:ext cx="3957323" cy="3134363"/>
            <a:chOff x="0" y="0"/>
            <a:chExt cx="5276431" cy="4179151"/>
          </a:xfrm>
        </p:grpSpPr>
        <p:sp>
          <p:nvSpPr>
            <p:cNvPr name="Freeform 21" id="21"/>
            <p:cNvSpPr/>
            <p:nvPr/>
          </p:nvSpPr>
          <p:spPr>
            <a:xfrm flipH="false" flipV="false" rot="0">
              <a:off x="0" y="0"/>
              <a:ext cx="5276469" cy="4179189"/>
            </a:xfrm>
            <a:custGeom>
              <a:avLst/>
              <a:gdLst/>
              <a:ahLst/>
              <a:cxnLst/>
              <a:rect r="r" b="b" t="t" l="l"/>
              <a:pathLst>
                <a:path h="4179189" w="5276469">
                  <a:moveTo>
                    <a:pt x="0" y="196723"/>
                  </a:moveTo>
                  <a:cubicBezTo>
                    <a:pt x="0" y="88011"/>
                    <a:pt x="88011" y="0"/>
                    <a:pt x="196723" y="0"/>
                  </a:cubicBezTo>
                  <a:lnTo>
                    <a:pt x="5079746" y="0"/>
                  </a:lnTo>
                  <a:cubicBezTo>
                    <a:pt x="5188331" y="0"/>
                    <a:pt x="5276469" y="88011"/>
                    <a:pt x="5276469" y="196723"/>
                  </a:cubicBezTo>
                  <a:lnTo>
                    <a:pt x="5276469" y="3982466"/>
                  </a:lnTo>
                  <a:cubicBezTo>
                    <a:pt x="5276469" y="4091051"/>
                    <a:pt x="5188458" y="4179189"/>
                    <a:pt x="5079746" y="4179189"/>
                  </a:cubicBezTo>
                  <a:lnTo>
                    <a:pt x="196723" y="4179189"/>
                  </a:lnTo>
                  <a:cubicBezTo>
                    <a:pt x="88011" y="4179189"/>
                    <a:pt x="0" y="4091051"/>
                    <a:pt x="0" y="3982466"/>
                  </a:cubicBezTo>
                  <a:close/>
                </a:path>
              </a:pathLst>
            </a:custGeom>
            <a:solidFill>
              <a:srgbClr val="FFFFFF"/>
            </a:solidFill>
            <a:ln w="25400" cap="sq">
              <a:solidFill>
                <a:srgbClr val="CADCFC"/>
              </a:solidFill>
              <a:prstDash val="solid"/>
              <a:miter/>
            </a:ln>
          </p:spPr>
        </p:sp>
      </p:grpSp>
      <p:grpSp>
        <p:nvGrpSpPr>
          <p:cNvPr name="Group 22" id="22"/>
          <p:cNvGrpSpPr/>
          <p:nvPr/>
        </p:nvGrpSpPr>
        <p:grpSpPr>
          <a:xfrm rot="0">
            <a:off x="5016503" y="2126999"/>
            <a:ext cx="848363" cy="848363"/>
            <a:chOff x="0" y="0"/>
            <a:chExt cx="1131151" cy="1131151"/>
          </a:xfrm>
        </p:grpSpPr>
        <p:sp>
          <p:nvSpPr>
            <p:cNvPr name="Freeform 23" id="23"/>
            <p:cNvSpPr/>
            <p:nvPr/>
          </p:nvSpPr>
          <p:spPr>
            <a:xfrm flipH="false" flipV="false" rot="0">
              <a:off x="0" y="0"/>
              <a:ext cx="1131189" cy="1131189"/>
            </a:xfrm>
            <a:custGeom>
              <a:avLst/>
              <a:gdLst/>
              <a:ahLst/>
              <a:cxnLst/>
              <a:rect r="r" b="b" t="t" l="l"/>
              <a:pathLst>
                <a:path h="1131189" w="1131189">
                  <a:moveTo>
                    <a:pt x="0" y="565531"/>
                  </a:moveTo>
                  <a:cubicBezTo>
                    <a:pt x="0" y="253238"/>
                    <a:pt x="253238" y="0"/>
                    <a:pt x="565531" y="0"/>
                  </a:cubicBezTo>
                  <a:cubicBezTo>
                    <a:pt x="877824" y="0"/>
                    <a:pt x="1131189" y="253238"/>
                    <a:pt x="1131189" y="565531"/>
                  </a:cubicBezTo>
                  <a:cubicBezTo>
                    <a:pt x="1131189" y="877824"/>
                    <a:pt x="877951" y="1131189"/>
                    <a:pt x="565531" y="1131189"/>
                  </a:cubicBezTo>
                  <a:cubicBezTo>
                    <a:pt x="253111" y="1131189"/>
                    <a:pt x="0" y="877951"/>
                    <a:pt x="0" y="565531"/>
                  </a:cubicBezTo>
                  <a:close/>
                </a:path>
              </a:pathLst>
            </a:custGeom>
            <a:solidFill>
              <a:srgbClr val="028090"/>
            </a:solidFill>
            <a:ln w="25400" cap="sq">
              <a:solidFill>
                <a:srgbClr val="028090"/>
              </a:solidFill>
              <a:prstDash val="solid"/>
              <a:miter/>
            </a:ln>
          </p:spPr>
        </p:sp>
      </p:grpSp>
      <p:grpSp>
        <p:nvGrpSpPr>
          <p:cNvPr name="Group 24" id="24"/>
          <p:cNvGrpSpPr/>
          <p:nvPr/>
        </p:nvGrpSpPr>
        <p:grpSpPr>
          <a:xfrm rot="0">
            <a:off x="5029200" y="2139696"/>
            <a:ext cx="822960" cy="822960"/>
            <a:chOff x="0" y="0"/>
            <a:chExt cx="1097280" cy="1097280"/>
          </a:xfrm>
        </p:grpSpPr>
        <p:sp>
          <p:nvSpPr>
            <p:cNvPr name="Freeform 25" id="25"/>
            <p:cNvSpPr/>
            <p:nvPr/>
          </p:nvSpPr>
          <p:spPr>
            <a:xfrm flipH="false" flipV="false" rot="0">
              <a:off x="0" y="0"/>
              <a:ext cx="1097280" cy="1097280"/>
            </a:xfrm>
            <a:custGeom>
              <a:avLst/>
              <a:gdLst/>
              <a:ahLst/>
              <a:cxnLst/>
              <a:rect r="r" b="b" t="t" l="l"/>
              <a:pathLst>
                <a:path h="1097280" w="1097280">
                  <a:moveTo>
                    <a:pt x="0" y="0"/>
                  </a:moveTo>
                  <a:lnTo>
                    <a:pt x="1097280" y="0"/>
                  </a:lnTo>
                  <a:lnTo>
                    <a:pt x="1097280" y="1097280"/>
                  </a:lnTo>
                  <a:lnTo>
                    <a:pt x="0" y="1097280"/>
                  </a:lnTo>
                  <a:close/>
                </a:path>
              </a:pathLst>
            </a:custGeom>
            <a:blipFill>
              <a:blip r:embed="rId3">
                <a:alphaModFix amt="0"/>
              </a:blip>
              <a:stretch>
                <a:fillRect l="-78303" t="0" r="-78303" b="0"/>
              </a:stretch>
            </a:blipFill>
          </p:spPr>
        </p:sp>
        <p:sp>
          <p:nvSpPr>
            <p:cNvPr name="TextBox 26" id="26"/>
            <p:cNvSpPr txBox="true"/>
            <p:nvPr/>
          </p:nvSpPr>
          <p:spPr>
            <a:xfrm>
              <a:off x="0" y="-47625"/>
              <a:ext cx="1097280" cy="1144905"/>
            </a:xfrm>
            <a:prstGeom prst="rect">
              <a:avLst/>
            </a:prstGeom>
          </p:spPr>
          <p:txBody>
            <a:bodyPr anchor="ctr" rtlCol="false" tIns="0" lIns="0" bIns="0" rIns="0"/>
            <a:lstStyle/>
            <a:p>
              <a:pPr algn="ctr">
                <a:lnSpc>
                  <a:spcPts val="2639"/>
                </a:lnSpc>
              </a:pPr>
              <a:r>
                <a:rPr lang="en-US" sz="2199" b="true">
                  <a:solidFill>
                    <a:srgbClr val="FFFFFF"/>
                  </a:solidFill>
                  <a:latin typeface="Calibri (MS) Bold"/>
                  <a:ea typeface="Calibri (MS) Bold"/>
                  <a:cs typeface="Calibri (MS) Bold"/>
                  <a:sym typeface="Calibri (MS) Bold"/>
                </a:rPr>
                <a:t>02</a:t>
              </a:r>
            </a:p>
          </p:txBody>
        </p:sp>
      </p:grpSp>
      <p:grpSp>
        <p:nvGrpSpPr>
          <p:cNvPr name="Group 27" id="27"/>
          <p:cNvGrpSpPr/>
          <p:nvPr/>
        </p:nvGrpSpPr>
        <p:grpSpPr>
          <a:xfrm rot="0">
            <a:off x="4992624" y="3108960"/>
            <a:ext cx="3639312" cy="822960"/>
            <a:chOff x="0" y="0"/>
            <a:chExt cx="4852416" cy="1097280"/>
          </a:xfrm>
        </p:grpSpPr>
        <p:sp>
          <p:nvSpPr>
            <p:cNvPr name="Freeform 28" id="28"/>
            <p:cNvSpPr/>
            <p:nvPr/>
          </p:nvSpPr>
          <p:spPr>
            <a:xfrm flipH="false" flipV="false" rot="0">
              <a:off x="0" y="0"/>
              <a:ext cx="4852416" cy="1097280"/>
            </a:xfrm>
            <a:custGeom>
              <a:avLst/>
              <a:gdLst/>
              <a:ahLst/>
              <a:cxnLst/>
              <a:rect r="r" b="b" t="t" l="l"/>
              <a:pathLst>
                <a:path h="1097280" w="4852416">
                  <a:moveTo>
                    <a:pt x="0" y="0"/>
                  </a:moveTo>
                  <a:lnTo>
                    <a:pt x="4852416" y="0"/>
                  </a:lnTo>
                  <a:lnTo>
                    <a:pt x="4852416" y="1097280"/>
                  </a:lnTo>
                  <a:lnTo>
                    <a:pt x="0" y="1097280"/>
                  </a:lnTo>
                  <a:close/>
                </a:path>
              </a:pathLst>
            </a:custGeom>
            <a:blipFill>
              <a:blip r:embed="rId3">
                <a:alphaModFix amt="0"/>
              </a:blip>
              <a:stretch>
                <a:fillRect l="0" t="-36167" r="0" b="-36167"/>
              </a:stretch>
            </a:blipFill>
          </p:spPr>
        </p:sp>
        <p:sp>
          <p:nvSpPr>
            <p:cNvPr name="TextBox 29" id="29"/>
            <p:cNvSpPr txBox="true"/>
            <p:nvPr/>
          </p:nvSpPr>
          <p:spPr>
            <a:xfrm>
              <a:off x="0" y="-57150"/>
              <a:ext cx="4852416" cy="1154430"/>
            </a:xfrm>
            <a:prstGeom prst="rect">
              <a:avLst/>
            </a:prstGeom>
          </p:spPr>
          <p:txBody>
            <a:bodyPr anchor="ctr" rtlCol="false" tIns="0" lIns="0" bIns="0" rIns="0"/>
            <a:lstStyle/>
            <a:p>
              <a:pPr algn="ctr">
                <a:lnSpc>
                  <a:spcPts val="2879"/>
                </a:lnSpc>
              </a:pPr>
              <a:r>
                <a:rPr lang="en-US" sz="2399" b="true">
                  <a:solidFill>
                    <a:srgbClr val="1E2761"/>
                  </a:solidFill>
                  <a:latin typeface="Calibri (MS) Bold"/>
                  <a:ea typeface="Calibri (MS) Bold"/>
                  <a:cs typeface="Calibri (MS) Bold"/>
                  <a:sym typeface="Calibri (MS) Bold"/>
                </a:rPr>
                <a:t>Registro de práctica</a:t>
              </a:r>
            </a:p>
          </p:txBody>
        </p:sp>
      </p:grpSp>
      <p:grpSp>
        <p:nvGrpSpPr>
          <p:cNvPr name="Group 30" id="30"/>
          <p:cNvGrpSpPr/>
          <p:nvPr/>
        </p:nvGrpSpPr>
        <p:grpSpPr>
          <a:xfrm rot="0">
            <a:off x="4992624" y="3968496"/>
            <a:ext cx="3639312" cy="822960"/>
            <a:chOff x="0" y="0"/>
            <a:chExt cx="4852416" cy="1097280"/>
          </a:xfrm>
        </p:grpSpPr>
        <p:sp>
          <p:nvSpPr>
            <p:cNvPr name="Freeform 31" id="31"/>
            <p:cNvSpPr/>
            <p:nvPr/>
          </p:nvSpPr>
          <p:spPr>
            <a:xfrm flipH="false" flipV="false" rot="0">
              <a:off x="0" y="0"/>
              <a:ext cx="4852416" cy="1097280"/>
            </a:xfrm>
            <a:custGeom>
              <a:avLst/>
              <a:gdLst/>
              <a:ahLst/>
              <a:cxnLst/>
              <a:rect r="r" b="b" t="t" l="l"/>
              <a:pathLst>
                <a:path h="1097280" w="4852416">
                  <a:moveTo>
                    <a:pt x="0" y="0"/>
                  </a:moveTo>
                  <a:lnTo>
                    <a:pt x="4852416" y="0"/>
                  </a:lnTo>
                  <a:lnTo>
                    <a:pt x="4852416" y="1097280"/>
                  </a:lnTo>
                  <a:lnTo>
                    <a:pt x="0" y="1097280"/>
                  </a:lnTo>
                  <a:close/>
                </a:path>
              </a:pathLst>
            </a:custGeom>
            <a:blipFill>
              <a:blip r:embed="rId3">
                <a:alphaModFix amt="0"/>
              </a:blip>
              <a:stretch>
                <a:fillRect l="0" t="-36167" r="0" b="-36167"/>
              </a:stretch>
            </a:blipFill>
          </p:spPr>
        </p:sp>
        <p:sp>
          <p:nvSpPr>
            <p:cNvPr name="TextBox 32" id="32"/>
            <p:cNvSpPr txBox="true"/>
            <p:nvPr/>
          </p:nvSpPr>
          <p:spPr>
            <a:xfrm>
              <a:off x="0" y="-47625"/>
              <a:ext cx="4852416" cy="1144905"/>
            </a:xfrm>
            <a:prstGeom prst="rect">
              <a:avLst/>
            </a:prstGeom>
          </p:spPr>
          <p:txBody>
            <a:bodyPr anchor="ctr" rtlCol="false" tIns="0" lIns="0" bIns="0" rIns="0"/>
            <a:lstStyle/>
            <a:p>
              <a:pPr algn="ctr">
                <a:lnSpc>
                  <a:spcPts val="2639"/>
                </a:lnSpc>
              </a:pPr>
              <a:r>
                <a:rPr lang="en-US" sz="2199">
                  <a:solidFill>
                    <a:srgbClr val="4A4A6A"/>
                  </a:solidFill>
                  <a:latin typeface="Calibri (MS)"/>
                  <a:ea typeface="Calibri (MS)"/>
                  <a:cs typeface="Calibri (MS)"/>
                  <a:sym typeface="Calibri (MS)"/>
                </a:rPr>
                <a:t>Datos del estudiante y empresa</a:t>
              </a:r>
            </a:p>
          </p:txBody>
        </p:sp>
      </p:grpSp>
      <p:grpSp>
        <p:nvGrpSpPr>
          <p:cNvPr name="Group 33" id="33"/>
          <p:cNvGrpSpPr/>
          <p:nvPr/>
        </p:nvGrpSpPr>
        <p:grpSpPr>
          <a:xfrm rot="0">
            <a:off x="8948423" y="1907543"/>
            <a:ext cx="3957323" cy="3134363"/>
            <a:chOff x="0" y="0"/>
            <a:chExt cx="5276431" cy="4179151"/>
          </a:xfrm>
        </p:grpSpPr>
        <p:sp>
          <p:nvSpPr>
            <p:cNvPr name="Freeform 34" id="34"/>
            <p:cNvSpPr/>
            <p:nvPr/>
          </p:nvSpPr>
          <p:spPr>
            <a:xfrm flipH="false" flipV="false" rot="0">
              <a:off x="0" y="0"/>
              <a:ext cx="5276469" cy="4179189"/>
            </a:xfrm>
            <a:custGeom>
              <a:avLst/>
              <a:gdLst/>
              <a:ahLst/>
              <a:cxnLst/>
              <a:rect r="r" b="b" t="t" l="l"/>
              <a:pathLst>
                <a:path h="4179189" w="5276469">
                  <a:moveTo>
                    <a:pt x="0" y="196723"/>
                  </a:moveTo>
                  <a:cubicBezTo>
                    <a:pt x="0" y="88011"/>
                    <a:pt x="88011" y="0"/>
                    <a:pt x="196723" y="0"/>
                  </a:cubicBezTo>
                  <a:lnTo>
                    <a:pt x="5079746" y="0"/>
                  </a:lnTo>
                  <a:cubicBezTo>
                    <a:pt x="5188331" y="0"/>
                    <a:pt x="5276469" y="88011"/>
                    <a:pt x="5276469" y="196723"/>
                  </a:cubicBezTo>
                  <a:lnTo>
                    <a:pt x="5276469" y="3982466"/>
                  </a:lnTo>
                  <a:cubicBezTo>
                    <a:pt x="5276469" y="4091051"/>
                    <a:pt x="5188458" y="4179189"/>
                    <a:pt x="5079746" y="4179189"/>
                  </a:cubicBezTo>
                  <a:lnTo>
                    <a:pt x="196723" y="4179189"/>
                  </a:lnTo>
                  <a:cubicBezTo>
                    <a:pt x="88011" y="4179189"/>
                    <a:pt x="0" y="4091051"/>
                    <a:pt x="0" y="3982466"/>
                  </a:cubicBezTo>
                  <a:close/>
                </a:path>
              </a:pathLst>
            </a:custGeom>
            <a:solidFill>
              <a:srgbClr val="FFFFFF"/>
            </a:solidFill>
            <a:ln w="25400" cap="sq">
              <a:solidFill>
                <a:srgbClr val="CADCFC"/>
              </a:solidFill>
              <a:prstDash val="solid"/>
              <a:miter/>
            </a:ln>
          </p:spPr>
        </p:sp>
      </p:grpSp>
      <p:grpSp>
        <p:nvGrpSpPr>
          <p:cNvPr name="Group 35" id="35"/>
          <p:cNvGrpSpPr/>
          <p:nvPr/>
        </p:nvGrpSpPr>
        <p:grpSpPr>
          <a:xfrm rot="0">
            <a:off x="9131303" y="2126999"/>
            <a:ext cx="848363" cy="848363"/>
            <a:chOff x="0" y="0"/>
            <a:chExt cx="1131151" cy="1131151"/>
          </a:xfrm>
        </p:grpSpPr>
        <p:sp>
          <p:nvSpPr>
            <p:cNvPr name="Freeform 36" id="36"/>
            <p:cNvSpPr/>
            <p:nvPr/>
          </p:nvSpPr>
          <p:spPr>
            <a:xfrm flipH="false" flipV="false" rot="0">
              <a:off x="0" y="0"/>
              <a:ext cx="1131189" cy="1131189"/>
            </a:xfrm>
            <a:custGeom>
              <a:avLst/>
              <a:gdLst/>
              <a:ahLst/>
              <a:cxnLst/>
              <a:rect r="r" b="b" t="t" l="l"/>
              <a:pathLst>
                <a:path h="1131189" w="1131189">
                  <a:moveTo>
                    <a:pt x="0" y="565531"/>
                  </a:moveTo>
                  <a:cubicBezTo>
                    <a:pt x="0" y="253238"/>
                    <a:pt x="253238" y="0"/>
                    <a:pt x="565531" y="0"/>
                  </a:cubicBezTo>
                  <a:cubicBezTo>
                    <a:pt x="877824" y="0"/>
                    <a:pt x="1131189" y="253238"/>
                    <a:pt x="1131189" y="565531"/>
                  </a:cubicBezTo>
                  <a:cubicBezTo>
                    <a:pt x="1131189" y="877824"/>
                    <a:pt x="877951" y="1131189"/>
                    <a:pt x="565531" y="1131189"/>
                  </a:cubicBezTo>
                  <a:cubicBezTo>
                    <a:pt x="253111" y="1131189"/>
                    <a:pt x="0" y="877951"/>
                    <a:pt x="0" y="565531"/>
                  </a:cubicBezTo>
                  <a:close/>
                </a:path>
              </a:pathLst>
            </a:custGeom>
            <a:solidFill>
              <a:srgbClr val="028090"/>
            </a:solidFill>
            <a:ln w="25400" cap="sq">
              <a:solidFill>
                <a:srgbClr val="028090"/>
              </a:solidFill>
              <a:prstDash val="solid"/>
              <a:miter/>
            </a:ln>
          </p:spPr>
        </p:sp>
      </p:grpSp>
      <p:grpSp>
        <p:nvGrpSpPr>
          <p:cNvPr name="Group 37" id="37"/>
          <p:cNvGrpSpPr/>
          <p:nvPr/>
        </p:nvGrpSpPr>
        <p:grpSpPr>
          <a:xfrm rot="0">
            <a:off x="9144000" y="2139696"/>
            <a:ext cx="822960" cy="822960"/>
            <a:chOff x="0" y="0"/>
            <a:chExt cx="1097280" cy="1097280"/>
          </a:xfrm>
        </p:grpSpPr>
        <p:sp>
          <p:nvSpPr>
            <p:cNvPr name="Freeform 38" id="38"/>
            <p:cNvSpPr/>
            <p:nvPr/>
          </p:nvSpPr>
          <p:spPr>
            <a:xfrm flipH="false" flipV="false" rot="0">
              <a:off x="0" y="0"/>
              <a:ext cx="1097280" cy="1097280"/>
            </a:xfrm>
            <a:custGeom>
              <a:avLst/>
              <a:gdLst/>
              <a:ahLst/>
              <a:cxnLst/>
              <a:rect r="r" b="b" t="t" l="l"/>
              <a:pathLst>
                <a:path h="1097280" w="1097280">
                  <a:moveTo>
                    <a:pt x="0" y="0"/>
                  </a:moveTo>
                  <a:lnTo>
                    <a:pt x="1097280" y="0"/>
                  </a:lnTo>
                  <a:lnTo>
                    <a:pt x="1097280" y="1097280"/>
                  </a:lnTo>
                  <a:lnTo>
                    <a:pt x="0" y="1097280"/>
                  </a:lnTo>
                  <a:close/>
                </a:path>
              </a:pathLst>
            </a:custGeom>
            <a:blipFill>
              <a:blip r:embed="rId3">
                <a:alphaModFix amt="0"/>
              </a:blip>
              <a:stretch>
                <a:fillRect l="-78303" t="0" r="-78303" b="0"/>
              </a:stretch>
            </a:blipFill>
          </p:spPr>
        </p:sp>
        <p:sp>
          <p:nvSpPr>
            <p:cNvPr name="TextBox 39" id="39"/>
            <p:cNvSpPr txBox="true"/>
            <p:nvPr/>
          </p:nvSpPr>
          <p:spPr>
            <a:xfrm>
              <a:off x="0" y="-47625"/>
              <a:ext cx="1097280" cy="1144905"/>
            </a:xfrm>
            <a:prstGeom prst="rect">
              <a:avLst/>
            </a:prstGeom>
          </p:spPr>
          <p:txBody>
            <a:bodyPr anchor="ctr" rtlCol="false" tIns="0" lIns="0" bIns="0" rIns="0"/>
            <a:lstStyle/>
            <a:p>
              <a:pPr algn="ctr">
                <a:lnSpc>
                  <a:spcPts val="2639"/>
                </a:lnSpc>
              </a:pPr>
              <a:r>
                <a:rPr lang="en-US" sz="2199" b="true">
                  <a:solidFill>
                    <a:srgbClr val="FFFFFF"/>
                  </a:solidFill>
                  <a:latin typeface="Calibri (MS) Bold"/>
                  <a:ea typeface="Calibri (MS) Bold"/>
                  <a:cs typeface="Calibri (MS) Bold"/>
                  <a:sym typeface="Calibri (MS) Bold"/>
                </a:rPr>
                <a:t>03</a:t>
              </a:r>
            </a:p>
          </p:txBody>
        </p:sp>
      </p:grpSp>
      <p:grpSp>
        <p:nvGrpSpPr>
          <p:cNvPr name="Group 40" id="40"/>
          <p:cNvGrpSpPr/>
          <p:nvPr/>
        </p:nvGrpSpPr>
        <p:grpSpPr>
          <a:xfrm rot="0">
            <a:off x="9107424" y="3108960"/>
            <a:ext cx="3639312" cy="822960"/>
            <a:chOff x="0" y="0"/>
            <a:chExt cx="4852416" cy="1097280"/>
          </a:xfrm>
        </p:grpSpPr>
        <p:sp>
          <p:nvSpPr>
            <p:cNvPr name="Freeform 41" id="41"/>
            <p:cNvSpPr/>
            <p:nvPr/>
          </p:nvSpPr>
          <p:spPr>
            <a:xfrm flipH="false" flipV="false" rot="0">
              <a:off x="0" y="0"/>
              <a:ext cx="4852416" cy="1097280"/>
            </a:xfrm>
            <a:custGeom>
              <a:avLst/>
              <a:gdLst/>
              <a:ahLst/>
              <a:cxnLst/>
              <a:rect r="r" b="b" t="t" l="l"/>
              <a:pathLst>
                <a:path h="1097280" w="4852416">
                  <a:moveTo>
                    <a:pt x="0" y="0"/>
                  </a:moveTo>
                  <a:lnTo>
                    <a:pt x="4852416" y="0"/>
                  </a:lnTo>
                  <a:lnTo>
                    <a:pt x="4852416" y="1097280"/>
                  </a:lnTo>
                  <a:lnTo>
                    <a:pt x="0" y="1097280"/>
                  </a:lnTo>
                  <a:close/>
                </a:path>
              </a:pathLst>
            </a:custGeom>
            <a:blipFill>
              <a:blip r:embed="rId3">
                <a:alphaModFix amt="0"/>
              </a:blip>
              <a:stretch>
                <a:fillRect l="0" t="-36167" r="0" b="-36167"/>
              </a:stretch>
            </a:blipFill>
          </p:spPr>
        </p:sp>
        <p:sp>
          <p:nvSpPr>
            <p:cNvPr name="TextBox 42" id="42"/>
            <p:cNvSpPr txBox="true"/>
            <p:nvPr/>
          </p:nvSpPr>
          <p:spPr>
            <a:xfrm>
              <a:off x="0" y="-57150"/>
              <a:ext cx="4852416" cy="1154430"/>
            </a:xfrm>
            <a:prstGeom prst="rect">
              <a:avLst/>
            </a:prstGeom>
          </p:spPr>
          <p:txBody>
            <a:bodyPr anchor="ctr" rtlCol="false" tIns="0" lIns="0" bIns="0" rIns="0"/>
            <a:lstStyle/>
            <a:p>
              <a:pPr algn="ctr">
                <a:lnSpc>
                  <a:spcPts val="2879"/>
                </a:lnSpc>
              </a:pPr>
              <a:r>
                <a:rPr lang="en-US" sz="2399" b="true">
                  <a:solidFill>
                    <a:srgbClr val="1E2761"/>
                  </a:solidFill>
                  <a:latin typeface="Calibri (MS) Bold"/>
                  <a:ea typeface="Calibri (MS) Bold"/>
                  <a:cs typeface="Calibri (MS) Bold"/>
                  <a:sym typeface="Calibri (MS) Bold"/>
                </a:rPr>
                <a:t>Revisión y validación</a:t>
              </a:r>
            </a:p>
          </p:txBody>
        </p:sp>
      </p:grpSp>
      <p:grpSp>
        <p:nvGrpSpPr>
          <p:cNvPr name="Group 43" id="43"/>
          <p:cNvGrpSpPr/>
          <p:nvPr/>
        </p:nvGrpSpPr>
        <p:grpSpPr>
          <a:xfrm rot="0">
            <a:off x="9107424" y="3968496"/>
            <a:ext cx="3639312" cy="822960"/>
            <a:chOff x="0" y="0"/>
            <a:chExt cx="4852416" cy="1097280"/>
          </a:xfrm>
        </p:grpSpPr>
        <p:sp>
          <p:nvSpPr>
            <p:cNvPr name="Freeform 44" id="44"/>
            <p:cNvSpPr/>
            <p:nvPr/>
          </p:nvSpPr>
          <p:spPr>
            <a:xfrm flipH="false" flipV="false" rot="0">
              <a:off x="0" y="0"/>
              <a:ext cx="4852416" cy="1097280"/>
            </a:xfrm>
            <a:custGeom>
              <a:avLst/>
              <a:gdLst/>
              <a:ahLst/>
              <a:cxnLst/>
              <a:rect r="r" b="b" t="t" l="l"/>
              <a:pathLst>
                <a:path h="1097280" w="4852416">
                  <a:moveTo>
                    <a:pt x="0" y="0"/>
                  </a:moveTo>
                  <a:lnTo>
                    <a:pt x="4852416" y="0"/>
                  </a:lnTo>
                  <a:lnTo>
                    <a:pt x="4852416" y="1097280"/>
                  </a:lnTo>
                  <a:lnTo>
                    <a:pt x="0" y="1097280"/>
                  </a:lnTo>
                  <a:close/>
                </a:path>
              </a:pathLst>
            </a:custGeom>
            <a:blipFill>
              <a:blip r:embed="rId3">
                <a:alphaModFix amt="0"/>
              </a:blip>
              <a:stretch>
                <a:fillRect l="0" t="-36167" r="0" b="-36167"/>
              </a:stretch>
            </a:blipFill>
          </p:spPr>
        </p:sp>
        <p:sp>
          <p:nvSpPr>
            <p:cNvPr name="TextBox 45" id="45"/>
            <p:cNvSpPr txBox="true"/>
            <p:nvPr/>
          </p:nvSpPr>
          <p:spPr>
            <a:xfrm>
              <a:off x="0" y="-47625"/>
              <a:ext cx="4852416" cy="1144905"/>
            </a:xfrm>
            <a:prstGeom prst="rect">
              <a:avLst/>
            </a:prstGeom>
          </p:spPr>
          <p:txBody>
            <a:bodyPr anchor="ctr" rtlCol="false" tIns="0" lIns="0" bIns="0" rIns="0"/>
            <a:lstStyle/>
            <a:p>
              <a:pPr algn="ctr">
                <a:lnSpc>
                  <a:spcPts val="2639"/>
                </a:lnSpc>
              </a:pPr>
              <a:r>
                <a:rPr lang="en-US" sz="2199">
                  <a:solidFill>
                    <a:srgbClr val="4A4A6A"/>
                  </a:solidFill>
                  <a:latin typeface="Calibri (MS)"/>
                  <a:ea typeface="Calibri (MS)"/>
                  <a:cs typeface="Calibri (MS)"/>
                  <a:sym typeface="Calibri (MS)"/>
                </a:rPr>
                <a:t>El coordinador valida o rechaza</a:t>
              </a:r>
            </a:p>
          </p:txBody>
        </p:sp>
      </p:grpSp>
      <p:grpSp>
        <p:nvGrpSpPr>
          <p:cNvPr name="Group 46" id="46"/>
          <p:cNvGrpSpPr/>
          <p:nvPr/>
        </p:nvGrpSpPr>
        <p:grpSpPr>
          <a:xfrm rot="0">
            <a:off x="13063223" y="1907543"/>
            <a:ext cx="3957323" cy="3134363"/>
            <a:chOff x="0" y="0"/>
            <a:chExt cx="5276431" cy="4179151"/>
          </a:xfrm>
        </p:grpSpPr>
        <p:sp>
          <p:nvSpPr>
            <p:cNvPr name="Freeform 47" id="47"/>
            <p:cNvSpPr/>
            <p:nvPr/>
          </p:nvSpPr>
          <p:spPr>
            <a:xfrm flipH="false" flipV="false" rot="0">
              <a:off x="0" y="0"/>
              <a:ext cx="5276469" cy="4179189"/>
            </a:xfrm>
            <a:custGeom>
              <a:avLst/>
              <a:gdLst/>
              <a:ahLst/>
              <a:cxnLst/>
              <a:rect r="r" b="b" t="t" l="l"/>
              <a:pathLst>
                <a:path h="4179189" w="5276469">
                  <a:moveTo>
                    <a:pt x="0" y="196723"/>
                  </a:moveTo>
                  <a:cubicBezTo>
                    <a:pt x="0" y="88011"/>
                    <a:pt x="88011" y="0"/>
                    <a:pt x="196723" y="0"/>
                  </a:cubicBezTo>
                  <a:lnTo>
                    <a:pt x="5079746" y="0"/>
                  </a:lnTo>
                  <a:cubicBezTo>
                    <a:pt x="5188331" y="0"/>
                    <a:pt x="5276469" y="88011"/>
                    <a:pt x="5276469" y="196723"/>
                  </a:cubicBezTo>
                  <a:lnTo>
                    <a:pt x="5276469" y="3982466"/>
                  </a:lnTo>
                  <a:cubicBezTo>
                    <a:pt x="5276469" y="4091051"/>
                    <a:pt x="5188458" y="4179189"/>
                    <a:pt x="5079746" y="4179189"/>
                  </a:cubicBezTo>
                  <a:lnTo>
                    <a:pt x="196723" y="4179189"/>
                  </a:lnTo>
                  <a:cubicBezTo>
                    <a:pt x="88011" y="4179189"/>
                    <a:pt x="0" y="4091051"/>
                    <a:pt x="0" y="3982466"/>
                  </a:cubicBezTo>
                  <a:close/>
                </a:path>
              </a:pathLst>
            </a:custGeom>
            <a:solidFill>
              <a:srgbClr val="FFFFFF"/>
            </a:solidFill>
            <a:ln w="25400" cap="sq">
              <a:solidFill>
                <a:srgbClr val="CADCFC"/>
              </a:solidFill>
              <a:prstDash val="solid"/>
              <a:miter/>
            </a:ln>
          </p:spPr>
        </p:sp>
      </p:grpSp>
      <p:grpSp>
        <p:nvGrpSpPr>
          <p:cNvPr name="Group 48" id="48"/>
          <p:cNvGrpSpPr/>
          <p:nvPr/>
        </p:nvGrpSpPr>
        <p:grpSpPr>
          <a:xfrm rot="0">
            <a:off x="13246103" y="2126999"/>
            <a:ext cx="848363" cy="848363"/>
            <a:chOff x="0" y="0"/>
            <a:chExt cx="1131151" cy="1131151"/>
          </a:xfrm>
        </p:grpSpPr>
        <p:sp>
          <p:nvSpPr>
            <p:cNvPr name="Freeform 49" id="49"/>
            <p:cNvSpPr/>
            <p:nvPr/>
          </p:nvSpPr>
          <p:spPr>
            <a:xfrm flipH="false" flipV="false" rot="0">
              <a:off x="0" y="0"/>
              <a:ext cx="1131189" cy="1131189"/>
            </a:xfrm>
            <a:custGeom>
              <a:avLst/>
              <a:gdLst/>
              <a:ahLst/>
              <a:cxnLst/>
              <a:rect r="r" b="b" t="t" l="l"/>
              <a:pathLst>
                <a:path h="1131189" w="1131189">
                  <a:moveTo>
                    <a:pt x="0" y="565531"/>
                  </a:moveTo>
                  <a:cubicBezTo>
                    <a:pt x="0" y="253238"/>
                    <a:pt x="253238" y="0"/>
                    <a:pt x="565531" y="0"/>
                  </a:cubicBezTo>
                  <a:cubicBezTo>
                    <a:pt x="877824" y="0"/>
                    <a:pt x="1131189" y="253238"/>
                    <a:pt x="1131189" y="565531"/>
                  </a:cubicBezTo>
                  <a:cubicBezTo>
                    <a:pt x="1131189" y="877824"/>
                    <a:pt x="877951" y="1131189"/>
                    <a:pt x="565531" y="1131189"/>
                  </a:cubicBezTo>
                  <a:cubicBezTo>
                    <a:pt x="253111" y="1131189"/>
                    <a:pt x="0" y="877951"/>
                    <a:pt x="0" y="565531"/>
                  </a:cubicBezTo>
                  <a:close/>
                </a:path>
              </a:pathLst>
            </a:custGeom>
            <a:solidFill>
              <a:srgbClr val="028090"/>
            </a:solidFill>
            <a:ln w="25400" cap="sq">
              <a:solidFill>
                <a:srgbClr val="028090"/>
              </a:solidFill>
              <a:prstDash val="solid"/>
              <a:miter/>
            </a:ln>
          </p:spPr>
        </p:sp>
      </p:grpSp>
      <p:grpSp>
        <p:nvGrpSpPr>
          <p:cNvPr name="Group 50" id="50"/>
          <p:cNvGrpSpPr/>
          <p:nvPr/>
        </p:nvGrpSpPr>
        <p:grpSpPr>
          <a:xfrm rot="0">
            <a:off x="13258800" y="2139696"/>
            <a:ext cx="822960" cy="822960"/>
            <a:chOff x="0" y="0"/>
            <a:chExt cx="1097280" cy="1097280"/>
          </a:xfrm>
        </p:grpSpPr>
        <p:sp>
          <p:nvSpPr>
            <p:cNvPr name="Freeform 51" id="51"/>
            <p:cNvSpPr/>
            <p:nvPr/>
          </p:nvSpPr>
          <p:spPr>
            <a:xfrm flipH="false" flipV="false" rot="0">
              <a:off x="0" y="0"/>
              <a:ext cx="1097280" cy="1097280"/>
            </a:xfrm>
            <a:custGeom>
              <a:avLst/>
              <a:gdLst/>
              <a:ahLst/>
              <a:cxnLst/>
              <a:rect r="r" b="b" t="t" l="l"/>
              <a:pathLst>
                <a:path h="1097280" w="1097280">
                  <a:moveTo>
                    <a:pt x="0" y="0"/>
                  </a:moveTo>
                  <a:lnTo>
                    <a:pt x="1097280" y="0"/>
                  </a:lnTo>
                  <a:lnTo>
                    <a:pt x="1097280" y="1097280"/>
                  </a:lnTo>
                  <a:lnTo>
                    <a:pt x="0" y="1097280"/>
                  </a:lnTo>
                  <a:close/>
                </a:path>
              </a:pathLst>
            </a:custGeom>
            <a:blipFill>
              <a:blip r:embed="rId3">
                <a:alphaModFix amt="0"/>
              </a:blip>
              <a:stretch>
                <a:fillRect l="-78303" t="0" r="-78303" b="0"/>
              </a:stretch>
            </a:blipFill>
          </p:spPr>
        </p:sp>
        <p:sp>
          <p:nvSpPr>
            <p:cNvPr name="TextBox 52" id="52"/>
            <p:cNvSpPr txBox="true"/>
            <p:nvPr/>
          </p:nvSpPr>
          <p:spPr>
            <a:xfrm>
              <a:off x="0" y="-47625"/>
              <a:ext cx="1097280" cy="1144905"/>
            </a:xfrm>
            <a:prstGeom prst="rect">
              <a:avLst/>
            </a:prstGeom>
          </p:spPr>
          <p:txBody>
            <a:bodyPr anchor="ctr" rtlCol="false" tIns="0" lIns="0" bIns="0" rIns="0"/>
            <a:lstStyle/>
            <a:p>
              <a:pPr algn="ctr">
                <a:lnSpc>
                  <a:spcPts val="2639"/>
                </a:lnSpc>
              </a:pPr>
              <a:r>
                <a:rPr lang="en-US" sz="2199" b="true">
                  <a:solidFill>
                    <a:srgbClr val="FFFFFF"/>
                  </a:solidFill>
                  <a:latin typeface="Calibri (MS) Bold"/>
                  <a:ea typeface="Calibri (MS) Bold"/>
                  <a:cs typeface="Calibri (MS) Bold"/>
                  <a:sym typeface="Calibri (MS) Bold"/>
                </a:rPr>
                <a:t>04</a:t>
              </a:r>
            </a:p>
          </p:txBody>
        </p:sp>
      </p:grpSp>
      <p:grpSp>
        <p:nvGrpSpPr>
          <p:cNvPr name="Group 53" id="53"/>
          <p:cNvGrpSpPr/>
          <p:nvPr/>
        </p:nvGrpSpPr>
        <p:grpSpPr>
          <a:xfrm rot="0">
            <a:off x="13222224" y="3108960"/>
            <a:ext cx="3639312" cy="822960"/>
            <a:chOff x="0" y="0"/>
            <a:chExt cx="4852416" cy="1097280"/>
          </a:xfrm>
        </p:grpSpPr>
        <p:sp>
          <p:nvSpPr>
            <p:cNvPr name="Freeform 54" id="54"/>
            <p:cNvSpPr/>
            <p:nvPr/>
          </p:nvSpPr>
          <p:spPr>
            <a:xfrm flipH="false" flipV="false" rot="0">
              <a:off x="0" y="0"/>
              <a:ext cx="4852416" cy="1097280"/>
            </a:xfrm>
            <a:custGeom>
              <a:avLst/>
              <a:gdLst/>
              <a:ahLst/>
              <a:cxnLst/>
              <a:rect r="r" b="b" t="t" l="l"/>
              <a:pathLst>
                <a:path h="1097280" w="4852416">
                  <a:moveTo>
                    <a:pt x="0" y="0"/>
                  </a:moveTo>
                  <a:lnTo>
                    <a:pt x="4852416" y="0"/>
                  </a:lnTo>
                  <a:lnTo>
                    <a:pt x="4852416" y="1097280"/>
                  </a:lnTo>
                  <a:lnTo>
                    <a:pt x="0" y="1097280"/>
                  </a:lnTo>
                  <a:close/>
                </a:path>
              </a:pathLst>
            </a:custGeom>
            <a:blipFill>
              <a:blip r:embed="rId3">
                <a:alphaModFix amt="0"/>
              </a:blip>
              <a:stretch>
                <a:fillRect l="0" t="-36167" r="0" b="-36167"/>
              </a:stretch>
            </a:blipFill>
          </p:spPr>
        </p:sp>
        <p:sp>
          <p:nvSpPr>
            <p:cNvPr name="TextBox 55" id="55"/>
            <p:cNvSpPr txBox="true"/>
            <p:nvPr/>
          </p:nvSpPr>
          <p:spPr>
            <a:xfrm>
              <a:off x="0" y="-57150"/>
              <a:ext cx="4852416" cy="1154430"/>
            </a:xfrm>
            <a:prstGeom prst="rect">
              <a:avLst/>
            </a:prstGeom>
          </p:spPr>
          <p:txBody>
            <a:bodyPr anchor="ctr" rtlCol="false" tIns="0" lIns="0" bIns="0" rIns="0"/>
            <a:lstStyle/>
            <a:p>
              <a:pPr algn="ctr">
                <a:lnSpc>
                  <a:spcPts val="2879"/>
                </a:lnSpc>
              </a:pPr>
              <a:r>
                <a:rPr lang="en-US" sz="2399" b="true">
                  <a:solidFill>
                    <a:srgbClr val="1E2761"/>
                  </a:solidFill>
                  <a:latin typeface="Calibri (MS) Bold"/>
                  <a:ea typeface="Calibri (MS) Bold"/>
                  <a:cs typeface="Calibri (MS) Bold"/>
                  <a:sym typeface="Calibri (MS) Bold"/>
                </a:rPr>
                <a:t>Gestión de estado</a:t>
              </a:r>
            </a:p>
          </p:txBody>
        </p:sp>
      </p:grpSp>
      <p:grpSp>
        <p:nvGrpSpPr>
          <p:cNvPr name="Group 56" id="56"/>
          <p:cNvGrpSpPr/>
          <p:nvPr/>
        </p:nvGrpSpPr>
        <p:grpSpPr>
          <a:xfrm rot="0">
            <a:off x="13222224" y="3968496"/>
            <a:ext cx="3639312" cy="822960"/>
            <a:chOff x="0" y="0"/>
            <a:chExt cx="4852416" cy="1097280"/>
          </a:xfrm>
        </p:grpSpPr>
        <p:sp>
          <p:nvSpPr>
            <p:cNvPr name="Freeform 57" id="57"/>
            <p:cNvSpPr/>
            <p:nvPr/>
          </p:nvSpPr>
          <p:spPr>
            <a:xfrm flipH="false" flipV="false" rot="0">
              <a:off x="0" y="0"/>
              <a:ext cx="4852416" cy="1097280"/>
            </a:xfrm>
            <a:custGeom>
              <a:avLst/>
              <a:gdLst/>
              <a:ahLst/>
              <a:cxnLst/>
              <a:rect r="r" b="b" t="t" l="l"/>
              <a:pathLst>
                <a:path h="1097280" w="4852416">
                  <a:moveTo>
                    <a:pt x="0" y="0"/>
                  </a:moveTo>
                  <a:lnTo>
                    <a:pt x="4852416" y="0"/>
                  </a:lnTo>
                  <a:lnTo>
                    <a:pt x="4852416" y="1097280"/>
                  </a:lnTo>
                  <a:lnTo>
                    <a:pt x="0" y="1097280"/>
                  </a:lnTo>
                  <a:close/>
                </a:path>
              </a:pathLst>
            </a:custGeom>
            <a:blipFill>
              <a:blip r:embed="rId3">
                <a:alphaModFix amt="0"/>
              </a:blip>
              <a:stretch>
                <a:fillRect l="0" t="-36167" r="0" b="-36167"/>
              </a:stretch>
            </a:blipFill>
          </p:spPr>
        </p:sp>
        <p:sp>
          <p:nvSpPr>
            <p:cNvPr name="TextBox 58" id="58"/>
            <p:cNvSpPr txBox="true"/>
            <p:nvPr/>
          </p:nvSpPr>
          <p:spPr>
            <a:xfrm>
              <a:off x="0" y="-47625"/>
              <a:ext cx="4852416" cy="1144905"/>
            </a:xfrm>
            <a:prstGeom prst="rect">
              <a:avLst/>
            </a:prstGeom>
          </p:spPr>
          <p:txBody>
            <a:bodyPr anchor="ctr" rtlCol="false" tIns="0" lIns="0" bIns="0" rIns="0"/>
            <a:lstStyle/>
            <a:p>
              <a:pPr algn="ctr">
                <a:lnSpc>
                  <a:spcPts val="2639"/>
                </a:lnSpc>
              </a:pPr>
              <a:r>
                <a:rPr lang="en-US" sz="2199">
                  <a:solidFill>
                    <a:srgbClr val="4A4A6A"/>
                  </a:solidFill>
                  <a:latin typeface="Calibri (MS)"/>
                  <a:ea typeface="Calibri (MS)"/>
                  <a:cs typeface="Calibri (MS)"/>
                  <a:sym typeface="Calibri (MS)"/>
                </a:rPr>
                <a:t>Estado visible y actualizable</a:t>
              </a:r>
            </a:p>
          </p:txBody>
        </p:sp>
      </p:grpSp>
      <p:grpSp>
        <p:nvGrpSpPr>
          <p:cNvPr name="Group 59" id="59"/>
          <p:cNvGrpSpPr/>
          <p:nvPr/>
        </p:nvGrpSpPr>
        <p:grpSpPr>
          <a:xfrm rot="0">
            <a:off x="2821943" y="5565143"/>
            <a:ext cx="4085339" cy="3134363"/>
            <a:chOff x="0" y="0"/>
            <a:chExt cx="5447119" cy="4179151"/>
          </a:xfrm>
        </p:grpSpPr>
        <p:sp>
          <p:nvSpPr>
            <p:cNvPr name="Freeform 60" id="60"/>
            <p:cNvSpPr/>
            <p:nvPr/>
          </p:nvSpPr>
          <p:spPr>
            <a:xfrm flipH="false" flipV="false" rot="0">
              <a:off x="0" y="0"/>
              <a:ext cx="5447157" cy="4179189"/>
            </a:xfrm>
            <a:custGeom>
              <a:avLst/>
              <a:gdLst/>
              <a:ahLst/>
              <a:cxnLst/>
              <a:rect r="r" b="b" t="t" l="l"/>
              <a:pathLst>
                <a:path h="4179189" w="5447157">
                  <a:moveTo>
                    <a:pt x="0" y="196723"/>
                  </a:moveTo>
                  <a:cubicBezTo>
                    <a:pt x="0" y="88011"/>
                    <a:pt x="88011" y="0"/>
                    <a:pt x="196723" y="0"/>
                  </a:cubicBezTo>
                  <a:lnTo>
                    <a:pt x="5250434" y="0"/>
                  </a:lnTo>
                  <a:cubicBezTo>
                    <a:pt x="5359019" y="0"/>
                    <a:pt x="5447157" y="88011"/>
                    <a:pt x="5447157" y="196723"/>
                  </a:cubicBezTo>
                  <a:lnTo>
                    <a:pt x="5447157" y="3982466"/>
                  </a:lnTo>
                  <a:cubicBezTo>
                    <a:pt x="5447157" y="4091051"/>
                    <a:pt x="5359146" y="4179189"/>
                    <a:pt x="5250434" y="4179189"/>
                  </a:cubicBezTo>
                  <a:lnTo>
                    <a:pt x="196723" y="4179189"/>
                  </a:lnTo>
                  <a:cubicBezTo>
                    <a:pt x="88011" y="4179189"/>
                    <a:pt x="0" y="4091051"/>
                    <a:pt x="0" y="3982466"/>
                  </a:cubicBezTo>
                  <a:close/>
                </a:path>
              </a:pathLst>
            </a:custGeom>
            <a:solidFill>
              <a:srgbClr val="FFFFFF"/>
            </a:solidFill>
            <a:ln w="25400" cap="sq">
              <a:solidFill>
                <a:srgbClr val="CADCFC"/>
              </a:solidFill>
              <a:prstDash val="solid"/>
              <a:miter/>
            </a:ln>
          </p:spPr>
        </p:sp>
      </p:grpSp>
      <p:grpSp>
        <p:nvGrpSpPr>
          <p:cNvPr name="Group 61" id="61"/>
          <p:cNvGrpSpPr/>
          <p:nvPr/>
        </p:nvGrpSpPr>
        <p:grpSpPr>
          <a:xfrm rot="0">
            <a:off x="3004823" y="5784599"/>
            <a:ext cx="848363" cy="848363"/>
            <a:chOff x="0" y="0"/>
            <a:chExt cx="1131151" cy="1131151"/>
          </a:xfrm>
        </p:grpSpPr>
        <p:sp>
          <p:nvSpPr>
            <p:cNvPr name="Freeform 62" id="62"/>
            <p:cNvSpPr/>
            <p:nvPr/>
          </p:nvSpPr>
          <p:spPr>
            <a:xfrm flipH="false" flipV="false" rot="0">
              <a:off x="0" y="0"/>
              <a:ext cx="1131189" cy="1131189"/>
            </a:xfrm>
            <a:custGeom>
              <a:avLst/>
              <a:gdLst/>
              <a:ahLst/>
              <a:cxnLst/>
              <a:rect r="r" b="b" t="t" l="l"/>
              <a:pathLst>
                <a:path h="1131189" w="1131189">
                  <a:moveTo>
                    <a:pt x="0" y="565531"/>
                  </a:moveTo>
                  <a:cubicBezTo>
                    <a:pt x="0" y="253238"/>
                    <a:pt x="253238" y="0"/>
                    <a:pt x="565531" y="0"/>
                  </a:cubicBezTo>
                  <a:cubicBezTo>
                    <a:pt x="877824" y="0"/>
                    <a:pt x="1131189" y="253238"/>
                    <a:pt x="1131189" y="565531"/>
                  </a:cubicBezTo>
                  <a:cubicBezTo>
                    <a:pt x="1131189" y="877824"/>
                    <a:pt x="877951" y="1131189"/>
                    <a:pt x="565531" y="1131189"/>
                  </a:cubicBezTo>
                  <a:cubicBezTo>
                    <a:pt x="253111" y="1131189"/>
                    <a:pt x="0" y="877951"/>
                    <a:pt x="0" y="565531"/>
                  </a:cubicBezTo>
                  <a:close/>
                </a:path>
              </a:pathLst>
            </a:custGeom>
            <a:solidFill>
              <a:srgbClr val="028090"/>
            </a:solidFill>
            <a:ln w="25400" cap="sq">
              <a:solidFill>
                <a:srgbClr val="028090"/>
              </a:solidFill>
              <a:prstDash val="solid"/>
              <a:miter/>
            </a:ln>
          </p:spPr>
        </p:sp>
      </p:grpSp>
      <p:grpSp>
        <p:nvGrpSpPr>
          <p:cNvPr name="Group 63" id="63"/>
          <p:cNvGrpSpPr/>
          <p:nvPr/>
        </p:nvGrpSpPr>
        <p:grpSpPr>
          <a:xfrm rot="0">
            <a:off x="3017520" y="5797296"/>
            <a:ext cx="822960" cy="822960"/>
            <a:chOff x="0" y="0"/>
            <a:chExt cx="1097280" cy="1097280"/>
          </a:xfrm>
        </p:grpSpPr>
        <p:sp>
          <p:nvSpPr>
            <p:cNvPr name="Freeform 64" id="64"/>
            <p:cNvSpPr/>
            <p:nvPr/>
          </p:nvSpPr>
          <p:spPr>
            <a:xfrm flipH="false" flipV="false" rot="0">
              <a:off x="0" y="0"/>
              <a:ext cx="1097280" cy="1097280"/>
            </a:xfrm>
            <a:custGeom>
              <a:avLst/>
              <a:gdLst/>
              <a:ahLst/>
              <a:cxnLst/>
              <a:rect r="r" b="b" t="t" l="l"/>
              <a:pathLst>
                <a:path h="1097280" w="1097280">
                  <a:moveTo>
                    <a:pt x="0" y="0"/>
                  </a:moveTo>
                  <a:lnTo>
                    <a:pt x="1097280" y="0"/>
                  </a:lnTo>
                  <a:lnTo>
                    <a:pt x="1097280" y="1097280"/>
                  </a:lnTo>
                  <a:lnTo>
                    <a:pt x="0" y="1097280"/>
                  </a:lnTo>
                  <a:close/>
                </a:path>
              </a:pathLst>
            </a:custGeom>
            <a:blipFill>
              <a:blip r:embed="rId3">
                <a:alphaModFix amt="0"/>
              </a:blip>
              <a:stretch>
                <a:fillRect l="-78303" t="0" r="-78303" b="0"/>
              </a:stretch>
            </a:blipFill>
          </p:spPr>
        </p:sp>
        <p:sp>
          <p:nvSpPr>
            <p:cNvPr name="TextBox 65" id="65"/>
            <p:cNvSpPr txBox="true"/>
            <p:nvPr/>
          </p:nvSpPr>
          <p:spPr>
            <a:xfrm>
              <a:off x="0" y="-47625"/>
              <a:ext cx="1097280" cy="1144905"/>
            </a:xfrm>
            <a:prstGeom prst="rect">
              <a:avLst/>
            </a:prstGeom>
          </p:spPr>
          <p:txBody>
            <a:bodyPr anchor="ctr" rtlCol="false" tIns="0" lIns="0" bIns="0" rIns="0"/>
            <a:lstStyle/>
            <a:p>
              <a:pPr algn="ctr">
                <a:lnSpc>
                  <a:spcPts val="2639"/>
                </a:lnSpc>
              </a:pPr>
              <a:r>
                <a:rPr lang="en-US" sz="2199" b="true">
                  <a:solidFill>
                    <a:srgbClr val="FFFFFF"/>
                  </a:solidFill>
                  <a:latin typeface="Calibri (MS) Bold"/>
                  <a:ea typeface="Calibri (MS) Bold"/>
                  <a:cs typeface="Calibri (MS) Bold"/>
                  <a:sym typeface="Calibri (MS) Bold"/>
                </a:rPr>
                <a:t>05</a:t>
              </a:r>
            </a:p>
          </p:txBody>
        </p:sp>
      </p:grpSp>
      <p:grpSp>
        <p:nvGrpSpPr>
          <p:cNvPr name="Group 66" id="66"/>
          <p:cNvGrpSpPr/>
          <p:nvPr/>
        </p:nvGrpSpPr>
        <p:grpSpPr>
          <a:xfrm rot="0">
            <a:off x="2980944" y="6766560"/>
            <a:ext cx="3767328" cy="822960"/>
            <a:chOff x="0" y="0"/>
            <a:chExt cx="5023104" cy="1097280"/>
          </a:xfrm>
        </p:grpSpPr>
        <p:sp>
          <p:nvSpPr>
            <p:cNvPr name="Freeform 67" id="67"/>
            <p:cNvSpPr/>
            <p:nvPr/>
          </p:nvSpPr>
          <p:spPr>
            <a:xfrm flipH="false" flipV="false" rot="0">
              <a:off x="0" y="0"/>
              <a:ext cx="5023104" cy="1097280"/>
            </a:xfrm>
            <a:custGeom>
              <a:avLst/>
              <a:gdLst/>
              <a:ahLst/>
              <a:cxnLst/>
              <a:rect r="r" b="b" t="t" l="l"/>
              <a:pathLst>
                <a:path h="1097280" w="5023104">
                  <a:moveTo>
                    <a:pt x="0" y="0"/>
                  </a:moveTo>
                  <a:lnTo>
                    <a:pt x="5023104" y="0"/>
                  </a:lnTo>
                  <a:lnTo>
                    <a:pt x="5023104" y="1097280"/>
                  </a:lnTo>
                  <a:lnTo>
                    <a:pt x="0" y="1097280"/>
                  </a:lnTo>
                  <a:close/>
                </a:path>
              </a:pathLst>
            </a:custGeom>
            <a:blipFill>
              <a:blip r:embed="rId3">
                <a:alphaModFix amt="0"/>
              </a:blip>
              <a:stretch>
                <a:fillRect l="0" t="-39198" r="0" b="-39198"/>
              </a:stretch>
            </a:blipFill>
          </p:spPr>
        </p:sp>
        <p:sp>
          <p:nvSpPr>
            <p:cNvPr name="TextBox 68" id="68"/>
            <p:cNvSpPr txBox="true"/>
            <p:nvPr/>
          </p:nvSpPr>
          <p:spPr>
            <a:xfrm>
              <a:off x="0" y="-57150"/>
              <a:ext cx="5023104" cy="1154430"/>
            </a:xfrm>
            <a:prstGeom prst="rect">
              <a:avLst/>
            </a:prstGeom>
          </p:spPr>
          <p:txBody>
            <a:bodyPr anchor="ctr" rtlCol="false" tIns="0" lIns="0" bIns="0" rIns="0"/>
            <a:lstStyle/>
            <a:p>
              <a:pPr algn="ctr">
                <a:lnSpc>
                  <a:spcPts val="2879"/>
                </a:lnSpc>
              </a:pPr>
              <a:r>
                <a:rPr lang="en-US" sz="2399" b="true">
                  <a:solidFill>
                    <a:srgbClr val="1E2761"/>
                  </a:solidFill>
                  <a:latin typeface="Calibri (MS) Bold"/>
                  <a:ea typeface="Calibri (MS) Bold"/>
                  <a:cs typeface="Calibri (MS) Bold"/>
                  <a:sym typeface="Calibri (MS) Bold"/>
                </a:rPr>
                <a:t>Seguimiento</a:t>
              </a:r>
            </a:p>
          </p:txBody>
        </p:sp>
      </p:grpSp>
      <p:grpSp>
        <p:nvGrpSpPr>
          <p:cNvPr name="Group 69" id="69"/>
          <p:cNvGrpSpPr/>
          <p:nvPr/>
        </p:nvGrpSpPr>
        <p:grpSpPr>
          <a:xfrm rot="0">
            <a:off x="2980944" y="7626096"/>
            <a:ext cx="3767328" cy="822960"/>
            <a:chOff x="0" y="0"/>
            <a:chExt cx="5023104" cy="1097280"/>
          </a:xfrm>
        </p:grpSpPr>
        <p:sp>
          <p:nvSpPr>
            <p:cNvPr name="Freeform 70" id="70"/>
            <p:cNvSpPr/>
            <p:nvPr/>
          </p:nvSpPr>
          <p:spPr>
            <a:xfrm flipH="false" flipV="false" rot="0">
              <a:off x="0" y="0"/>
              <a:ext cx="5023104" cy="1097280"/>
            </a:xfrm>
            <a:custGeom>
              <a:avLst/>
              <a:gdLst/>
              <a:ahLst/>
              <a:cxnLst/>
              <a:rect r="r" b="b" t="t" l="l"/>
              <a:pathLst>
                <a:path h="1097280" w="5023104">
                  <a:moveTo>
                    <a:pt x="0" y="0"/>
                  </a:moveTo>
                  <a:lnTo>
                    <a:pt x="5023104" y="0"/>
                  </a:lnTo>
                  <a:lnTo>
                    <a:pt x="5023104" y="1097280"/>
                  </a:lnTo>
                  <a:lnTo>
                    <a:pt x="0" y="1097280"/>
                  </a:lnTo>
                  <a:close/>
                </a:path>
              </a:pathLst>
            </a:custGeom>
            <a:blipFill>
              <a:blip r:embed="rId3">
                <a:alphaModFix amt="0"/>
              </a:blip>
              <a:stretch>
                <a:fillRect l="0" t="-39198" r="0" b="-39198"/>
              </a:stretch>
            </a:blipFill>
          </p:spPr>
        </p:sp>
        <p:sp>
          <p:nvSpPr>
            <p:cNvPr name="TextBox 71" id="71"/>
            <p:cNvSpPr txBox="true"/>
            <p:nvPr/>
          </p:nvSpPr>
          <p:spPr>
            <a:xfrm>
              <a:off x="0" y="-47625"/>
              <a:ext cx="5023104" cy="1144905"/>
            </a:xfrm>
            <a:prstGeom prst="rect">
              <a:avLst/>
            </a:prstGeom>
          </p:spPr>
          <p:txBody>
            <a:bodyPr anchor="ctr" rtlCol="false" tIns="0" lIns="0" bIns="0" rIns="0"/>
            <a:lstStyle/>
            <a:p>
              <a:pPr algn="ctr">
                <a:lnSpc>
                  <a:spcPts val="2639"/>
                </a:lnSpc>
              </a:pPr>
              <a:r>
                <a:rPr lang="en-US" sz="2199">
                  <a:solidFill>
                    <a:srgbClr val="4A4A6A"/>
                  </a:solidFill>
                  <a:latin typeface="Calibri (MS)"/>
                  <a:ea typeface="Calibri (MS)"/>
                  <a:cs typeface="Calibri (MS)"/>
                  <a:sym typeface="Calibri (MS)"/>
                </a:rPr>
                <a:t>Registro de observaciones periódicas</a:t>
              </a:r>
            </a:p>
          </p:txBody>
        </p:sp>
      </p:grpSp>
      <p:grpSp>
        <p:nvGrpSpPr>
          <p:cNvPr name="Group 72" id="72"/>
          <p:cNvGrpSpPr/>
          <p:nvPr/>
        </p:nvGrpSpPr>
        <p:grpSpPr>
          <a:xfrm rot="0">
            <a:off x="7064759" y="5565143"/>
            <a:ext cx="4085339" cy="3134363"/>
            <a:chOff x="0" y="0"/>
            <a:chExt cx="5447119" cy="4179151"/>
          </a:xfrm>
        </p:grpSpPr>
        <p:sp>
          <p:nvSpPr>
            <p:cNvPr name="Freeform 73" id="73"/>
            <p:cNvSpPr/>
            <p:nvPr/>
          </p:nvSpPr>
          <p:spPr>
            <a:xfrm flipH="false" flipV="false" rot="0">
              <a:off x="0" y="0"/>
              <a:ext cx="5447157" cy="4179189"/>
            </a:xfrm>
            <a:custGeom>
              <a:avLst/>
              <a:gdLst/>
              <a:ahLst/>
              <a:cxnLst/>
              <a:rect r="r" b="b" t="t" l="l"/>
              <a:pathLst>
                <a:path h="4179189" w="5447157">
                  <a:moveTo>
                    <a:pt x="0" y="196723"/>
                  </a:moveTo>
                  <a:cubicBezTo>
                    <a:pt x="0" y="88011"/>
                    <a:pt x="88011" y="0"/>
                    <a:pt x="196723" y="0"/>
                  </a:cubicBezTo>
                  <a:lnTo>
                    <a:pt x="5250434" y="0"/>
                  </a:lnTo>
                  <a:cubicBezTo>
                    <a:pt x="5359019" y="0"/>
                    <a:pt x="5447157" y="88011"/>
                    <a:pt x="5447157" y="196723"/>
                  </a:cubicBezTo>
                  <a:lnTo>
                    <a:pt x="5447157" y="3982466"/>
                  </a:lnTo>
                  <a:cubicBezTo>
                    <a:pt x="5447157" y="4091051"/>
                    <a:pt x="5359146" y="4179189"/>
                    <a:pt x="5250434" y="4179189"/>
                  </a:cubicBezTo>
                  <a:lnTo>
                    <a:pt x="196723" y="4179189"/>
                  </a:lnTo>
                  <a:cubicBezTo>
                    <a:pt x="88011" y="4179189"/>
                    <a:pt x="0" y="4091051"/>
                    <a:pt x="0" y="3982466"/>
                  </a:cubicBezTo>
                  <a:close/>
                </a:path>
              </a:pathLst>
            </a:custGeom>
            <a:solidFill>
              <a:srgbClr val="FFFFFF"/>
            </a:solidFill>
            <a:ln w="25400" cap="sq">
              <a:solidFill>
                <a:srgbClr val="CADCFC"/>
              </a:solidFill>
              <a:prstDash val="solid"/>
              <a:miter/>
            </a:ln>
          </p:spPr>
        </p:sp>
      </p:grpSp>
      <p:grpSp>
        <p:nvGrpSpPr>
          <p:cNvPr name="Group 74" id="74"/>
          <p:cNvGrpSpPr/>
          <p:nvPr/>
        </p:nvGrpSpPr>
        <p:grpSpPr>
          <a:xfrm rot="0">
            <a:off x="7247639" y="5784599"/>
            <a:ext cx="848363" cy="848363"/>
            <a:chOff x="0" y="0"/>
            <a:chExt cx="1131151" cy="1131151"/>
          </a:xfrm>
        </p:grpSpPr>
        <p:sp>
          <p:nvSpPr>
            <p:cNvPr name="Freeform 75" id="75"/>
            <p:cNvSpPr/>
            <p:nvPr/>
          </p:nvSpPr>
          <p:spPr>
            <a:xfrm flipH="false" flipV="false" rot="0">
              <a:off x="0" y="0"/>
              <a:ext cx="1131189" cy="1131189"/>
            </a:xfrm>
            <a:custGeom>
              <a:avLst/>
              <a:gdLst/>
              <a:ahLst/>
              <a:cxnLst/>
              <a:rect r="r" b="b" t="t" l="l"/>
              <a:pathLst>
                <a:path h="1131189" w="1131189">
                  <a:moveTo>
                    <a:pt x="0" y="565531"/>
                  </a:moveTo>
                  <a:cubicBezTo>
                    <a:pt x="0" y="253238"/>
                    <a:pt x="253238" y="0"/>
                    <a:pt x="565531" y="0"/>
                  </a:cubicBezTo>
                  <a:cubicBezTo>
                    <a:pt x="877824" y="0"/>
                    <a:pt x="1131189" y="253238"/>
                    <a:pt x="1131189" y="565531"/>
                  </a:cubicBezTo>
                  <a:cubicBezTo>
                    <a:pt x="1131189" y="877824"/>
                    <a:pt x="877951" y="1131189"/>
                    <a:pt x="565531" y="1131189"/>
                  </a:cubicBezTo>
                  <a:cubicBezTo>
                    <a:pt x="253111" y="1131189"/>
                    <a:pt x="0" y="877951"/>
                    <a:pt x="0" y="565531"/>
                  </a:cubicBezTo>
                  <a:close/>
                </a:path>
              </a:pathLst>
            </a:custGeom>
            <a:solidFill>
              <a:srgbClr val="028090"/>
            </a:solidFill>
            <a:ln w="25400" cap="sq">
              <a:solidFill>
                <a:srgbClr val="028090"/>
              </a:solidFill>
              <a:prstDash val="solid"/>
              <a:miter/>
            </a:ln>
          </p:spPr>
        </p:sp>
      </p:grpSp>
      <p:grpSp>
        <p:nvGrpSpPr>
          <p:cNvPr name="Group 76" id="76"/>
          <p:cNvGrpSpPr/>
          <p:nvPr/>
        </p:nvGrpSpPr>
        <p:grpSpPr>
          <a:xfrm rot="0">
            <a:off x="7260336" y="5797296"/>
            <a:ext cx="822960" cy="822960"/>
            <a:chOff x="0" y="0"/>
            <a:chExt cx="1097280" cy="1097280"/>
          </a:xfrm>
        </p:grpSpPr>
        <p:sp>
          <p:nvSpPr>
            <p:cNvPr name="Freeform 77" id="77"/>
            <p:cNvSpPr/>
            <p:nvPr/>
          </p:nvSpPr>
          <p:spPr>
            <a:xfrm flipH="false" flipV="false" rot="0">
              <a:off x="0" y="0"/>
              <a:ext cx="1097280" cy="1097280"/>
            </a:xfrm>
            <a:custGeom>
              <a:avLst/>
              <a:gdLst/>
              <a:ahLst/>
              <a:cxnLst/>
              <a:rect r="r" b="b" t="t" l="l"/>
              <a:pathLst>
                <a:path h="1097280" w="1097280">
                  <a:moveTo>
                    <a:pt x="0" y="0"/>
                  </a:moveTo>
                  <a:lnTo>
                    <a:pt x="1097280" y="0"/>
                  </a:lnTo>
                  <a:lnTo>
                    <a:pt x="1097280" y="1097280"/>
                  </a:lnTo>
                  <a:lnTo>
                    <a:pt x="0" y="1097280"/>
                  </a:lnTo>
                  <a:close/>
                </a:path>
              </a:pathLst>
            </a:custGeom>
            <a:blipFill>
              <a:blip r:embed="rId3">
                <a:alphaModFix amt="0"/>
              </a:blip>
              <a:stretch>
                <a:fillRect l="-78303" t="0" r="-78303" b="0"/>
              </a:stretch>
            </a:blipFill>
          </p:spPr>
        </p:sp>
        <p:sp>
          <p:nvSpPr>
            <p:cNvPr name="TextBox 78" id="78"/>
            <p:cNvSpPr txBox="true"/>
            <p:nvPr/>
          </p:nvSpPr>
          <p:spPr>
            <a:xfrm>
              <a:off x="0" y="-47625"/>
              <a:ext cx="1097280" cy="1144905"/>
            </a:xfrm>
            <a:prstGeom prst="rect">
              <a:avLst/>
            </a:prstGeom>
          </p:spPr>
          <p:txBody>
            <a:bodyPr anchor="ctr" rtlCol="false" tIns="0" lIns="0" bIns="0" rIns="0"/>
            <a:lstStyle/>
            <a:p>
              <a:pPr algn="ctr">
                <a:lnSpc>
                  <a:spcPts val="2639"/>
                </a:lnSpc>
              </a:pPr>
              <a:r>
                <a:rPr lang="en-US" sz="2199" b="true">
                  <a:solidFill>
                    <a:srgbClr val="FFFFFF"/>
                  </a:solidFill>
                  <a:latin typeface="Calibri (MS) Bold"/>
                  <a:ea typeface="Calibri (MS) Bold"/>
                  <a:cs typeface="Calibri (MS) Bold"/>
                  <a:sym typeface="Calibri (MS) Bold"/>
                </a:rPr>
                <a:t>06</a:t>
              </a:r>
            </a:p>
          </p:txBody>
        </p:sp>
      </p:grpSp>
      <p:grpSp>
        <p:nvGrpSpPr>
          <p:cNvPr name="Group 79" id="79"/>
          <p:cNvGrpSpPr/>
          <p:nvPr/>
        </p:nvGrpSpPr>
        <p:grpSpPr>
          <a:xfrm rot="0">
            <a:off x="7223760" y="6766560"/>
            <a:ext cx="3767328" cy="822960"/>
            <a:chOff x="0" y="0"/>
            <a:chExt cx="5023104" cy="1097280"/>
          </a:xfrm>
        </p:grpSpPr>
        <p:sp>
          <p:nvSpPr>
            <p:cNvPr name="Freeform 80" id="80"/>
            <p:cNvSpPr/>
            <p:nvPr/>
          </p:nvSpPr>
          <p:spPr>
            <a:xfrm flipH="false" flipV="false" rot="0">
              <a:off x="0" y="0"/>
              <a:ext cx="5023104" cy="1097280"/>
            </a:xfrm>
            <a:custGeom>
              <a:avLst/>
              <a:gdLst/>
              <a:ahLst/>
              <a:cxnLst/>
              <a:rect r="r" b="b" t="t" l="l"/>
              <a:pathLst>
                <a:path h="1097280" w="5023104">
                  <a:moveTo>
                    <a:pt x="0" y="0"/>
                  </a:moveTo>
                  <a:lnTo>
                    <a:pt x="5023104" y="0"/>
                  </a:lnTo>
                  <a:lnTo>
                    <a:pt x="5023104" y="1097280"/>
                  </a:lnTo>
                  <a:lnTo>
                    <a:pt x="0" y="1097280"/>
                  </a:lnTo>
                  <a:close/>
                </a:path>
              </a:pathLst>
            </a:custGeom>
            <a:blipFill>
              <a:blip r:embed="rId3">
                <a:alphaModFix amt="0"/>
              </a:blip>
              <a:stretch>
                <a:fillRect l="0" t="-39198" r="0" b="-39198"/>
              </a:stretch>
            </a:blipFill>
          </p:spPr>
        </p:sp>
        <p:sp>
          <p:nvSpPr>
            <p:cNvPr name="TextBox 81" id="81"/>
            <p:cNvSpPr txBox="true"/>
            <p:nvPr/>
          </p:nvSpPr>
          <p:spPr>
            <a:xfrm>
              <a:off x="0" y="-57150"/>
              <a:ext cx="5023104" cy="1154430"/>
            </a:xfrm>
            <a:prstGeom prst="rect">
              <a:avLst/>
            </a:prstGeom>
          </p:spPr>
          <p:txBody>
            <a:bodyPr anchor="ctr" rtlCol="false" tIns="0" lIns="0" bIns="0" rIns="0"/>
            <a:lstStyle/>
            <a:p>
              <a:pPr algn="ctr">
                <a:lnSpc>
                  <a:spcPts val="2879"/>
                </a:lnSpc>
              </a:pPr>
              <a:r>
                <a:rPr lang="en-US" sz="2399" b="true">
                  <a:solidFill>
                    <a:srgbClr val="1E2761"/>
                  </a:solidFill>
                  <a:latin typeface="Calibri (MS) Bold"/>
                  <a:ea typeface="Calibri (MS) Bold"/>
                  <a:cs typeface="Calibri (MS) Bold"/>
                  <a:sym typeface="Calibri (MS) Bold"/>
                </a:rPr>
                <a:t>Incidencias y alertas</a:t>
              </a:r>
            </a:p>
          </p:txBody>
        </p:sp>
      </p:grpSp>
      <p:grpSp>
        <p:nvGrpSpPr>
          <p:cNvPr name="Group 82" id="82"/>
          <p:cNvGrpSpPr/>
          <p:nvPr/>
        </p:nvGrpSpPr>
        <p:grpSpPr>
          <a:xfrm rot="0">
            <a:off x="7223760" y="7626096"/>
            <a:ext cx="3767328" cy="822960"/>
            <a:chOff x="0" y="0"/>
            <a:chExt cx="5023104" cy="1097280"/>
          </a:xfrm>
        </p:grpSpPr>
        <p:sp>
          <p:nvSpPr>
            <p:cNvPr name="Freeform 83" id="83"/>
            <p:cNvSpPr/>
            <p:nvPr/>
          </p:nvSpPr>
          <p:spPr>
            <a:xfrm flipH="false" flipV="false" rot="0">
              <a:off x="0" y="0"/>
              <a:ext cx="5023104" cy="1097280"/>
            </a:xfrm>
            <a:custGeom>
              <a:avLst/>
              <a:gdLst/>
              <a:ahLst/>
              <a:cxnLst/>
              <a:rect r="r" b="b" t="t" l="l"/>
              <a:pathLst>
                <a:path h="1097280" w="5023104">
                  <a:moveTo>
                    <a:pt x="0" y="0"/>
                  </a:moveTo>
                  <a:lnTo>
                    <a:pt x="5023104" y="0"/>
                  </a:lnTo>
                  <a:lnTo>
                    <a:pt x="5023104" y="1097280"/>
                  </a:lnTo>
                  <a:lnTo>
                    <a:pt x="0" y="1097280"/>
                  </a:lnTo>
                  <a:close/>
                </a:path>
              </a:pathLst>
            </a:custGeom>
            <a:blipFill>
              <a:blip r:embed="rId3">
                <a:alphaModFix amt="0"/>
              </a:blip>
              <a:stretch>
                <a:fillRect l="0" t="-39198" r="0" b="-39198"/>
              </a:stretch>
            </a:blipFill>
          </p:spPr>
        </p:sp>
        <p:sp>
          <p:nvSpPr>
            <p:cNvPr name="TextBox 84" id="84"/>
            <p:cNvSpPr txBox="true"/>
            <p:nvPr/>
          </p:nvSpPr>
          <p:spPr>
            <a:xfrm>
              <a:off x="0" y="-47625"/>
              <a:ext cx="5023104" cy="1144905"/>
            </a:xfrm>
            <a:prstGeom prst="rect">
              <a:avLst/>
            </a:prstGeom>
          </p:spPr>
          <p:txBody>
            <a:bodyPr anchor="ctr" rtlCol="false" tIns="0" lIns="0" bIns="0" rIns="0"/>
            <a:lstStyle/>
            <a:p>
              <a:pPr algn="ctr">
                <a:lnSpc>
                  <a:spcPts val="2639"/>
                </a:lnSpc>
              </a:pPr>
              <a:r>
                <a:rPr lang="en-US" sz="2199">
                  <a:solidFill>
                    <a:srgbClr val="4A4A6A"/>
                  </a:solidFill>
                  <a:latin typeface="Calibri (MS)"/>
                  <a:ea typeface="Calibri (MS)"/>
                  <a:cs typeface="Calibri (MS)"/>
                  <a:sym typeface="Calibri (MS)"/>
                </a:rPr>
                <a:t>Registro y visibilidad de problemas</a:t>
              </a:r>
            </a:p>
          </p:txBody>
        </p:sp>
      </p:grpSp>
      <p:grpSp>
        <p:nvGrpSpPr>
          <p:cNvPr name="Group 85" id="85"/>
          <p:cNvGrpSpPr/>
          <p:nvPr/>
        </p:nvGrpSpPr>
        <p:grpSpPr>
          <a:xfrm rot="0">
            <a:off x="11307575" y="5565143"/>
            <a:ext cx="4085339" cy="3134363"/>
            <a:chOff x="0" y="0"/>
            <a:chExt cx="5447119" cy="4179151"/>
          </a:xfrm>
        </p:grpSpPr>
        <p:sp>
          <p:nvSpPr>
            <p:cNvPr name="Freeform 86" id="86"/>
            <p:cNvSpPr/>
            <p:nvPr/>
          </p:nvSpPr>
          <p:spPr>
            <a:xfrm flipH="false" flipV="false" rot="0">
              <a:off x="0" y="0"/>
              <a:ext cx="5447157" cy="4179189"/>
            </a:xfrm>
            <a:custGeom>
              <a:avLst/>
              <a:gdLst/>
              <a:ahLst/>
              <a:cxnLst/>
              <a:rect r="r" b="b" t="t" l="l"/>
              <a:pathLst>
                <a:path h="4179189" w="5447157">
                  <a:moveTo>
                    <a:pt x="0" y="196723"/>
                  </a:moveTo>
                  <a:cubicBezTo>
                    <a:pt x="0" y="88011"/>
                    <a:pt x="88011" y="0"/>
                    <a:pt x="196723" y="0"/>
                  </a:cubicBezTo>
                  <a:lnTo>
                    <a:pt x="5250434" y="0"/>
                  </a:lnTo>
                  <a:cubicBezTo>
                    <a:pt x="5359019" y="0"/>
                    <a:pt x="5447157" y="88011"/>
                    <a:pt x="5447157" y="196723"/>
                  </a:cubicBezTo>
                  <a:lnTo>
                    <a:pt x="5447157" y="3982466"/>
                  </a:lnTo>
                  <a:cubicBezTo>
                    <a:pt x="5447157" y="4091051"/>
                    <a:pt x="5359146" y="4179189"/>
                    <a:pt x="5250434" y="4179189"/>
                  </a:cubicBezTo>
                  <a:lnTo>
                    <a:pt x="196723" y="4179189"/>
                  </a:lnTo>
                  <a:cubicBezTo>
                    <a:pt x="88011" y="4179189"/>
                    <a:pt x="0" y="4091051"/>
                    <a:pt x="0" y="3982466"/>
                  </a:cubicBezTo>
                  <a:close/>
                </a:path>
              </a:pathLst>
            </a:custGeom>
            <a:solidFill>
              <a:srgbClr val="FFFFFF"/>
            </a:solidFill>
            <a:ln w="25400" cap="sq">
              <a:solidFill>
                <a:srgbClr val="CADCFC"/>
              </a:solidFill>
              <a:prstDash val="solid"/>
              <a:miter/>
            </a:ln>
          </p:spPr>
        </p:sp>
      </p:grpSp>
      <p:grpSp>
        <p:nvGrpSpPr>
          <p:cNvPr name="Group 87" id="87"/>
          <p:cNvGrpSpPr/>
          <p:nvPr/>
        </p:nvGrpSpPr>
        <p:grpSpPr>
          <a:xfrm rot="0">
            <a:off x="11490455" y="5784599"/>
            <a:ext cx="848363" cy="848363"/>
            <a:chOff x="0" y="0"/>
            <a:chExt cx="1131151" cy="1131151"/>
          </a:xfrm>
        </p:grpSpPr>
        <p:sp>
          <p:nvSpPr>
            <p:cNvPr name="Freeform 88" id="88"/>
            <p:cNvSpPr/>
            <p:nvPr/>
          </p:nvSpPr>
          <p:spPr>
            <a:xfrm flipH="false" flipV="false" rot="0">
              <a:off x="0" y="0"/>
              <a:ext cx="1131189" cy="1131189"/>
            </a:xfrm>
            <a:custGeom>
              <a:avLst/>
              <a:gdLst/>
              <a:ahLst/>
              <a:cxnLst/>
              <a:rect r="r" b="b" t="t" l="l"/>
              <a:pathLst>
                <a:path h="1131189" w="1131189">
                  <a:moveTo>
                    <a:pt x="0" y="565531"/>
                  </a:moveTo>
                  <a:cubicBezTo>
                    <a:pt x="0" y="253238"/>
                    <a:pt x="253238" y="0"/>
                    <a:pt x="565531" y="0"/>
                  </a:cubicBezTo>
                  <a:cubicBezTo>
                    <a:pt x="877824" y="0"/>
                    <a:pt x="1131189" y="253238"/>
                    <a:pt x="1131189" y="565531"/>
                  </a:cubicBezTo>
                  <a:cubicBezTo>
                    <a:pt x="1131189" y="877824"/>
                    <a:pt x="877951" y="1131189"/>
                    <a:pt x="565531" y="1131189"/>
                  </a:cubicBezTo>
                  <a:cubicBezTo>
                    <a:pt x="253111" y="1131189"/>
                    <a:pt x="0" y="877951"/>
                    <a:pt x="0" y="565531"/>
                  </a:cubicBezTo>
                  <a:close/>
                </a:path>
              </a:pathLst>
            </a:custGeom>
            <a:solidFill>
              <a:srgbClr val="028090"/>
            </a:solidFill>
            <a:ln w="25400" cap="sq">
              <a:solidFill>
                <a:srgbClr val="028090"/>
              </a:solidFill>
              <a:prstDash val="solid"/>
              <a:miter/>
            </a:ln>
          </p:spPr>
        </p:sp>
      </p:grpSp>
      <p:grpSp>
        <p:nvGrpSpPr>
          <p:cNvPr name="Group 89" id="89"/>
          <p:cNvGrpSpPr/>
          <p:nvPr/>
        </p:nvGrpSpPr>
        <p:grpSpPr>
          <a:xfrm rot="0">
            <a:off x="11503152" y="5797296"/>
            <a:ext cx="822960" cy="822960"/>
            <a:chOff x="0" y="0"/>
            <a:chExt cx="1097280" cy="1097280"/>
          </a:xfrm>
        </p:grpSpPr>
        <p:sp>
          <p:nvSpPr>
            <p:cNvPr name="Freeform 90" id="90"/>
            <p:cNvSpPr/>
            <p:nvPr/>
          </p:nvSpPr>
          <p:spPr>
            <a:xfrm flipH="false" flipV="false" rot="0">
              <a:off x="0" y="0"/>
              <a:ext cx="1097280" cy="1097280"/>
            </a:xfrm>
            <a:custGeom>
              <a:avLst/>
              <a:gdLst/>
              <a:ahLst/>
              <a:cxnLst/>
              <a:rect r="r" b="b" t="t" l="l"/>
              <a:pathLst>
                <a:path h="1097280" w="1097280">
                  <a:moveTo>
                    <a:pt x="0" y="0"/>
                  </a:moveTo>
                  <a:lnTo>
                    <a:pt x="1097280" y="0"/>
                  </a:lnTo>
                  <a:lnTo>
                    <a:pt x="1097280" y="1097280"/>
                  </a:lnTo>
                  <a:lnTo>
                    <a:pt x="0" y="1097280"/>
                  </a:lnTo>
                  <a:close/>
                </a:path>
              </a:pathLst>
            </a:custGeom>
            <a:blipFill>
              <a:blip r:embed="rId3">
                <a:alphaModFix amt="0"/>
              </a:blip>
              <a:stretch>
                <a:fillRect l="-78303" t="0" r="-78303" b="0"/>
              </a:stretch>
            </a:blipFill>
          </p:spPr>
        </p:sp>
        <p:sp>
          <p:nvSpPr>
            <p:cNvPr name="TextBox 91" id="91"/>
            <p:cNvSpPr txBox="true"/>
            <p:nvPr/>
          </p:nvSpPr>
          <p:spPr>
            <a:xfrm>
              <a:off x="0" y="-47625"/>
              <a:ext cx="1097280" cy="1144905"/>
            </a:xfrm>
            <a:prstGeom prst="rect">
              <a:avLst/>
            </a:prstGeom>
          </p:spPr>
          <p:txBody>
            <a:bodyPr anchor="ctr" rtlCol="false" tIns="0" lIns="0" bIns="0" rIns="0"/>
            <a:lstStyle/>
            <a:p>
              <a:pPr algn="ctr">
                <a:lnSpc>
                  <a:spcPts val="2639"/>
                </a:lnSpc>
              </a:pPr>
              <a:r>
                <a:rPr lang="en-US" sz="2199" b="true">
                  <a:solidFill>
                    <a:srgbClr val="FFFFFF"/>
                  </a:solidFill>
                  <a:latin typeface="Calibri (MS) Bold"/>
                  <a:ea typeface="Calibri (MS) Bold"/>
                  <a:cs typeface="Calibri (MS) Bold"/>
                  <a:sym typeface="Calibri (MS) Bold"/>
                </a:rPr>
                <a:t>07</a:t>
              </a:r>
            </a:p>
          </p:txBody>
        </p:sp>
      </p:grpSp>
      <p:grpSp>
        <p:nvGrpSpPr>
          <p:cNvPr name="Group 92" id="92"/>
          <p:cNvGrpSpPr/>
          <p:nvPr/>
        </p:nvGrpSpPr>
        <p:grpSpPr>
          <a:xfrm rot="0">
            <a:off x="11466576" y="6766560"/>
            <a:ext cx="3767328" cy="822960"/>
            <a:chOff x="0" y="0"/>
            <a:chExt cx="5023104" cy="1097280"/>
          </a:xfrm>
        </p:grpSpPr>
        <p:sp>
          <p:nvSpPr>
            <p:cNvPr name="Freeform 93" id="93"/>
            <p:cNvSpPr/>
            <p:nvPr/>
          </p:nvSpPr>
          <p:spPr>
            <a:xfrm flipH="false" flipV="false" rot="0">
              <a:off x="0" y="0"/>
              <a:ext cx="5023104" cy="1097280"/>
            </a:xfrm>
            <a:custGeom>
              <a:avLst/>
              <a:gdLst/>
              <a:ahLst/>
              <a:cxnLst/>
              <a:rect r="r" b="b" t="t" l="l"/>
              <a:pathLst>
                <a:path h="1097280" w="5023104">
                  <a:moveTo>
                    <a:pt x="0" y="0"/>
                  </a:moveTo>
                  <a:lnTo>
                    <a:pt x="5023104" y="0"/>
                  </a:lnTo>
                  <a:lnTo>
                    <a:pt x="5023104" y="1097280"/>
                  </a:lnTo>
                  <a:lnTo>
                    <a:pt x="0" y="1097280"/>
                  </a:lnTo>
                  <a:close/>
                </a:path>
              </a:pathLst>
            </a:custGeom>
            <a:blipFill>
              <a:blip r:embed="rId3">
                <a:alphaModFix amt="0"/>
              </a:blip>
              <a:stretch>
                <a:fillRect l="0" t="-39198" r="0" b="-39198"/>
              </a:stretch>
            </a:blipFill>
          </p:spPr>
        </p:sp>
        <p:sp>
          <p:nvSpPr>
            <p:cNvPr name="TextBox 94" id="94"/>
            <p:cNvSpPr txBox="true"/>
            <p:nvPr/>
          </p:nvSpPr>
          <p:spPr>
            <a:xfrm>
              <a:off x="0" y="-57150"/>
              <a:ext cx="5023104" cy="1154430"/>
            </a:xfrm>
            <a:prstGeom prst="rect">
              <a:avLst/>
            </a:prstGeom>
          </p:spPr>
          <p:txBody>
            <a:bodyPr anchor="ctr" rtlCol="false" tIns="0" lIns="0" bIns="0" rIns="0"/>
            <a:lstStyle/>
            <a:p>
              <a:pPr algn="ctr">
                <a:lnSpc>
                  <a:spcPts val="2879"/>
                </a:lnSpc>
              </a:pPr>
              <a:r>
                <a:rPr lang="en-US" sz="2399" b="true">
                  <a:solidFill>
                    <a:srgbClr val="1E2761"/>
                  </a:solidFill>
                  <a:latin typeface="Calibri (MS) Bold"/>
                  <a:ea typeface="Calibri (MS) Bold"/>
                  <a:cs typeface="Calibri (MS) Bold"/>
                  <a:sym typeface="Calibri (MS) Bold"/>
                </a:rPr>
                <a:t>Cierre de práctica</a:t>
              </a:r>
            </a:p>
          </p:txBody>
        </p:sp>
      </p:grpSp>
      <p:grpSp>
        <p:nvGrpSpPr>
          <p:cNvPr name="Group 95" id="95"/>
          <p:cNvGrpSpPr/>
          <p:nvPr/>
        </p:nvGrpSpPr>
        <p:grpSpPr>
          <a:xfrm rot="0">
            <a:off x="11466576" y="7626096"/>
            <a:ext cx="3767328" cy="822960"/>
            <a:chOff x="0" y="0"/>
            <a:chExt cx="5023104" cy="1097280"/>
          </a:xfrm>
        </p:grpSpPr>
        <p:sp>
          <p:nvSpPr>
            <p:cNvPr name="Freeform 96" id="96"/>
            <p:cNvSpPr/>
            <p:nvPr/>
          </p:nvSpPr>
          <p:spPr>
            <a:xfrm flipH="false" flipV="false" rot="0">
              <a:off x="0" y="0"/>
              <a:ext cx="5023104" cy="1097280"/>
            </a:xfrm>
            <a:custGeom>
              <a:avLst/>
              <a:gdLst/>
              <a:ahLst/>
              <a:cxnLst/>
              <a:rect r="r" b="b" t="t" l="l"/>
              <a:pathLst>
                <a:path h="1097280" w="5023104">
                  <a:moveTo>
                    <a:pt x="0" y="0"/>
                  </a:moveTo>
                  <a:lnTo>
                    <a:pt x="5023104" y="0"/>
                  </a:lnTo>
                  <a:lnTo>
                    <a:pt x="5023104" y="1097280"/>
                  </a:lnTo>
                  <a:lnTo>
                    <a:pt x="0" y="1097280"/>
                  </a:lnTo>
                  <a:close/>
                </a:path>
              </a:pathLst>
            </a:custGeom>
            <a:blipFill>
              <a:blip r:embed="rId3">
                <a:alphaModFix amt="0"/>
              </a:blip>
              <a:stretch>
                <a:fillRect l="0" t="-39198" r="0" b="-39198"/>
              </a:stretch>
            </a:blipFill>
          </p:spPr>
        </p:sp>
        <p:sp>
          <p:nvSpPr>
            <p:cNvPr name="TextBox 97" id="97"/>
            <p:cNvSpPr txBox="true"/>
            <p:nvPr/>
          </p:nvSpPr>
          <p:spPr>
            <a:xfrm>
              <a:off x="0" y="-47625"/>
              <a:ext cx="5023104" cy="1144905"/>
            </a:xfrm>
            <a:prstGeom prst="rect">
              <a:avLst/>
            </a:prstGeom>
          </p:spPr>
          <p:txBody>
            <a:bodyPr anchor="ctr" rtlCol="false" tIns="0" lIns="0" bIns="0" rIns="0"/>
            <a:lstStyle/>
            <a:p>
              <a:pPr algn="ctr">
                <a:lnSpc>
                  <a:spcPts val="2639"/>
                </a:lnSpc>
              </a:pPr>
              <a:r>
                <a:rPr lang="en-US" sz="2199">
                  <a:solidFill>
                    <a:srgbClr val="4A4A6A"/>
                  </a:solidFill>
                  <a:latin typeface="Calibri (MS)"/>
                  <a:ea typeface="Calibri (MS)"/>
                  <a:cs typeface="Calibri (MS)"/>
                  <a:sym typeface="Calibri (MS)"/>
                </a:rPr>
                <a:t>Término formal y registro histórico</a:t>
              </a:r>
            </a:p>
          </p:txBody>
        </p:sp>
      </p:grpSp>
      <p:grpSp>
        <p:nvGrpSpPr>
          <p:cNvPr name="Group 98" id="98"/>
          <p:cNvGrpSpPr/>
          <p:nvPr/>
        </p:nvGrpSpPr>
        <p:grpSpPr>
          <a:xfrm rot="0">
            <a:off x="718823" y="9222743"/>
            <a:ext cx="16850363" cy="756923"/>
            <a:chOff x="0" y="0"/>
            <a:chExt cx="22467151" cy="1009231"/>
          </a:xfrm>
        </p:grpSpPr>
        <p:sp>
          <p:nvSpPr>
            <p:cNvPr name="Freeform 99" id="99"/>
            <p:cNvSpPr/>
            <p:nvPr/>
          </p:nvSpPr>
          <p:spPr>
            <a:xfrm flipH="false" flipV="false" rot="0">
              <a:off x="0" y="0"/>
              <a:ext cx="22467190" cy="1009269"/>
            </a:xfrm>
            <a:custGeom>
              <a:avLst/>
              <a:gdLst/>
              <a:ahLst/>
              <a:cxnLst/>
              <a:rect r="r" b="b" t="t" l="l"/>
              <a:pathLst>
                <a:path h="1009269" w="22467190">
                  <a:moveTo>
                    <a:pt x="0" y="151384"/>
                  </a:moveTo>
                  <a:cubicBezTo>
                    <a:pt x="0" y="67818"/>
                    <a:pt x="67818" y="0"/>
                    <a:pt x="151384" y="0"/>
                  </a:cubicBezTo>
                  <a:lnTo>
                    <a:pt x="22315805" y="0"/>
                  </a:lnTo>
                  <a:cubicBezTo>
                    <a:pt x="22399371" y="0"/>
                    <a:pt x="22467190" y="67818"/>
                    <a:pt x="22467190" y="151384"/>
                  </a:cubicBezTo>
                  <a:lnTo>
                    <a:pt x="22467190" y="857885"/>
                  </a:lnTo>
                  <a:cubicBezTo>
                    <a:pt x="22467190" y="941451"/>
                    <a:pt x="22399371" y="1009269"/>
                    <a:pt x="22315805" y="1009269"/>
                  </a:cubicBezTo>
                  <a:lnTo>
                    <a:pt x="151384" y="1009269"/>
                  </a:lnTo>
                  <a:cubicBezTo>
                    <a:pt x="67818" y="1009269"/>
                    <a:pt x="0" y="941451"/>
                    <a:pt x="0" y="857885"/>
                  </a:cubicBezTo>
                  <a:close/>
                </a:path>
              </a:pathLst>
            </a:custGeom>
            <a:solidFill>
              <a:srgbClr val="1E2761"/>
            </a:solidFill>
            <a:ln w="25400" cap="sq">
              <a:solidFill>
                <a:srgbClr val="1E2761"/>
              </a:solidFill>
              <a:prstDash val="solid"/>
              <a:miter/>
            </a:ln>
          </p:spPr>
        </p:sp>
      </p:grpSp>
      <p:grpSp>
        <p:nvGrpSpPr>
          <p:cNvPr name="Group 100" id="100"/>
          <p:cNvGrpSpPr/>
          <p:nvPr/>
        </p:nvGrpSpPr>
        <p:grpSpPr>
          <a:xfrm rot="0">
            <a:off x="914400" y="9290304"/>
            <a:ext cx="16459200" cy="621792"/>
            <a:chOff x="0" y="0"/>
            <a:chExt cx="21945600" cy="829056"/>
          </a:xfrm>
        </p:grpSpPr>
        <p:sp>
          <p:nvSpPr>
            <p:cNvPr name="Freeform 101" id="101"/>
            <p:cNvSpPr/>
            <p:nvPr/>
          </p:nvSpPr>
          <p:spPr>
            <a:xfrm flipH="false" flipV="false" rot="0">
              <a:off x="0" y="0"/>
              <a:ext cx="21945600" cy="829056"/>
            </a:xfrm>
            <a:custGeom>
              <a:avLst/>
              <a:gdLst/>
              <a:ahLst/>
              <a:cxnLst/>
              <a:rect r="r" b="b" t="t" l="l"/>
              <a:pathLst>
                <a:path h="829056" w="21945600">
                  <a:moveTo>
                    <a:pt x="0" y="0"/>
                  </a:moveTo>
                  <a:lnTo>
                    <a:pt x="21945600" y="0"/>
                  </a:lnTo>
                  <a:lnTo>
                    <a:pt x="21945600" y="829056"/>
                  </a:lnTo>
                  <a:lnTo>
                    <a:pt x="0" y="829056"/>
                  </a:lnTo>
                  <a:close/>
                </a:path>
              </a:pathLst>
            </a:custGeom>
            <a:blipFill>
              <a:blip r:embed="rId3">
                <a:alphaModFix amt="0"/>
              </a:blip>
              <a:stretch>
                <a:fillRect l="0" t="-465780" r="0" b="-465780"/>
              </a:stretch>
            </a:blipFill>
          </p:spPr>
        </p:sp>
        <p:sp>
          <p:nvSpPr>
            <p:cNvPr name="TextBox 102" id="102"/>
            <p:cNvSpPr txBox="true"/>
            <p:nvPr/>
          </p:nvSpPr>
          <p:spPr>
            <a:xfrm>
              <a:off x="0" y="-57150"/>
              <a:ext cx="21945600" cy="886206"/>
            </a:xfrm>
            <a:prstGeom prst="rect">
              <a:avLst/>
            </a:prstGeom>
          </p:spPr>
          <p:txBody>
            <a:bodyPr anchor="ctr" rtlCol="false" tIns="0" lIns="0" bIns="0" rIns="0"/>
            <a:lstStyle/>
            <a:p>
              <a:pPr algn="ctr">
                <a:lnSpc>
                  <a:spcPts val="2879"/>
                </a:lnSpc>
              </a:pPr>
              <a:r>
                <a:rPr lang="en-US" sz="2399" b="true">
                  <a:solidFill>
                    <a:srgbClr val="FFFFFF"/>
                  </a:solidFill>
                  <a:latin typeface="Calibri (MS) Bold"/>
                  <a:ea typeface="Calibri (MS) Bold"/>
                  <a:cs typeface="Calibri (MS) Bold"/>
                  <a:sym typeface="Calibri (MS) Bold"/>
                </a:rPr>
                <a:t>El PMV cubre el flujo esencial desde el registro de una práctica hasta su cierre</a:t>
              </a:r>
            </a:p>
          </p:txBody>
        </p:sp>
      </p:grpSp>
      <p:sp>
        <p:nvSpPr>
          <p:cNvPr name="Freeform 103" id="103"/>
          <p:cNvSpPr/>
          <p:nvPr/>
        </p:nvSpPr>
        <p:spPr>
          <a:xfrm flipH="false" flipV="false" rot="0">
            <a:off x="13644173" y="170126"/>
            <a:ext cx="4226777" cy="1056694"/>
          </a:xfrm>
          <a:custGeom>
            <a:avLst/>
            <a:gdLst/>
            <a:ahLst/>
            <a:cxnLst/>
            <a:rect r="r" b="b" t="t" l="l"/>
            <a:pathLst>
              <a:path h="1056694" w="4226777">
                <a:moveTo>
                  <a:pt x="0" y="0"/>
                </a:moveTo>
                <a:lnTo>
                  <a:pt x="4226777" y="0"/>
                </a:lnTo>
                <a:lnTo>
                  <a:pt x="4226777" y="1056694"/>
                </a:lnTo>
                <a:lnTo>
                  <a:pt x="0" y="1056694"/>
                </a:lnTo>
                <a:lnTo>
                  <a:pt x="0" y="0"/>
                </a:lnTo>
                <a:close/>
              </a:path>
            </a:pathLst>
          </a:custGeom>
          <a:blipFill>
            <a:blip r:embed="rId4"/>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9144000" cy="1645920"/>
            <a:chOff x="0" y="0"/>
            <a:chExt cx="12192000" cy="2194560"/>
          </a:xfrm>
        </p:grpSpPr>
        <p:sp>
          <p:nvSpPr>
            <p:cNvPr name="Freeform 3" id="3"/>
            <p:cNvSpPr/>
            <p:nvPr/>
          </p:nvSpPr>
          <p:spPr>
            <a:xfrm flipH="false" flipV="false" rot="0">
              <a:off x="0" y="0"/>
              <a:ext cx="12192000" cy="2194560"/>
            </a:xfrm>
            <a:custGeom>
              <a:avLst/>
              <a:gdLst/>
              <a:ahLst/>
              <a:cxnLst/>
              <a:rect r="r" b="b" t="t" l="l"/>
              <a:pathLst>
                <a:path h="2194560" w="12192000">
                  <a:moveTo>
                    <a:pt x="0" y="0"/>
                  </a:moveTo>
                  <a:lnTo>
                    <a:pt x="12192000" y="0"/>
                  </a:lnTo>
                  <a:lnTo>
                    <a:pt x="12192000" y="2194560"/>
                  </a:lnTo>
                  <a:lnTo>
                    <a:pt x="0" y="2194560"/>
                  </a:lnTo>
                  <a:close/>
                </a:path>
              </a:pathLst>
            </a:custGeom>
            <a:solidFill>
              <a:srgbClr val="1E2761"/>
            </a:solidFill>
          </p:spPr>
        </p:sp>
      </p:grpSp>
      <p:grpSp>
        <p:nvGrpSpPr>
          <p:cNvPr name="Group 4" id="4"/>
          <p:cNvGrpSpPr/>
          <p:nvPr/>
        </p:nvGrpSpPr>
        <p:grpSpPr>
          <a:xfrm rot="0">
            <a:off x="914400" y="274320"/>
            <a:ext cx="5892033" cy="1097280"/>
            <a:chOff x="0" y="0"/>
            <a:chExt cx="7856045" cy="1463040"/>
          </a:xfrm>
        </p:grpSpPr>
        <p:sp>
          <p:nvSpPr>
            <p:cNvPr name="Freeform 5" id="5"/>
            <p:cNvSpPr/>
            <p:nvPr/>
          </p:nvSpPr>
          <p:spPr>
            <a:xfrm flipH="false" flipV="false" rot="0">
              <a:off x="0" y="0"/>
              <a:ext cx="7856045" cy="1463040"/>
            </a:xfrm>
            <a:custGeom>
              <a:avLst/>
              <a:gdLst/>
              <a:ahLst/>
              <a:cxnLst/>
              <a:rect r="r" b="b" t="t" l="l"/>
              <a:pathLst>
                <a:path h="1463040" w="7856045">
                  <a:moveTo>
                    <a:pt x="0" y="0"/>
                  </a:moveTo>
                  <a:lnTo>
                    <a:pt x="7856045" y="0"/>
                  </a:lnTo>
                  <a:lnTo>
                    <a:pt x="7856045" y="1463040"/>
                  </a:lnTo>
                  <a:lnTo>
                    <a:pt x="0" y="1463040"/>
                  </a:lnTo>
                  <a:close/>
                </a:path>
              </a:pathLst>
            </a:custGeom>
            <a:blipFill>
              <a:blip r:embed="rId3">
                <a:alphaModFix amt="0"/>
              </a:blip>
              <a:stretch>
                <a:fillRect l="0" t="-177325" r="-117269" b="-177325"/>
              </a:stretch>
            </a:blipFill>
          </p:spPr>
        </p:sp>
        <p:sp>
          <p:nvSpPr>
            <p:cNvPr name="TextBox 6" id="6"/>
            <p:cNvSpPr txBox="true"/>
            <p:nvPr/>
          </p:nvSpPr>
          <p:spPr>
            <a:xfrm>
              <a:off x="0" y="-85725"/>
              <a:ext cx="7856045" cy="1548765"/>
            </a:xfrm>
            <a:prstGeom prst="rect">
              <a:avLst/>
            </a:prstGeom>
          </p:spPr>
          <p:txBody>
            <a:bodyPr anchor="ctr" rtlCol="false" tIns="0" lIns="0" bIns="0" rIns="0"/>
            <a:lstStyle/>
            <a:p>
              <a:pPr algn="l">
                <a:lnSpc>
                  <a:spcPts val="5759"/>
                </a:lnSpc>
              </a:pPr>
              <a:r>
                <a:rPr lang="en-US" sz="4800" b="true">
                  <a:solidFill>
                    <a:srgbClr val="FFFFFF"/>
                  </a:solidFill>
                  <a:latin typeface="Calibri (MS) Bold"/>
                  <a:ea typeface="Calibri (MS) Bold"/>
                  <a:cs typeface="Calibri (MS) Bold"/>
                  <a:sym typeface="Calibri (MS) Bold"/>
                </a:rPr>
                <a:t>Épicas del Proyecto</a:t>
              </a:r>
            </a:p>
          </p:txBody>
        </p:sp>
      </p:grpSp>
      <p:grpSp>
        <p:nvGrpSpPr>
          <p:cNvPr name="Group 7" id="7"/>
          <p:cNvGrpSpPr/>
          <p:nvPr/>
        </p:nvGrpSpPr>
        <p:grpSpPr>
          <a:xfrm rot="0">
            <a:off x="718823" y="1816103"/>
            <a:ext cx="1579883" cy="903227"/>
            <a:chOff x="0" y="0"/>
            <a:chExt cx="2106511" cy="1204303"/>
          </a:xfrm>
        </p:grpSpPr>
        <p:sp>
          <p:nvSpPr>
            <p:cNvPr name="Freeform 8" id="8"/>
            <p:cNvSpPr/>
            <p:nvPr/>
          </p:nvSpPr>
          <p:spPr>
            <a:xfrm flipH="false" flipV="false" rot="0">
              <a:off x="0" y="0"/>
              <a:ext cx="2106422" cy="1204214"/>
            </a:xfrm>
            <a:custGeom>
              <a:avLst/>
              <a:gdLst/>
              <a:ahLst/>
              <a:cxnLst/>
              <a:rect r="r" b="b" t="t" l="l"/>
              <a:pathLst>
                <a:path h="1204214" w="2106422">
                  <a:moveTo>
                    <a:pt x="0" y="150495"/>
                  </a:moveTo>
                  <a:cubicBezTo>
                    <a:pt x="0" y="67437"/>
                    <a:pt x="67437" y="0"/>
                    <a:pt x="150495" y="0"/>
                  </a:cubicBezTo>
                  <a:lnTo>
                    <a:pt x="1955927" y="0"/>
                  </a:lnTo>
                  <a:cubicBezTo>
                    <a:pt x="2039112" y="0"/>
                    <a:pt x="2106422" y="67437"/>
                    <a:pt x="2106422" y="150495"/>
                  </a:cubicBezTo>
                  <a:lnTo>
                    <a:pt x="2106422" y="1053719"/>
                  </a:lnTo>
                  <a:cubicBezTo>
                    <a:pt x="2106422" y="1136904"/>
                    <a:pt x="2038985" y="1204214"/>
                    <a:pt x="1955927" y="1204214"/>
                  </a:cubicBezTo>
                  <a:lnTo>
                    <a:pt x="150495" y="1204214"/>
                  </a:lnTo>
                  <a:cubicBezTo>
                    <a:pt x="67437" y="1204341"/>
                    <a:pt x="0" y="1136904"/>
                    <a:pt x="0" y="1053719"/>
                  </a:cubicBezTo>
                  <a:close/>
                </a:path>
              </a:pathLst>
            </a:custGeom>
            <a:solidFill>
              <a:srgbClr val="028090"/>
            </a:solidFill>
            <a:ln w="25400" cap="sq">
              <a:solidFill>
                <a:srgbClr val="028090"/>
              </a:solidFill>
              <a:prstDash val="solid"/>
              <a:miter/>
            </a:ln>
          </p:spPr>
        </p:sp>
      </p:grpSp>
      <p:grpSp>
        <p:nvGrpSpPr>
          <p:cNvPr name="Group 9" id="9"/>
          <p:cNvGrpSpPr/>
          <p:nvPr/>
        </p:nvGrpSpPr>
        <p:grpSpPr>
          <a:xfrm rot="0">
            <a:off x="731520" y="1828800"/>
            <a:ext cx="1554480" cy="877824"/>
            <a:chOff x="0" y="0"/>
            <a:chExt cx="2072640" cy="1170432"/>
          </a:xfrm>
        </p:grpSpPr>
        <p:sp>
          <p:nvSpPr>
            <p:cNvPr name="Freeform 10" id="10"/>
            <p:cNvSpPr/>
            <p:nvPr/>
          </p:nvSpPr>
          <p:spPr>
            <a:xfrm flipH="false" flipV="false" rot="0">
              <a:off x="0" y="0"/>
              <a:ext cx="2072640" cy="1170432"/>
            </a:xfrm>
            <a:custGeom>
              <a:avLst/>
              <a:gdLst/>
              <a:ahLst/>
              <a:cxnLst/>
              <a:rect r="r" b="b" t="t" l="l"/>
              <a:pathLst>
                <a:path h="1170432" w="2072640">
                  <a:moveTo>
                    <a:pt x="0" y="0"/>
                  </a:moveTo>
                  <a:lnTo>
                    <a:pt x="2072640" y="0"/>
                  </a:lnTo>
                  <a:lnTo>
                    <a:pt x="2072640" y="1170432"/>
                  </a:lnTo>
                  <a:lnTo>
                    <a:pt x="0" y="1170432"/>
                  </a:lnTo>
                  <a:close/>
                </a:path>
              </a:pathLst>
            </a:custGeom>
            <a:blipFill>
              <a:blip r:embed="rId3">
                <a:alphaModFix amt="0"/>
              </a:blip>
              <a:stretch>
                <a:fillRect l="-22453" t="0" r="-22453" b="0"/>
              </a:stretch>
            </a:blipFill>
          </p:spPr>
        </p:sp>
        <p:sp>
          <p:nvSpPr>
            <p:cNvPr name="TextBox 11" id="11"/>
            <p:cNvSpPr txBox="true"/>
            <p:nvPr/>
          </p:nvSpPr>
          <p:spPr>
            <a:xfrm>
              <a:off x="0" y="-47625"/>
              <a:ext cx="2072640" cy="1218057"/>
            </a:xfrm>
            <a:prstGeom prst="rect">
              <a:avLst/>
            </a:prstGeom>
          </p:spPr>
          <p:txBody>
            <a:bodyPr anchor="ctr" rtlCol="false" tIns="0" lIns="0" bIns="0" rIns="0"/>
            <a:lstStyle/>
            <a:p>
              <a:pPr algn="ctr">
                <a:lnSpc>
                  <a:spcPts val="2520"/>
                </a:lnSpc>
              </a:pPr>
              <a:r>
                <a:rPr lang="en-US" sz="2100" b="true">
                  <a:solidFill>
                    <a:srgbClr val="FFFFFF"/>
                  </a:solidFill>
                  <a:latin typeface="Calibri (MS) Bold"/>
                  <a:ea typeface="Calibri (MS) Bold"/>
                  <a:cs typeface="Calibri (MS) Bold"/>
                  <a:sym typeface="Calibri (MS) Bold"/>
                </a:rPr>
                <a:t>EP01</a:t>
              </a:r>
            </a:p>
          </p:txBody>
        </p:sp>
      </p:grpSp>
      <p:grpSp>
        <p:nvGrpSpPr>
          <p:cNvPr name="Group 12" id="12"/>
          <p:cNvGrpSpPr/>
          <p:nvPr/>
        </p:nvGrpSpPr>
        <p:grpSpPr>
          <a:xfrm rot="0">
            <a:off x="2468880" y="1865376"/>
            <a:ext cx="7680960" cy="804672"/>
            <a:chOff x="0" y="0"/>
            <a:chExt cx="10241280" cy="1072896"/>
          </a:xfrm>
        </p:grpSpPr>
        <p:sp>
          <p:nvSpPr>
            <p:cNvPr name="Freeform 13" id="13"/>
            <p:cNvSpPr/>
            <p:nvPr/>
          </p:nvSpPr>
          <p:spPr>
            <a:xfrm flipH="false" flipV="false" rot="0">
              <a:off x="0" y="0"/>
              <a:ext cx="10241280" cy="1072896"/>
            </a:xfrm>
            <a:custGeom>
              <a:avLst/>
              <a:gdLst/>
              <a:ahLst/>
              <a:cxnLst/>
              <a:rect r="r" b="b" t="t" l="l"/>
              <a:pathLst>
                <a:path h="1072896" w="10241280">
                  <a:moveTo>
                    <a:pt x="0" y="0"/>
                  </a:moveTo>
                  <a:lnTo>
                    <a:pt x="10241280" y="0"/>
                  </a:lnTo>
                  <a:lnTo>
                    <a:pt x="10241280" y="1072896"/>
                  </a:lnTo>
                  <a:lnTo>
                    <a:pt x="0" y="1072896"/>
                  </a:lnTo>
                  <a:close/>
                </a:path>
              </a:pathLst>
            </a:custGeom>
            <a:blipFill>
              <a:blip r:embed="rId3">
                <a:alphaModFix amt="0"/>
              </a:blip>
              <a:stretch>
                <a:fillRect l="0" t="-135993" r="0" b="-135993"/>
              </a:stretch>
            </a:blipFill>
          </p:spPr>
        </p:sp>
        <p:sp>
          <p:nvSpPr>
            <p:cNvPr name="TextBox 14" id="14"/>
            <p:cNvSpPr txBox="true"/>
            <p:nvPr/>
          </p:nvSpPr>
          <p:spPr>
            <a:xfrm>
              <a:off x="0" y="-47625"/>
              <a:ext cx="10241280" cy="1120521"/>
            </a:xfrm>
            <a:prstGeom prst="rect">
              <a:avLst/>
            </a:prstGeom>
          </p:spPr>
          <p:txBody>
            <a:bodyPr anchor="ctr" rtlCol="false" tIns="0" lIns="0" bIns="0" rIns="0"/>
            <a:lstStyle/>
            <a:p>
              <a:pPr algn="l">
                <a:lnSpc>
                  <a:spcPts val="2999"/>
                </a:lnSpc>
              </a:pPr>
              <a:r>
                <a:rPr lang="en-US" sz="2499" b="true">
                  <a:solidFill>
                    <a:srgbClr val="1E2761"/>
                  </a:solidFill>
                  <a:latin typeface="Calibri (MS) Bold"/>
                  <a:ea typeface="Calibri (MS) Bold"/>
                  <a:cs typeface="Calibri (MS) Bold"/>
                  <a:sym typeface="Calibri (MS) Bold"/>
                </a:rPr>
                <a:t>Acceso y gestión de usuarios</a:t>
              </a:r>
            </a:p>
          </p:txBody>
        </p:sp>
      </p:grpSp>
      <p:grpSp>
        <p:nvGrpSpPr>
          <p:cNvPr name="Group 15" id="15"/>
          <p:cNvGrpSpPr/>
          <p:nvPr/>
        </p:nvGrpSpPr>
        <p:grpSpPr>
          <a:xfrm rot="0">
            <a:off x="10411463" y="1925831"/>
            <a:ext cx="2768603" cy="610619"/>
            <a:chOff x="0" y="0"/>
            <a:chExt cx="3691471" cy="814159"/>
          </a:xfrm>
        </p:grpSpPr>
        <p:sp>
          <p:nvSpPr>
            <p:cNvPr name="Freeform 16" id="16"/>
            <p:cNvSpPr/>
            <p:nvPr/>
          </p:nvSpPr>
          <p:spPr>
            <a:xfrm flipH="false" flipV="false" rot="0">
              <a:off x="0" y="0"/>
              <a:ext cx="3691382" cy="814070"/>
            </a:xfrm>
            <a:custGeom>
              <a:avLst/>
              <a:gdLst/>
              <a:ahLst/>
              <a:cxnLst/>
              <a:rect r="r" b="b" t="t" l="l"/>
              <a:pathLst>
                <a:path h="814070" w="3691382">
                  <a:moveTo>
                    <a:pt x="0" y="101727"/>
                  </a:moveTo>
                  <a:cubicBezTo>
                    <a:pt x="0" y="45593"/>
                    <a:pt x="45593" y="0"/>
                    <a:pt x="101727" y="0"/>
                  </a:cubicBezTo>
                  <a:lnTo>
                    <a:pt x="3589655" y="0"/>
                  </a:lnTo>
                  <a:cubicBezTo>
                    <a:pt x="3645916" y="0"/>
                    <a:pt x="3691382" y="45593"/>
                    <a:pt x="3691382" y="101727"/>
                  </a:cubicBezTo>
                  <a:lnTo>
                    <a:pt x="3691382" y="712343"/>
                  </a:lnTo>
                  <a:cubicBezTo>
                    <a:pt x="3691382" y="768604"/>
                    <a:pt x="3645789" y="814070"/>
                    <a:pt x="3589655" y="814070"/>
                  </a:cubicBezTo>
                  <a:lnTo>
                    <a:pt x="101727" y="814070"/>
                  </a:lnTo>
                  <a:cubicBezTo>
                    <a:pt x="45593" y="814197"/>
                    <a:pt x="0" y="768604"/>
                    <a:pt x="0" y="712343"/>
                  </a:cubicBezTo>
                  <a:close/>
                </a:path>
              </a:pathLst>
            </a:custGeom>
            <a:solidFill>
              <a:srgbClr val="EBF2FA"/>
            </a:solidFill>
            <a:ln w="25400" cap="sq">
              <a:solidFill>
                <a:srgbClr val="CADCFC"/>
              </a:solidFill>
              <a:prstDash val="solid"/>
              <a:miter/>
            </a:ln>
          </p:spPr>
        </p:sp>
      </p:grpSp>
      <p:grpSp>
        <p:nvGrpSpPr>
          <p:cNvPr name="Group 17" id="17"/>
          <p:cNvGrpSpPr/>
          <p:nvPr/>
        </p:nvGrpSpPr>
        <p:grpSpPr>
          <a:xfrm rot="0">
            <a:off x="10424160" y="1938528"/>
            <a:ext cx="2743200" cy="585216"/>
            <a:chOff x="0" y="0"/>
            <a:chExt cx="3657600" cy="780288"/>
          </a:xfrm>
        </p:grpSpPr>
        <p:sp>
          <p:nvSpPr>
            <p:cNvPr name="Freeform 18" id="18"/>
            <p:cNvSpPr/>
            <p:nvPr/>
          </p:nvSpPr>
          <p:spPr>
            <a:xfrm flipH="false" flipV="false" rot="0">
              <a:off x="0" y="0"/>
              <a:ext cx="3657600" cy="780288"/>
            </a:xfrm>
            <a:custGeom>
              <a:avLst/>
              <a:gdLst/>
              <a:ahLst/>
              <a:cxnLst/>
              <a:rect r="r" b="b" t="t" l="l"/>
              <a:pathLst>
                <a:path h="780288" w="3657600">
                  <a:moveTo>
                    <a:pt x="0" y="0"/>
                  </a:moveTo>
                  <a:lnTo>
                    <a:pt x="3657600" y="0"/>
                  </a:lnTo>
                  <a:lnTo>
                    <a:pt x="3657600" y="780288"/>
                  </a:lnTo>
                  <a:lnTo>
                    <a:pt x="0" y="780288"/>
                  </a:lnTo>
                  <a:close/>
                </a:path>
              </a:pathLst>
            </a:custGeom>
            <a:blipFill>
              <a:blip r:embed="rId3">
                <a:alphaModFix amt="0"/>
              </a:blip>
              <a:stretch>
                <a:fillRect l="0" t="-41336" r="0" b="-41336"/>
              </a:stretch>
            </a:blipFill>
          </p:spPr>
        </p:sp>
        <p:sp>
          <p:nvSpPr>
            <p:cNvPr name="TextBox 19" id="19"/>
            <p:cNvSpPr txBox="true"/>
            <p:nvPr/>
          </p:nvSpPr>
          <p:spPr>
            <a:xfrm>
              <a:off x="0" y="-38100"/>
              <a:ext cx="3657600" cy="818388"/>
            </a:xfrm>
            <a:prstGeom prst="rect">
              <a:avLst/>
            </a:prstGeom>
          </p:spPr>
          <p:txBody>
            <a:bodyPr anchor="ctr" rtlCol="false" tIns="0" lIns="0" bIns="0" rIns="0"/>
            <a:lstStyle/>
            <a:p>
              <a:pPr algn="ctr">
                <a:lnSpc>
                  <a:spcPts val="2279"/>
                </a:lnSpc>
              </a:pPr>
              <a:r>
                <a:rPr lang="en-US" sz="1899">
                  <a:solidFill>
                    <a:srgbClr val="4A4A6A"/>
                  </a:solidFill>
                  <a:latin typeface="Calibri (MS)"/>
                  <a:ea typeface="Calibri (MS)"/>
                  <a:cs typeface="Calibri (MS)"/>
                  <a:sym typeface="Calibri (MS)"/>
                </a:rPr>
                <a:t>Usuario</a:t>
              </a:r>
            </a:p>
          </p:txBody>
        </p:sp>
      </p:grpSp>
      <p:grpSp>
        <p:nvGrpSpPr>
          <p:cNvPr name="Group 20" id="20"/>
          <p:cNvGrpSpPr/>
          <p:nvPr/>
        </p:nvGrpSpPr>
        <p:grpSpPr>
          <a:xfrm rot="0">
            <a:off x="13350240" y="1901952"/>
            <a:ext cx="4389120" cy="731520"/>
            <a:chOff x="0" y="0"/>
            <a:chExt cx="5852160" cy="975360"/>
          </a:xfrm>
        </p:grpSpPr>
        <p:sp>
          <p:nvSpPr>
            <p:cNvPr name="Freeform 21" id="21"/>
            <p:cNvSpPr/>
            <p:nvPr/>
          </p:nvSpPr>
          <p:spPr>
            <a:xfrm flipH="false" flipV="false" rot="0">
              <a:off x="0" y="0"/>
              <a:ext cx="5852160" cy="975360"/>
            </a:xfrm>
            <a:custGeom>
              <a:avLst/>
              <a:gdLst/>
              <a:ahLst/>
              <a:cxnLst/>
              <a:rect r="r" b="b" t="t" l="l"/>
              <a:pathLst>
                <a:path h="975360" w="5852160">
                  <a:moveTo>
                    <a:pt x="0" y="0"/>
                  </a:moveTo>
                  <a:lnTo>
                    <a:pt x="5852160" y="0"/>
                  </a:lnTo>
                  <a:lnTo>
                    <a:pt x="5852160" y="975360"/>
                  </a:lnTo>
                  <a:lnTo>
                    <a:pt x="0" y="975360"/>
                  </a:lnTo>
                  <a:close/>
                </a:path>
              </a:pathLst>
            </a:custGeom>
            <a:blipFill>
              <a:blip r:embed="rId3">
                <a:alphaModFix amt="0"/>
              </a:blip>
              <a:stretch>
                <a:fillRect l="0" t="-66910" r="0" b="-66910"/>
              </a:stretch>
            </a:blipFill>
          </p:spPr>
        </p:sp>
        <p:sp>
          <p:nvSpPr>
            <p:cNvPr name="TextBox 22" id="22"/>
            <p:cNvSpPr txBox="true"/>
            <p:nvPr/>
          </p:nvSpPr>
          <p:spPr>
            <a:xfrm>
              <a:off x="0" y="-47625"/>
              <a:ext cx="5852160" cy="1022985"/>
            </a:xfrm>
            <a:prstGeom prst="rect">
              <a:avLst/>
            </a:prstGeom>
          </p:spPr>
          <p:txBody>
            <a:bodyPr anchor="ctr" rtlCol="false" tIns="0" lIns="0" bIns="0" rIns="0"/>
            <a:lstStyle/>
            <a:p>
              <a:pPr algn="l">
                <a:lnSpc>
                  <a:spcPts val="2520"/>
                </a:lnSpc>
              </a:pPr>
              <a:r>
                <a:rPr lang="en-US" sz="2100" i="true">
                  <a:solidFill>
                    <a:srgbClr val="4A4A6A"/>
                  </a:solidFill>
                  <a:latin typeface="Calibri (MS) Italics"/>
                  <a:ea typeface="Calibri (MS) Italics"/>
                  <a:cs typeface="Calibri (MS) Italics"/>
                  <a:sym typeface="Calibri (MS) Italics"/>
                </a:rPr>
                <a:t>Iniciar sesión según rol</a:t>
              </a:r>
            </a:p>
          </p:txBody>
        </p:sp>
      </p:grpSp>
      <p:grpSp>
        <p:nvGrpSpPr>
          <p:cNvPr name="Group 23" id="23"/>
          <p:cNvGrpSpPr/>
          <p:nvPr/>
        </p:nvGrpSpPr>
        <p:grpSpPr>
          <a:xfrm rot="0">
            <a:off x="1426464" y="2706624"/>
            <a:ext cx="54864" cy="274320"/>
            <a:chOff x="0" y="0"/>
            <a:chExt cx="73152" cy="365760"/>
          </a:xfrm>
        </p:grpSpPr>
        <p:sp>
          <p:nvSpPr>
            <p:cNvPr name="Freeform 24" id="24"/>
            <p:cNvSpPr/>
            <p:nvPr/>
          </p:nvSpPr>
          <p:spPr>
            <a:xfrm flipH="false" flipV="false" rot="0">
              <a:off x="0" y="0"/>
              <a:ext cx="73152" cy="365760"/>
            </a:xfrm>
            <a:custGeom>
              <a:avLst/>
              <a:gdLst/>
              <a:ahLst/>
              <a:cxnLst/>
              <a:rect r="r" b="b" t="t" l="l"/>
              <a:pathLst>
                <a:path h="365760" w="73152">
                  <a:moveTo>
                    <a:pt x="0" y="0"/>
                  </a:moveTo>
                  <a:lnTo>
                    <a:pt x="73152" y="0"/>
                  </a:lnTo>
                  <a:lnTo>
                    <a:pt x="73152" y="365760"/>
                  </a:lnTo>
                  <a:lnTo>
                    <a:pt x="0" y="365760"/>
                  </a:lnTo>
                  <a:close/>
                </a:path>
              </a:pathLst>
            </a:custGeom>
            <a:solidFill>
              <a:srgbClr val="028090"/>
            </a:solidFill>
          </p:spPr>
        </p:sp>
      </p:grpSp>
      <p:grpSp>
        <p:nvGrpSpPr>
          <p:cNvPr name="Group 25" id="25"/>
          <p:cNvGrpSpPr/>
          <p:nvPr/>
        </p:nvGrpSpPr>
        <p:grpSpPr>
          <a:xfrm rot="0">
            <a:off x="718823" y="2968247"/>
            <a:ext cx="1579883" cy="903227"/>
            <a:chOff x="0" y="0"/>
            <a:chExt cx="2106511" cy="1204303"/>
          </a:xfrm>
        </p:grpSpPr>
        <p:sp>
          <p:nvSpPr>
            <p:cNvPr name="Freeform 26" id="26"/>
            <p:cNvSpPr/>
            <p:nvPr/>
          </p:nvSpPr>
          <p:spPr>
            <a:xfrm flipH="false" flipV="false" rot="0">
              <a:off x="0" y="0"/>
              <a:ext cx="2106422" cy="1204214"/>
            </a:xfrm>
            <a:custGeom>
              <a:avLst/>
              <a:gdLst/>
              <a:ahLst/>
              <a:cxnLst/>
              <a:rect r="r" b="b" t="t" l="l"/>
              <a:pathLst>
                <a:path h="1204214" w="2106422">
                  <a:moveTo>
                    <a:pt x="0" y="150495"/>
                  </a:moveTo>
                  <a:cubicBezTo>
                    <a:pt x="0" y="67437"/>
                    <a:pt x="67437" y="0"/>
                    <a:pt x="150495" y="0"/>
                  </a:cubicBezTo>
                  <a:lnTo>
                    <a:pt x="1955927" y="0"/>
                  </a:lnTo>
                  <a:cubicBezTo>
                    <a:pt x="2039112" y="0"/>
                    <a:pt x="2106422" y="67437"/>
                    <a:pt x="2106422" y="150495"/>
                  </a:cubicBezTo>
                  <a:lnTo>
                    <a:pt x="2106422" y="1053719"/>
                  </a:lnTo>
                  <a:cubicBezTo>
                    <a:pt x="2106422" y="1136904"/>
                    <a:pt x="2038985" y="1204214"/>
                    <a:pt x="1955927" y="1204214"/>
                  </a:cubicBezTo>
                  <a:lnTo>
                    <a:pt x="150495" y="1204214"/>
                  </a:lnTo>
                  <a:cubicBezTo>
                    <a:pt x="67437" y="1204341"/>
                    <a:pt x="0" y="1136904"/>
                    <a:pt x="0" y="1053719"/>
                  </a:cubicBezTo>
                  <a:close/>
                </a:path>
              </a:pathLst>
            </a:custGeom>
            <a:solidFill>
              <a:srgbClr val="028090"/>
            </a:solidFill>
            <a:ln w="25400" cap="sq">
              <a:solidFill>
                <a:srgbClr val="028090"/>
              </a:solidFill>
              <a:prstDash val="solid"/>
              <a:miter/>
            </a:ln>
          </p:spPr>
        </p:sp>
      </p:grpSp>
      <p:grpSp>
        <p:nvGrpSpPr>
          <p:cNvPr name="Group 27" id="27"/>
          <p:cNvGrpSpPr/>
          <p:nvPr/>
        </p:nvGrpSpPr>
        <p:grpSpPr>
          <a:xfrm rot="0">
            <a:off x="731520" y="2980944"/>
            <a:ext cx="1554480" cy="877824"/>
            <a:chOff x="0" y="0"/>
            <a:chExt cx="2072640" cy="1170432"/>
          </a:xfrm>
        </p:grpSpPr>
        <p:sp>
          <p:nvSpPr>
            <p:cNvPr name="Freeform 28" id="28"/>
            <p:cNvSpPr/>
            <p:nvPr/>
          </p:nvSpPr>
          <p:spPr>
            <a:xfrm flipH="false" flipV="false" rot="0">
              <a:off x="0" y="0"/>
              <a:ext cx="2072640" cy="1170432"/>
            </a:xfrm>
            <a:custGeom>
              <a:avLst/>
              <a:gdLst/>
              <a:ahLst/>
              <a:cxnLst/>
              <a:rect r="r" b="b" t="t" l="l"/>
              <a:pathLst>
                <a:path h="1170432" w="2072640">
                  <a:moveTo>
                    <a:pt x="0" y="0"/>
                  </a:moveTo>
                  <a:lnTo>
                    <a:pt x="2072640" y="0"/>
                  </a:lnTo>
                  <a:lnTo>
                    <a:pt x="2072640" y="1170432"/>
                  </a:lnTo>
                  <a:lnTo>
                    <a:pt x="0" y="1170432"/>
                  </a:lnTo>
                  <a:close/>
                </a:path>
              </a:pathLst>
            </a:custGeom>
            <a:blipFill>
              <a:blip r:embed="rId3">
                <a:alphaModFix amt="0"/>
              </a:blip>
              <a:stretch>
                <a:fillRect l="-22453" t="0" r="-22453" b="0"/>
              </a:stretch>
            </a:blipFill>
          </p:spPr>
        </p:sp>
        <p:sp>
          <p:nvSpPr>
            <p:cNvPr name="TextBox 29" id="29"/>
            <p:cNvSpPr txBox="true"/>
            <p:nvPr/>
          </p:nvSpPr>
          <p:spPr>
            <a:xfrm>
              <a:off x="0" y="-47625"/>
              <a:ext cx="2072640" cy="1218057"/>
            </a:xfrm>
            <a:prstGeom prst="rect">
              <a:avLst/>
            </a:prstGeom>
          </p:spPr>
          <p:txBody>
            <a:bodyPr anchor="ctr" rtlCol="false" tIns="0" lIns="0" bIns="0" rIns="0"/>
            <a:lstStyle/>
            <a:p>
              <a:pPr algn="ctr">
                <a:lnSpc>
                  <a:spcPts val="2520"/>
                </a:lnSpc>
              </a:pPr>
              <a:r>
                <a:rPr lang="en-US" sz="2100" b="true">
                  <a:solidFill>
                    <a:srgbClr val="FFFFFF"/>
                  </a:solidFill>
                  <a:latin typeface="Calibri (MS) Bold"/>
                  <a:ea typeface="Calibri (MS) Bold"/>
                  <a:cs typeface="Calibri (MS) Bold"/>
                  <a:sym typeface="Calibri (MS) Bold"/>
                </a:rPr>
                <a:t>EP02</a:t>
              </a:r>
            </a:p>
          </p:txBody>
        </p:sp>
      </p:grpSp>
      <p:grpSp>
        <p:nvGrpSpPr>
          <p:cNvPr name="Group 30" id="30"/>
          <p:cNvGrpSpPr/>
          <p:nvPr/>
        </p:nvGrpSpPr>
        <p:grpSpPr>
          <a:xfrm rot="0">
            <a:off x="2468880" y="3017520"/>
            <a:ext cx="7680960" cy="804672"/>
            <a:chOff x="0" y="0"/>
            <a:chExt cx="10241280" cy="1072896"/>
          </a:xfrm>
        </p:grpSpPr>
        <p:sp>
          <p:nvSpPr>
            <p:cNvPr name="Freeform 31" id="31"/>
            <p:cNvSpPr/>
            <p:nvPr/>
          </p:nvSpPr>
          <p:spPr>
            <a:xfrm flipH="false" flipV="false" rot="0">
              <a:off x="0" y="0"/>
              <a:ext cx="10241280" cy="1072896"/>
            </a:xfrm>
            <a:custGeom>
              <a:avLst/>
              <a:gdLst/>
              <a:ahLst/>
              <a:cxnLst/>
              <a:rect r="r" b="b" t="t" l="l"/>
              <a:pathLst>
                <a:path h="1072896" w="10241280">
                  <a:moveTo>
                    <a:pt x="0" y="0"/>
                  </a:moveTo>
                  <a:lnTo>
                    <a:pt x="10241280" y="0"/>
                  </a:lnTo>
                  <a:lnTo>
                    <a:pt x="10241280" y="1072896"/>
                  </a:lnTo>
                  <a:lnTo>
                    <a:pt x="0" y="1072896"/>
                  </a:lnTo>
                  <a:close/>
                </a:path>
              </a:pathLst>
            </a:custGeom>
            <a:blipFill>
              <a:blip r:embed="rId3">
                <a:alphaModFix amt="0"/>
              </a:blip>
              <a:stretch>
                <a:fillRect l="0" t="-135993" r="0" b="-135993"/>
              </a:stretch>
            </a:blipFill>
          </p:spPr>
        </p:sp>
        <p:sp>
          <p:nvSpPr>
            <p:cNvPr name="TextBox 32" id="32"/>
            <p:cNvSpPr txBox="true"/>
            <p:nvPr/>
          </p:nvSpPr>
          <p:spPr>
            <a:xfrm>
              <a:off x="0" y="-47625"/>
              <a:ext cx="10241280" cy="1120521"/>
            </a:xfrm>
            <a:prstGeom prst="rect">
              <a:avLst/>
            </a:prstGeom>
          </p:spPr>
          <p:txBody>
            <a:bodyPr anchor="ctr" rtlCol="false" tIns="0" lIns="0" bIns="0" rIns="0"/>
            <a:lstStyle/>
            <a:p>
              <a:pPr algn="l">
                <a:lnSpc>
                  <a:spcPts val="2999"/>
                </a:lnSpc>
              </a:pPr>
              <a:r>
                <a:rPr lang="en-US" sz="2499" b="true">
                  <a:solidFill>
                    <a:srgbClr val="1E2761"/>
                  </a:solidFill>
                  <a:latin typeface="Calibri (MS) Bold"/>
                  <a:ea typeface="Calibri (MS) Bold"/>
                  <a:cs typeface="Calibri (MS) Bold"/>
                  <a:sym typeface="Calibri (MS) Bold"/>
                </a:rPr>
                <a:t>Registro de práctica profesional</a:t>
              </a:r>
            </a:p>
          </p:txBody>
        </p:sp>
      </p:grpSp>
      <p:grpSp>
        <p:nvGrpSpPr>
          <p:cNvPr name="Group 33" id="33"/>
          <p:cNvGrpSpPr/>
          <p:nvPr/>
        </p:nvGrpSpPr>
        <p:grpSpPr>
          <a:xfrm rot="0">
            <a:off x="10411463" y="3077975"/>
            <a:ext cx="2768603" cy="610619"/>
            <a:chOff x="0" y="0"/>
            <a:chExt cx="3691471" cy="814159"/>
          </a:xfrm>
        </p:grpSpPr>
        <p:sp>
          <p:nvSpPr>
            <p:cNvPr name="Freeform 34" id="34"/>
            <p:cNvSpPr/>
            <p:nvPr/>
          </p:nvSpPr>
          <p:spPr>
            <a:xfrm flipH="false" flipV="false" rot="0">
              <a:off x="0" y="0"/>
              <a:ext cx="3691382" cy="814070"/>
            </a:xfrm>
            <a:custGeom>
              <a:avLst/>
              <a:gdLst/>
              <a:ahLst/>
              <a:cxnLst/>
              <a:rect r="r" b="b" t="t" l="l"/>
              <a:pathLst>
                <a:path h="814070" w="3691382">
                  <a:moveTo>
                    <a:pt x="0" y="101727"/>
                  </a:moveTo>
                  <a:cubicBezTo>
                    <a:pt x="0" y="45593"/>
                    <a:pt x="45593" y="0"/>
                    <a:pt x="101727" y="0"/>
                  </a:cubicBezTo>
                  <a:lnTo>
                    <a:pt x="3589655" y="0"/>
                  </a:lnTo>
                  <a:cubicBezTo>
                    <a:pt x="3645916" y="0"/>
                    <a:pt x="3691382" y="45593"/>
                    <a:pt x="3691382" y="101727"/>
                  </a:cubicBezTo>
                  <a:lnTo>
                    <a:pt x="3691382" y="712343"/>
                  </a:lnTo>
                  <a:cubicBezTo>
                    <a:pt x="3691382" y="768604"/>
                    <a:pt x="3645789" y="814070"/>
                    <a:pt x="3589655" y="814070"/>
                  </a:cubicBezTo>
                  <a:lnTo>
                    <a:pt x="101727" y="814070"/>
                  </a:lnTo>
                  <a:cubicBezTo>
                    <a:pt x="45593" y="814197"/>
                    <a:pt x="0" y="768604"/>
                    <a:pt x="0" y="712343"/>
                  </a:cubicBezTo>
                  <a:close/>
                </a:path>
              </a:pathLst>
            </a:custGeom>
            <a:solidFill>
              <a:srgbClr val="EBF2FA"/>
            </a:solidFill>
            <a:ln w="25400" cap="sq">
              <a:solidFill>
                <a:srgbClr val="CADCFC"/>
              </a:solidFill>
              <a:prstDash val="solid"/>
              <a:miter/>
            </a:ln>
          </p:spPr>
        </p:sp>
      </p:grpSp>
      <p:grpSp>
        <p:nvGrpSpPr>
          <p:cNvPr name="Group 35" id="35"/>
          <p:cNvGrpSpPr/>
          <p:nvPr/>
        </p:nvGrpSpPr>
        <p:grpSpPr>
          <a:xfrm rot="0">
            <a:off x="10424160" y="3090672"/>
            <a:ext cx="2743200" cy="585216"/>
            <a:chOff x="0" y="0"/>
            <a:chExt cx="3657600" cy="780288"/>
          </a:xfrm>
        </p:grpSpPr>
        <p:sp>
          <p:nvSpPr>
            <p:cNvPr name="Freeform 36" id="36"/>
            <p:cNvSpPr/>
            <p:nvPr/>
          </p:nvSpPr>
          <p:spPr>
            <a:xfrm flipH="false" flipV="false" rot="0">
              <a:off x="0" y="0"/>
              <a:ext cx="3657600" cy="780288"/>
            </a:xfrm>
            <a:custGeom>
              <a:avLst/>
              <a:gdLst/>
              <a:ahLst/>
              <a:cxnLst/>
              <a:rect r="r" b="b" t="t" l="l"/>
              <a:pathLst>
                <a:path h="780288" w="3657600">
                  <a:moveTo>
                    <a:pt x="0" y="0"/>
                  </a:moveTo>
                  <a:lnTo>
                    <a:pt x="3657600" y="0"/>
                  </a:lnTo>
                  <a:lnTo>
                    <a:pt x="3657600" y="780288"/>
                  </a:lnTo>
                  <a:lnTo>
                    <a:pt x="0" y="780288"/>
                  </a:lnTo>
                  <a:close/>
                </a:path>
              </a:pathLst>
            </a:custGeom>
            <a:blipFill>
              <a:blip r:embed="rId3">
                <a:alphaModFix amt="0"/>
              </a:blip>
              <a:stretch>
                <a:fillRect l="0" t="-41336" r="0" b="-41336"/>
              </a:stretch>
            </a:blipFill>
          </p:spPr>
        </p:sp>
        <p:sp>
          <p:nvSpPr>
            <p:cNvPr name="TextBox 37" id="37"/>
            <p:cNvSpPr txBox="true"/>
            <p:nvPr/>
          </p:nvSpPr>
          <p:spPr>
            <a:xfrm>
              <a:off x="0" y="-38100"/>
              <a:ext cx="3657600" cy="818388"/>
            </a:xfrm>
            <a:prstGeom prst="rect">
              <a:avLst/>
            </a:prstGeom>
          </p:spPr>
          <p:txBody>
            <a:bodyPr anchor="ctr" rtlCol="false" tIns="0" lIns="0" bIns="0" rIns="0"/>
            <a:lstStyle/>
            <a:p>
              <a:pPr algn="ctr">
                <a:lnSpc>
                  <a:spcPts val="2279"/>
                </a:lnSpc>
              </a:pPr>
              <a:r>
                <a:rPr lang="en-US" sz="1899">
                  <a:solidFill>
                    <a:srgbClr val="4A4A6A"/>
                  </a:solidFill>
                  <a:latin typeface="Calibri (MS)"/>
                  <a:ea typeface="Calibri (MS)"/>
                  <a:cs typeface="Calibri (MS)"/>
                  <a:sym typeface="Calibri (MS)"/>
                </a:rPr>
                <a:t>Estudiante</a:t>
              </a:r>
            </a:p>
          </p:txBody>
        </p:sp>
      </p:grpSp>
      <p:grpSp>
        <p:nvGrpSpPr>
          <p:cNvPr name="Group 38" id="38"/>
          <p:cNvGrpSpPr/>
          <p:nvPr/>
        </p:nvGrpSpPr>
        <p:grpSpPr>
          <a:xfrm rot="0">
            <a:off x="13350240" y="3054096"/>
            <a:ext cx="4389120" cy="731520"/>
            <a:chOff x="0" y="0"/>
            <a:chExt cx="5852160" cy="975360"/>
          </a:xfrm>
        </p:grpSpPr>
        <p:sp>
          <p:nvSpPr>
            <p:cNvPr name="Freeform 39" id="39"/>
            <p:cNvSpPr/>
            <p:nvPr/>
          </p:nvSpPr>
          <p:spPr>
            <a:xfrm flipH="false" flipV="false" rot="0">
              <a:off x="0" y="0"/>
              <a:ext cx="5852160" cy="975360"/>
            </a:xfrm>
            <a:custGeom>
              <a:avLst/>
              <a:gdLst/>
              <a:ahLst/>
              <a:cxnLst/>
              <a:rect r="r" b="b" t="t" l="l"/>
              <a:pathLst>
                <a:path h="975360" w="5852160">
                  <a:moveTo>
                    <a:pt x="0" y="0"/>
                  </a:moveTo>
                  <a:lnTo>
                    <a:pt x="5852160" y="0"/>
                  </a:lnTo>
                  <a:lnTo>
                    <a:pt x="5852160" y="975360"/>
                  </a:lnTo>
                  <a:lnTo>
                    <a:pt x="0" y="975360"/>
                  </a:lnTo>
                  <a:close/>
                </a:path>
              </a:pathLst>
            </a:custGeom>
            <a:blipFill>
              <a:blip r:embed="rId3">
                <a:alphaModFix amt="0"/>
              </a:blip>
              <a:stretch>
                <a:fillRect l="0" t="-66910" r="0" b="-66910"/>
              </a:stretch>
            </a:blipFill>
          </p:spPr>
        </p:sp>
        <p:sp>
          <p:nvSpPr>
            <p:cNvPr name="TextBox 40" id="40"/>
            <p:cNvSpPr txBox="true"/>
            <p:nvPr/>
          </p:nvSpPr>
          <p:spPr>
            <a:xfrm>
              <a:off x="0" y="-47625"/>
              <a:ext cx="5852160" cy="1022985"/>
            </a:xfrm>
            <a:prstGeom prst="rect">
              <a:avLst/>
            </a:prstGeom>
          </p:spPr>
          <p:txBody>
            <a:bodyPr anchor="ctr" rtlCol="false" tIns="0" lIns="0" bIns="0" rIns="0"/>
            <a:lstStyle/>
            <a:p>
              <a:pPr algn="l">
                <a:lnSpc>
                  <a:spcPts val="2520"/>
                </a:lnSpc>
              </a:pPr>
              <a:r>
                <a:rPr lang="en-US" sz="2100" i="true">
                  <a:solidFill>
                    <a:srgbClr val="4A4A6A"/>
                  </a:solidFill>
                  <a:latin typeface="Calibri (MS) Italics"/>
                  <a:ea typeface="Calibri (MS) Italics"/>
                  <a:cs typeface="Calibri (MS) Italics"/>
                  <a:sym typeface="Calibri (MS) Italics"/>
                </a:rPr>
                <a:t>Registrar antecedentes de práctica</a:t>
              </a:r>
            </a:p>
          </p:txBody>
        </p:sp>
      </p:grpSp>
      <p:grpSp>
        <p:nvGrpSpPr>
          <p:cNvPr name="Group 41" id="41"/>
          <p:cNvGrpSpPr/>
          <p:nvPr/>
        </p:nvGrpSpPr>
        <p:grpSpPr>
          <a:xfrm rot="0">
            <a:off x="1426464" y="3858768"/>
            <a:ext cx="54864" cy="274320"/>
            <a:chOff x="0" y="0"/>
            <a:chExt cx="73152" cy="365760"/>
          </a:xfrm>
        </p:grpSpPr>
        <p:sp>
          <p:nvSpPr>
            <p:cNvPr name="Freeform 42" id="42"/>
            <p:cNvSpPr/>
            <p:nvPr/>
          </p:nvSpPr>
          <p:spPr>
            <a:xfrm flipH="false" flipV="false" rot="0">
              <a:off x="0" y="0"/>
              <a:ext cx="73152" cy="365760"/>
            </a:xfrm>
            <a:custGeom>
              <a:avLst/>
              <a:gdLst/>
              <a:ahLst/>
              <a:cxnLst/>
              <a:rect r="r" b="b" t="t" l="l"/>
              <a:pathLst>
                <a:path h="365760" w="73152">
                  <a:moveTo>
                    <a:pt x="0" y="0"/>
                  </a:moveTo>
                  <a:lnTo>
                    <a:pt x="73152" y="0"/>
                  </a:lnTo>
                  <a:lnTo>
                    <a:pt x="73152" y="365760"/>
                  </a:lnTo>
                  <a:lnTo>
                    <a:pt x="0" y="365760"/>
                  </a:lnTo>
                  <a:close/>
                </a:path>
              </a:pathLst>
            </a:custGeom>
            <a:solidFill>
              <a:srgbClr val="028090"/>
            </a:solidFill>
          </p:spPr>
        </p:sp>
      </p:grpSp>
      <p:grpSp>
        <p:nvGrpSpPr>
          <p:cNvPr name="Group 43" id="43"/>
          <p:cNvGrpSpPr/>
          <p:nvPr/>
        </p:nvGrpSpPr>
        <p:grpSpPr>
          <a:xfrm rot="0">
            <a:off x="718823" y="4120391"/>
            <a:ext cx="1579883" cy="903227"/>
            <a:chOff x="0" y="0"/>
            <a:chExt cx="2106511" cy="1204303"/>
          </a:xfrm>
        </p:grpSpPr>
        <p:sp>
          <p:nvSpPr>
            <p:cNvPr name="Freeform 44" id="44"/>
            <p:cNvSpPr/>
            <p:nvPr/>
          </p:nvSpPr>
          <p:spPr>
            <a:xfrm flipH="false" flipV="false" rot="0">
              <a:off x="0" y="0"/>
              <a:ext cx="2106422" cy="1204214"/>
            </a:xfrm>
            <a:custGeom>
              <a:avLst/>
              <a:gdLst/>
              <a:ahLst/>
              <a:cxnLst/>
              <a:rect r="r" b="b" t="t" l="l"/>
              <a:pathLst>
                <a:path h="1204214" w="2106422">
                  <a:moveTo>
                    <a:pt x="0" y="150495"/>
                  </a:moveTo>
                  <a:cubicBezTo>
                    <a:pt x="0" y="67437"/>
                    <a:pt x="67437" y="0"/>
                    <a:pt x="150495" y="0"/>
                  </a:cubicBezTo>
                  <a:lnTo>
                    <a:pt x="1955927" y="0"/>
                  </a:lnTo>
                  <a:cubicBezTo>
                    <a:pt x="2039112" y="0"/>
                    <a:pt x="2106422" y="67437"/>
                    <a:pt x="2106422" y="150495"/>
                  </a:cubicBezTo>
                  <a:lnTo>
                    <a:pt x="2106422" y="1053719"/>
                  </a:lnTo>
                  <a:cubicBezTo>
                    <a:pt x="2106422" y="1136904"/>
                    <a:pt x="2038985" y="1204214"/>
                    <a:pt x="1955927" y="1204214"/>
                  </a:cubicBezTo>
                  <a:lnTo>
                    <a:pt x="150495" y="1204214"/>
                  </a:lnTo>
                  <a:cubicBezTo>
                    <a:pt x="67437" y="1204341"/>
                    <a:pt x="0" y="1136904"/>
                    <a:pt x="0" y="1053719"/>
                  </a:cubicBezTo>
                  <a:close/>
                </a:path>
              </a:pathLst>
            </a:custGeom>
            <a:solidFill>
              <a:srgbClr val="028090"/>
            </a:solidFill>
            <a:ln w="25400" cap="sq">
              <a:solidFill>
                <a:srgbClr val="028090"/>
              </a:solidFill>
              <a:prstDash val="solid"/>
              <a:miter/>
            </a:ln>
          </p:spPr>
        </p:sp>
      </p:grpSp>
      <p:grpSp>
        <p:nvGrpSpPr>
          <p:cNvPr name="Group 45" id="45"/>
          <p:cNvGrpSpPr/>
          <p:nvPr/>
        </p:nvGrpSpPr>
        <p:grpSpPr>
          <a:xfrm rot="0">
            <a:off x="731520" y="4133088"/>
            <a:ext cx="1554480" cy="877824"/>
            <a:chOff x="0" y="0"/>
            <a:chExt cx="2072640" cy="1170432"/>
          </a:xfrm>
        </p:grpSpPr>
        <p:sp>
          <p:nvSpPr>
            <p:cNvPr name="Freeform 46" id="46"/>
            <p:cNvSpPr/>
            <p:nvPr/>
          </p:nvSpPr>
          <p:spPr>
            <a:xfrm flipH="false" flipV="false" rot="0">
              <a:off x="0" y="0"/>
              <a:ext cx="2072640" cy="1170432"/>
            </a:xfrm>
            <a:custGeom>
              <a:avLst/>
              <a:gdLst/>
              <a:ahLst/>
              <a:cxnLst/>
              <a:rect r="r" b="b" t="t" l="l"/>
              <a:pathLst>
                <a:path h="1170432" w="2072640">
                  <a:moveTo>
                    <a:pt x="0" y="0"/>
                  </a:moveTo>
                  <a:lnTo>
                    <a:pt x="2072640" y="0"/>
                  </a:lnTo>
                  <a:lnTo>
                    <a:pt x="2072640" y="1170432"/>
                  </a:lnTo>
                  <a:lnTo>
                    <a:pt x="0" y="1170432"/>
                  </a:lnTo>
                  <a:close/>
                </a:path>
              </a:pathLst>
            </a:custGeom>
            <a:blipFill>
              <a:blip r:embed="rId3">
                <a:alphaModFix amt="0"/>
              </a:blip>
              <a:stretch>
                <a:fillRect l="-22453" t="0" r="-22453" b="0"/>
              </a:stretch>
            </a:blipFill>
          </p:spPr>
        </p:sp>
        <p:sp>
          <p:nvSpPr>
            <p:cNvPr name="TextBox 47" id="47"/>
            <p:cNvSpPr txBox="true"/>
            <p:nvPr/>
          </p:nvSpPr>
          <p:spPr>
            <a:xfrm>
              <a:off x="0" y="-47625"/>
              <a:ext cx="2072640" cy="1218057"/>
            </a:xfrm>
            <a:prstGeom prst="rect">
              <a:avLst/>
            </a:prstGeom>
          </p:spPr>
          <p:txBody>
            <a:bodyPr anchor="ctr" rtlCol="false" tIns="0" lIns="0" bIns="0" rIns="0"/>
            <a:lstStyle/>
            <a:p>
              <a:pPr algn="ctr">
                <a:lnSpc>
                  <a:spcPts val="2520"/>
                </a:lnSpc>
              </a:pPr>
              <a:r>
                <a:rPr lang="en-US" sz="2100" b="true">
                  <a:solidFill>
                    <a:srgbClr val="FFFFFF"/>
                  </a:solidFill>
                  <a:latin typeface="Calibri (MS) Bold"/>
                  <a:ea typeface="Calibri (MS) Bold"/>
                  <a:cs typeface="Calibri (MS) Bold"/>
                  <a:sym typeface="Calibri (MS) Bold"/>
                </a:rPr>
                <a:t>EP03</a:t>
              </a:r>
            </a:p>
          </p:txBody>
        </p:sp>
      </p:grpSp>
      <p:grpSp>
        <p:nvGrpSpPr>
          <p:cNvPr name="Group 48" id="48"/>
          <p:cNvGrpSpPr/>
          <p:nvPr/>
        </p:nvGrpSpPr>
        <p:grpSpPr>
          <a:xfrm rot="0">
            <a:off x="2468880" y="4169664"/>
            <a:ext cx="7680960" cy="804672"/>
            <a:chOff x="0" y="0"/>
            <a:chExt cx="10241280" cy="1072896"/>
          </a:xfrm>
        </p:grpSpPr>
        <p:sp>
          <p:nvSpPr>
            <p:cNvPr name="Freeform 49" id="49"/>
            <p:cNvSpPr/>
            <p:nvPr/>
          </p:nvSpPr>
          <p:spPr>
            <a:xfrm flipH="false" flipV="false" rot="0">
              <a:off x="0" y="0"/>
              <a:ext cx="10241280" cy="1072896"/>
            </a:xfrm>
            <a:custGeom>
              <a:avLst/>
              <a:gdLst/>
              <a:ahLst/>
              <a:cxnLst/>
              <a:rect r="r" b="b" t="t" l="l"/>
              <a:pathLst>
                <a:path h="1072896" w="10241280">
                  <a:moveTo>
                    <a:pt x="0" y="0"/>
                  </a:moveTo>
                  <a:lnTo>
                    <a:pt x="10241280" y="0"/>
                  </a:lnTo>
                  <a:lnTo>
                    <a:pt x="10241280" y="1072896"/>
                  </a:lnTo>
                  <a:lnTo>
                    <a:pt x="0" y="1072896"/>
                  </a:lnTo>
                  <a:close/>
                </a:path>
              </a:pathLst>
            </a:custGeom>
            <a:blipFill>
              <a:blip r:embed="rId3">
                <a:alphaModFix amt="0"/>
              </a:blip>
              <a:stretch>
                <a:fillRect l="0" t="-135993" r="0" b="-135993"/>
              </a:stretch>
            </a:blipFill>
          </p:spPr>
        </p:sp>
        <p:sp>
          <p:nvSpPr>
            <p:cNvPr name="TextBox 50" id="50"/>
            <p:cNvSpPr txBox="true"/>
            <p:nvPr/>
          </p:nvSpPr>
          <p:spPr>
            <a:xfrm>
              <a:off x="0" y="-47625"/>
              <a:ext cx="10241280" cy="1120521"/>
            </a:xfrm>
            <a:prstGeom prst="rect">
              <a:avLst/>
            </a:prstGeom>
          </p:spPr>
          <p:txBody>
            <a:bodyPr anchor="ctr" rtlCol="false" tIns="0" lIns="0" bIns="0" rIns="0"/>
            <a:lstStyle/>
            <a:p>
              <a:pPr algn="l">
                <a:lnSpc>
                  <a:spcPts val="2999"/>
                </a:lnSpc>
              </a:pPr>
              <a:r>
                <a:rPr lang="en-US" sz="2499" b="true">
                  <a:solidFill>
                    <a:srgbClr val="1E2761"/>
                  </a:solidFill>
                  <a:latin typeface="Calibri (MS) Bold"/>
                  <a:ea typeface="Calibri (MS) Bold"/>
                  <a:cs typeface="Calibri (MS) Bold"/>
                  <a:sym typeface="Calibri (MS) Bold"/>
                </a:rPr>
                <a:t>Revisión y validación de prácticas</a:t>
              </a:r>
            </a:p>
          </p:txBody>
        </p:sp>
      </p:grpSp>
      <p:grpSp>
        <p:nvGrpSpPr>
          <p:cNvPr name="Group 51" id="51"/>
          <p:cNvGrpSpPr/>
          <p:nvPr/>
        </p:nvGrpSpPr>
        <p:grpSpPr>
          <a:xfrm rot="0">
            <a:off x="10411463" y="4230119"/>
            <a:ext cx="2768603" cy="610619"/>
            <a:chOff x="0" y="0"/>
            <a:chExt cx="3691471" cy="814159"/>
          </a:xfrm>
        </p:grpSpPr>
        <p:sp>
          <p:nvSpPr>
            <p:cNvPr name="Freeform 52" id="52"/>
            <p:cNvSpPr/>
            <p:nvPr/>
          </p:nvSpPr>
          <p:spPr>
            <a:xfrm flipH="false" flipV="false" rot="0">
              <a:off x="0" y="0"/>
              <a:ext cx="3691382" cy="814070"/>
            </a:xfrm>
            <a:custGeom>
              <a:avLst/>
              <a:gdLst/>
              <a:ahLst/>
              <a:cxnLst/>
              <a:rect r="r" b="b" t="t" l="l"/>
              <a:pathLst>
                <a:path h="814070" w="3691382">
                  <a:moveTo>
                    <a:pt x="0" y="101727"/>
                  </a:moveTo>
                  <a:cubicBezTo>
                    <a:pt x="0" y="45593"/>
                    <a:pt x="45593" y="0"/>
                    <a:pt x="101727" y="0"/>
                  </a:cubicBezTo>
                  <a:lnTo>
                    <a:pt x="3589655" y="0"/>
                  </a:lnTo>
                  <a:cubicBezTo>
                    <a:pt x="3645916" y="0"/>
                    <a:pt x="3691382" y="45593"/>
                    <a:pt x="3691382" y="101727"/>
                  </a:cubicBezTo>
                  <a:lnTo>
                    <a:pt x="3691382" y="712343"/>
                  </a:lnTo>
                  <a:cubicBezTo>
                    <a:pt x="3691382" y="768604"/>
                    <a:pt x="3645789" y="814070"/>
                    <a:pt x="3589655" y="814070"/>
                  </a:cubicBezTo>
                  <a:lnTo>
                    <a:pt x="101727" y="814070"/>
                  </a:lnTo>
                  <a:cubicBezTo>
                    <a:pt x="45593" y="814197"/>
                    <a:pt x="0" y="768604"/>
                    <a:pt x="0" y="712343"/>
                  </a:cubicBezTo>
                  <a:close/>
                </a:path>
              </a:pathLst>
            </a:custGeom>
            <a:solidFill>
              <a:srgbClr val="EBF2FA"/>
            </a:solidFill>
            <a:ln w="25400" cap="sq">
              <a:solidFill>
                <a:srgbClr val="CADCFC"/>
              </a:solidFill>
              <a:prstDash val="solid"/>
              <a:miter/>
            </a:ln>
          </p:spPr>
        </p:sp>
      </p:grpSp>
      <p:grpSp>
        <p:nvGrpSpPr>
          <p:cNvPr name="Group 53" id="53"/>
          <p:cNvGrpSpPr/>
          <p:nvPr/>
        </p:nvGrpSpPr>
        <p:grpSpPr>
          <a:xfrm rot="0">
            <a:off x="10424160" y="4242816"/>
            <a:ext cx="2743200" cy="585216"/>
            <a:chOff x="0" y="0"/>
            <a:chExt cx="3657600" cy="780288"/>
          </a:xfrm>
        </p:grpSpPr>
        <p:sp>
          <p:nvSpPr>
            <p:cNvPr name="Freeform 54" id="54"/>
            <p:cNvSpPr/>
            <p:nvPr/>
          </p:nvSpPr>
          <p:spPr>
            <a:xfrm flipH="false" flipV="false" rot="0">
              <a:off x="0" y="0"/>
              <a:ext cx="3657600" cy="780288"/>
            </a:xfrm>
            <a:custGeom>
              <a:avLst/>
              <a:gdLst/>
              <a:ahLst/>
              <a:cxnLst/>
              <a:rect r="r" b="b" t="t" l="l"/>
              <a:pathLst>
                <a:path h="780288" w="3657600">
                  <a:moveTo>
                    <a:pt x="0" y="0"/>
                  </a:moveTo>
                  <a:lnTo>
                    <a:pt x="3657600" y="0"/>
                  </a:lnTo>
                  <a:lnTo>
                    <a:pt x="3657600" y="780288"/>
                  </a:lnTo>
                  <a:lnTo>
                    <a:pt x="0" y="780288"/>
                  </a:lnTo>
                  <a:close/>
                </a:path>
              </a:pathLst>
            </a:custGeom>
            <a:blipFill>
              <a:blip r:embed="rId3">
                <a:alphaModFix amt="0"/>
              </a:blip>
              <a:stretch>
                <a:fillRect l="0" t="-41336" r="0" b="-41336"/>
              </a:stretch>
            </a:blipFill>
          </p:spPr>
        </p:sp>
        <p:sp>
          <p:nvSpPr>
            <p:cNvPr name="TextBox 55" id="55"/>
            <p:cNvSpPr txBox="true"/>
            <p:nvPr/>
          </p:nvSpPr>
          <p:spPr>
            <a:xfrm>
              <a:off x="0" y="-38100"/>
              <a:ext cx="3657600" cy="818388"/>
            </a:xfrm>
            <a:prstGeom prst="rect">
              <a:avLst/>
            </a:prstGeom>
          </p:spPr>
          <p:txBody>
            <a:bodyPr anchor="ctr" rtlCol="false" tIns="0" lIns="0" bIns="0" rIns="0"/>
            <a:lstStyle/>
            <a:p>
              <a:pPr algn="ctr">
                <a:lnSpc>
                  <a:spcPts val="2279"/>
                </a:lnSpc>
              </a:pPr>
              <a:r>
                <a:rPr lang="en-US" sz="1899">
                  <a:solidFill>
                    <a:srgbClr val="4A4A6A"/>
                  </a:solidFill>
                  <a:latin typeface="Calibri (MS)"/>
                  <a:ea typeface="Calibri (MS)"/>
                  <a:cs typeface="Calibri (MS)"/>
                  <a:sym typeface="Calibri (MS)"/>
                </a:rPr>
                <a:t>Coordinador</a:t>
              </a:r>
            </a:p>
          </p:txBody>
        </p:sp>
      </p:grpSp>
      <p:grpSp>
        <p:nvGrpSpPr>
          <p:cNvPr name="Group 56" id="56"/>
          <p:cNvGrpSpPr/>
          <p:nvPr/>
        </p:nvGrpSpPr>
        <p:grpSpPr>
          <a:xfrm rot="0">
            <a:off x="13350240" y="4206240"/>
            <a:ext cx="4389120" cy="731520"/>
            <a:chOff x="0" y="0"/>
            <a:chExt cx="5852160" cy="975360"/>
          </a:xfrm>
        </p:grpSpPr>
        <p:sp>
          <p:nvSpPr>
            <p:cNvPr name="Freeform 57" id="57"/>
            <p:cNvSpPr/>
            <p:nvPr/>
          </p:nvSpPr>
          <p:spPr>
            <a:xfrm flipH="false" flipV="false" rot="0">
              <a:off x="0" y="0"/>
              <a:ext cx="5852160" cy="975360"/>
            </a:xfrm>
            <a:custGeom>
              <a:avLst/>
              <a:gdLst/>
              <a:ahLst/>
              <a:cxnLst/>
              <a:rect r="r" b="b" t="t" l="l"/>
              <a:pathLst>
                <a:path h="975360" w="5852160">
                  <a:moveTo>
                    <a:pt x="0" y="0"/>
                  </a:moveTo>
                  <a:lnTo>
                    <a:pt x="5852160" y="0"/>
                  </a:lnTo>
                  <a:lnTo>
                    <a:pt x="5852160" y="975360"/>
                  </a:lnTo>
                  <a:lnTo>
                    <a:pt x="0" y="975360"/>
                  </a:lnTo>
                  <a:close/>
                </a:path>
              </a:pathLst>
            </a:custGeom>
            <a:blipFill>
              <a:blip r:embed="rId3">
                <a:alphaModFix amt="0"/>
              </a:blip>
              <a:stretch>
                <a:fillRect l="0" t="-66910" r="0" b="-66910"/>
              </a:stretch>
            </a:blipFill>
          </p:spPr>
        </p:sp>
        <p:sp>
          <p:nvSpPr>
            <p:cNvPr name="TextBox 58" id="58"/>
            <p:cNvSpPr txBox="true"/>
            <p:nvPr/>
          </p:nvSpPr>
          <p:spPr>
            <a:xfrm>
              <a:off x="0" y="-47625"/>
              <a:ext cx="5852160" cy="1022985"/>
            </a:xfrm>
            <a:prstGeom prst="rect">
              <a:avLst/>
            </a:prstGeom>
          </p:spPr>
          <p:txBody>
            <a:bodyPr anchor="ctr" rtlCol="false" tIns="0" lIns="0" bIns="0" rIns="0"/>
            <a:lstStyle/>
            <a:p>
              <a:pPr algn="l">
                <a:lnSpc>
                  <a:spcPts val="2520"/>
                </a:lnSpc>
              </a:pPr>
              <a:r>
                <a:rPr lang="en-US" sz="2100" i="true">
                  <a:solidFill>
                    <a:srgbClr val="4A4A6A"/>
                  </a:solidFill>
                  <a:latin typeface="Calibri (MS) Italics"/>
                  <a:ea typeface="Calibri (MS) Italics"/>
                  <a:cs typeface="Calibri (MS) Italics"/>
                  <a:sym typeface="Calibri (MS) Italics"/>
                </a:rPr>
                <a:t>Revisar y validar solicitudes</a:t>
              </a:r>
            </a:p>
          </p:txBody>
        </p:sp>
      </p:grpSp>
      <p:grpSp>
        <p:nvGrpSpPr>
          <p:cNvPr name="Group 59" id="59"/>
          <p:cNvGrpSpPr/>
          <p:nvPr/>
        </p:nvGrpSpPr>
        <p:grpSpPr>
          <a:xfrm rot="0">
            <a:off x="1426464" y="5010912"/>
            <a:ext cx="54864" cy="274320"/>
            <a:chOff x="0" y="0"/>
            <a:chExt cx="73152" cy="365760"/>
          </a:xfrm>
        </p:grpSpPr>
        <p:sp>
          <p:nvSpPr>
            <p:cNvPr name="Freeform 60" id="60"/>
            <p:cNvSpPr/>
            <p:nvPr/>
          </p:nvSpPr>
          <p:spPr>
            <a:xfrm flipH="false" flipV="false" rot="0">
              <a:off x="0" y="0"/>
              <a:ext cx="73152" cy="365760"/>
            </a:xfrm>
            <a:custGeom>
              <a:avLst/>
              <a:gdLst/>
              <a:ahLst/>
              <a:cxnLst/>
              <a:rect r="r" b="b" t="t" l="l"/>
              <a:pathLst>
                <a:path h="365760" w="73152">
                  <a:moveTo>
                    <a:pt x="0" y="0"/>
                  </a:moveTo>
                  <a:lnTo>
                    <a:pt x="73152" y="0"/>
                  </a:lnTo>
                  <a:lnTo>
                    <a:pt x="73152" y="365760"/>
                  </a:lnTo>
                  <a:lnTo>
                    <a:pt x="0" y="365760"/>
                  </a:lnTo>
                  <a:close/>
                </a:path>
              </a:pathLst>
            </a:custGeom>
            <a:solidFill>
              <a:srgbClr val="028090"/>
            </a:solidFill>
          </p:spPr>
        </p:sp>
      </p:grpSp>
      <p:grpSp>
        <p:nvGrpSpPr>
          <p:cNvPr name="Group 61" id="61"/>
          <p:cNvGrpSpPr/>
          <p:nvPr/>
        </p:nvGrpSpPr>
        <p:grpSpPr>
          <a:xfrm rot="0">
            <a:off x="718823" y="5272535"/>
            <a:ext cx="1579883" cy="903227"/>
            <a:chOff x="0" y="0"/>
            <a:chExt cx="2106511" cy="1204303"/>
          </a:xfrm>
        </p:grpSpPr>
        <p:sp>
          <p:nvSpPr>
            <p:cNvPr name="Freeform 62" id="62"/>
            <p:cNvSpPr/>
            <p:nvPr/>
          </p:nvSpPr>
          <p:spPr>
            <a:xfrm flipH="false" flipV="false" rot="0">
              <a:off x="0" y="0"/>
              <a:ext cx="2106422" cy="1204214"/>
            </a:xfrm>
            <a:custGeom>
              <a:avLst/>
              <a:gdLst/>
              <a:ahLst/>
              <a:cxnLst/>
              <a:rect r="r" b="b" t="t" l="l"/>
              <a:pathLst>
                <a:path h="1204214" w="2106422">
                  <a:moveTo>
                    <a:pt x="0" y="150495"/>
                  </a:moveTo>
                  <a:cubicBezTo>
                    <a:pt x="0" y="67437"/>
                    <a:pt x="67437" y="0"/>
                    <a:pt x="150495" y="0"/>
                  </a:cubicBezTo>
                  <a:lnTo>
                    <a:pt x="1955927" y="0"/>
                  </a:lnTo>
                  <a:cubicBezTo>
                    <a:pt x="2039112" y="0"/>
                    <a:pt x="2106422" y="67437"/>
                    <a:pt x="2106422" y="150495"/>
                  </a:cubicBezTo>
                  <a:lnTo>
                    <a:pt x="2106422" y="1053719"/>
                  </a:lnTo>
                  <a:cubicBezTo>
                    <a:pt x="2106422" y="1136904"/>
                    <a:pt x="2038985" y="1204214"/>
                    <a:pt x="1955927" y="1204214"/>
                  </a:cubicBezTo>
                  <a:lnTo>
                    <a:pt x="150495" y="1204214"/>
                  </a:lnTo>
                  <a:cubicBezTo>
                    <a:pt x="67437" y="1204341"/>
                    <a:pt x="0" y="1136904"/>
                    <a:pt x="0" y="1053719"/>
                  </a:cubicBezTo>
                  <a:close/>
                </a:path>
              </a:pathLst>
            </a:custGeom>
            <a:solidFill>
              <a:srgbClr val="028090"/>
            </a:solidFill>
            <a:ln w="25400" cap="sq">
              <a:solidFill>
                <a:srgbClr val="028090"/>
              </a:solidFill>
              <a:prstDash val="solid"/>
              <a:miter/>
            </a:ln>
          </p:spPr>
        </p:sp>
      </p:grpSp>
      <p:grpSp>
        <p:nvGrpSpPr>
          <p:cNvPr name="Group 63" id="63"/>
          <p:cNvGrpSpPr/>
          <p:nvPr/>
        </p:nvGrpSpPr>
        <p:grpSpPr>
          <a:xfrm rot="0">
            <a:off x="731520" y="5285232"/>
            <a:ext cx="1554480" cy="877824"/>
            <a:chOff x="0" y="0"/>
            <a:chExt cx="2072640" cy="1170432"/>
          </a:xfrm>
        </p:grpSpPr>
        <p:sp>
          <p:nvSpPr>
            <p:cNvPr name="Freeform 64" id="64"/>
            <p:cNvSpPr/>
            <p:nvPr/>
          </p:nvSpPr>
          <p:spPr>
            <a:xfrm flipH="false" flipV="false" rot="0">
              <a:off x="0" y="0"/>
              <a:ext cx="2072640" cy="1170432"/>
            </a:xfrm>
            <a:custGeom>
              <a:avLst/>
              <a:gdLst/>
              <a:ahLst/>
              <a:cxnLst/>
              <a:rect r="r" b="b" t="t" l="l"/>
              <a:pathLst>
                <a:path h="1170432" w="2072640">
                  <a:moveTo>
                    <a:pt x="0" y="0"/>
                  </a:moveTo>
                  <a:lnTo>
                    <a:pt x="2072640" y="0"/>
                  </a:lnTo>
                  <a:lnTo>
                    <a:pt x="2072640" y="1170432"/>
                  </a:lnTo>
                  <a:lnTo>
                    <a:pt x="0" y="1170432"/>
                  </a:lnTo>
                  <a:close/>
                </a:path>
              </a:pathLst>
            </a:custGeom>
            <a:blipFill>
              <a:blip r:embed="rId3">
                <a:alphaModFix amt="0"/>
              </a:blip>
              <a:stretch>
                <a:fillRect l="-22453" t="0" r="-22453" b="0"/>
              </a:stretch>
            </a:blipFill>
          </p:spPr>
        </p:sp>
        <p:sp>
          <p:nvSpPr>
            <p:cNvPr name="TextBox 65" id="65"/>
            <p:cNvSpPr txBox="true"/>
            <p:nvPr/>
          </p:nvSpPr>
          <p:spPr>
            <a:xfrm>
              <a:off x="0" y="-47625"/>
              <a:ext cx="2072640" cy="1218057"/>
            </a:xfrm>
            <a:prstGeom prst="rect">
              <a:avLst/>
            </a:prstGeom>
          </p:spPr>
          <p:txBody>
            <a:bodyPr anchor="ctr" rtlCol="false" tIns="0" lIns="0" bIns="0" rIns="0"/>
            <a:lstStyle/>
            <a:p>
              <a:pPr algn="ctr">
                <a:lnSpc>
                  <a:spcPts val="2520"/>
                </a:lnSpc>
              </a:pPr>
              <a:r>
                <a:rPr lang="en-US" sz="2100" b="true">
                  <a:solidFill>
                    <a:srgbClr val="FFFFFF"/>
                  </a:solidFill>
                  <a:latin typeface="Calibri (MS) Bold"/>
                  <a:ea typeface="Calibri (MS) Bold"/>
                  <a:cs typeface="Calibri (MS) Bold"/>
                  <a:sym typeface="Calibri (MS) Bold"/>
                </a:rPr>
                <a:t>EP04</a:t>
              </a:r>
            </a:p>
          </p:txBody>
        </p:sp>
      </p:grpSp>
      <p:grpSp>
        <p:nvGrpSpPr>
          <p:cNvPr name="Group 66" id="66"/>
          <p:cNvGrpSpPr/>
          <p:nvPr/>
        </p:nvGrpSpPr>
        <p:grpSpPr>
          <a:xfrm rot="0">
            <a:off x="2468880" y="5321808"/>
            <a:ext cx="7680960" cy="804672"/>
            <a:chOff x="0" y="0"/>
            <a:chExt cx="10241280" cy="1072896"/>
          </a:xfrm>
        </p:grpSpPr>
        <p:sp>
          <p:nvSpPr>
            <p:cNvPr name="Freeform 67" id="67"/>
            <p:cNvSpPr/>
            <p:nvPr/>
          </p:nvSpPr>
          <p:spPr>
            <a:xfrm flipH="false" flipV="false" rot="0">
              <a:off x="0" y="0"/>
              <a:ext cx="10241280" cy="1072896"/>
            </a:xfrm>
            <a:custGeom>
              <a:avLst/>
              <a:gdLst/>
              <a:ahLst/>
              <a:cxnLst/>
              <a:rect r="r" b="b" t="t" l="l"/>
              <a:pathLst>
                <a:path h="1072896" w="10241280">
                  <a:moveTo>
                    <a:pt x="0" y="0"/>
                  </a:moveTo>
                  <a:lnTo>
                    <a:pt x="10241280" y="0"/>
                  </a:lnTo>
                  <a:lnTo>
                    <a:pt x="10241280" y="1072896"/>
                  </a:lnTo>
                  <a:lnTo>
                    <a:pt x="0" y="1072896"/>
                  </a:lnTo>
                  <a:close/>
                </a:path>
              </a:pathLst>
            </a:custGeom>
            <a:blipFill>
              <a:blip r:embed="rId3">
                <a:alphaModFix amt="0"/>
              </a:blip>
              <a:stretch>
                <a:fillRect l="0" t="-135993" r="0" b="-135993"/>
              </a:stretch>
            </a:blipFill>
          </p:spPr>
        </p:sp>
        <p:sp>
          <p:nvSpPr>
            <p:cNvPr name="TextBox 68" id="68"/>
            <p:cNvSpPr txBox="true"/>
            <p:nvPr/>
          </p:nvSpPr>
          <p:spPr>
            <a:xfrm>
              <a:off x="0" y="-47625"/>
              <a:ext cx="10241280" cy="1120521"/>
            </a:xfrm>
            <a:prstGeom prst="rect">
              <a:avLst/>
            </a:prstGeom>
          </p:spPr>
          <p:txBody>
            <a:bodyPr anchor="ctr" rtlCol="false" tIns="0" lIns="0" bIns="0" rIns="0"/>
            <a:lstStyle/>
            <a:p>
              <a:pPr algn="l">
                <a:lnSpc>
                  <a:spcPts val="2999"/>
                </a:lnSpc>
              </a:pPr>
              <a:r>
                <a:rPr lang="en-US" sz="2499" b="true">
                  <a:solidFill>
                    <a:srgbClr val="1E2761"/>
                  </a:solidFill>
                  <a:latin typeface="Calibri (MS) Bold"/>
                  <a:ea typeface="Calibri (MS) Bold"/>
                  <a:cs typeface="Calibri (MS) Bold"/>
                  <a:sym typeface="Calibri (MS) Bold"/>
                </a:rPr>
                <a:t>Gestión de estado de práctica</a:t>
              </a:r>
            </a:p>
          </p:txBody>
        </p:sp>
      </p:grpSp>
      <p:grpSp>
        <p:nvGrpSpPr>
          <p:cNvPr name="Group 69" id="69"/>
          <p:cNvGrpSpPr/>
          <p:nvPr/>
        </p:nvGrpSpPr>
        <p:grpSpPr>
          <a:xfrm rot="0">
            <a:off x="10411463" y="5382263"/>
            <a:ext cx="2768603" cy="610619"/>
            <a:chOff x="0" y="0"/>
            <a:chExt cx="3691471" cy="814159"/>
          </a:xfrm>
        </p:grpSpPr>
        <p:sp>
          <p:nvSpPr>
            <p:cNvPr name="Freeform 70" id="70"/>
            <p:cNvSpPr/>
            <p:nvPr/>
          </p:nvSpPr>
          <p:spPr>
            <a:xfrm flipH="false" flipV="false" rot="0">
              <a:off x="0" y="0"/>
              <a:ext cx="3691382" cy="814070"/>
            </a:xfrm>
            <a:custGeom>
              <a:avLst/>
              <a:gdLst/>
              <a:ahLst/>
              <a:cxnLst/>
              <a:rect r="r" b="b" t="t" l="l"/>
              <a:pathLst>
                <a:path h="814070" w="3691382">
                  <a:moveTo>
                    <a:pt x="0" y="101727"/>
                  </a:moveTo>
                  <a:cubicBezTo>
                    <a:pt x="0" y="45593"/>
                    <a:pt x="45593" y="0"/>
                    <a:pt x="101727" y="0"/>
                  </a:cubicBezTo>
                  <a:lnTo>
                    <a:pt x="3589655" y="0"/>
                  </a:lnTo>
                  <a:cubicBezTo>
                    <a:pt x="3645916" y="0"/>
                    <a:pt x="3691382" y="45593"/>
                    <a:pt x="3691382" y="101727"/>
                  </a:cubicBezTo>
                  <a:lnTo>
                    <a:pt x="3691382" y="712343"/>
                  </a:lnTo>
                  <a:cubicBezTo>
                    <a:pt x="3691382" y="768604"/>
                    <a:pt x="3645789" y="814070"/>
                    <a:pt x="3589655" y="814070"/>
                  </a:cubicBezTo>
                  <a:lnTo>
                    <a:pt x="101727" y="814070"/>
                  </a:lnTo>
                  <a:cubicBezTo>
                    <a:pt x="45593" y="814197"/>
                    <a:pt x="0" y="768604"/>
                    <a:pt x="0" y="712343"/>
                  </a:cubicBezTo>
                  <a:close/>
                </a:path>
              </a:pathLst>
            </a:custGeom>
            <a:solidFill>
              <a:srgbClr val="EBF2FA"/>
            </a:solidFill>
            <a:ln w="25400" cap="sq">
              <a:solidFill>
                <a:srgbClr val="CADCFC"/>
              </a:solidFill>
              <a:prstDash val="solid"/>
              <a:miter/>
            </a:ln>
          </p:spPr>
        </p:sp>
      </p:grpSp>
      <p:grpSp>
        <p:nvGrpSpPr>
          <p:cNvPr name="Group 71" id="71"/>
          <p:cNvGrpSpPr/>
          <p:nvPr/>
        </p:nvGrpSpPr>
        <p:grpSpPr>
          <a:xfrm rot="0">
            <a:off x="10424160" y="5394960"/>
            <a:ext cx="2743200" cy="585216"/>
            <a:chOff x="0" y="0"/>
            <a:chExt cx="3657600" cy="780288"/>
          </a:xfrm>
        </p:grpSpPr>
        <p:sp>
          <p:nvSpPr>
            <p:cNvPr name="Freeform 72" id="72"/>
            <p:cNvSpPr/>
            <p:nvPr/>
          </p:nvSpPr>
          <p:spPr>
            <a:xfrm flipH="false" flipV="false" rot="0">
              <a:off x="0" y="0"/>
              <a:ext cx="3657600" cy="780288"/>
            </a:xfrm>
            <a:custGeom>
              <a:avLst/>
              <a:gdLst/>
              <a:ahLst/>
              <a:cxnLst/>
              <a:rect r="r" b="b" t="t" l="l"/>
              <a:pathLst>
                <a:path h="780288" w="3657600">
                  <a:moveTo>
                    <a:pt x="0" y="0"/>
                  </a:moveTo>
                  <a:lnTo>
                    <a:pt x="3657600" y="0"/>
                  </a:lnTo>
                  <a:lnTo>
                    <a:pt x="3657600" y="780288"/>
                  </a:lnTo>
                  <a:lnTo>
                    <a:pt x="0" y="780288"/>
                  </a:lnTo>
                  <a:close/>
                </a:path>
              </a:pathLst>
            </a:custGeom>
            <a:blipFill>
              <a:blip r:embed="rId3">
                <a:alphaModFix amt="0"/>
              </a:blip>
              <a:stretch>
                <a:fillRect l="0" t="-41336" r="0" b="-41336"/>
              </a:stretch>
            </a:blipFill>
          </p:spPr>
        </p:sp>
        <p:sp>
          <p:nvSpPr>
            <p:cNvPr name="TextBox 73" id="73"/>
            <p:cNvSpPr txBox="true"/>
            <p:nvPr/>
          </p:nvSpPr>
          <p:spPr>
            <a:xfrm>
              <a:off x="0" y="-38100"/>
              <a:ext cx="3657600" cy="818388"/>
            </a:xfrm>
            <a:prstGeom prst="rect">
              <a:avLst/>
            </a:prstGeom>
          </p:spPr>
          <p:txBody>
            <a:bodyPr anchor="ctr" rtlCol="false" tIns="0" lIns="0" bIns="0" rIns="0"/>
            <a:lstStyle/>
            <a:p>
              <a:pPr algn="ctr">
                <a:lnSpc>
                  <a:spcPts val="2279"/>
                </a:lnSpc>
              </a:pPr>
              <a:r>
                <a:rPr lang="en-US" sz="1899">
                  <a:solidFill>
                    <a:srgbClr val="4A4A6A"/>
                  </a:solidFill>
                  <a:latin typeface="Calibri (MS)"/>
                  <a:ea typeface="Calibri (MS)"/>
                  <a:cs typeface="Calibri (MS)"/>
                  <a:sym typeface="Calibri (MS)"/>
                </a:rPr>
                <a:t>Coordinador</a:t>
              </a:r>
            </a:p>
          </p:txBody>
        </p:sp>
      </p:grpSp>
      <p:grpSp>
        <p:nvGrpSpPr>
          <p:cNvPr name="Group 74" id="74"/>
          <p:cNvGrpSpPr/>
          <p:nvPr/>
        </p:nvGrpSpPr>
        <p:grpSpPr>
          <a:xfrm rot="0">
            <a:off x="13350240" y="5358384"/>
            <a:ext cx="4389120" cy="731520"/>
            <a:chOff x="0" y="0"/>
            <a:chExt cx="5852160" cy="975360"/>
          </a:xfrm>
        </p:grpSpPr>
        <p:sp>
          <p:nvSpPr>
            <p:cNvPr name="Freeform 75" id="75"/>
            <p:cNvSpPr/>
            <p:nvPr/>
          </p:nvSpPr>
          <p:spPr>
            <a:xfrm flipH="false" flipV="false" rot="0">
              <a:off x="0" y="0"/>
              <a:ext cx="5852160" cy="975360"/>
            </a:xfrm>
            <a:custGeom>
              <a:avLst/>
              <a:gdLst/>
              <a:ahLst/>
              <a:cxnLst/>
              <a:rect r="r" b="b" t="t" l="l"/>
              <a:pathLst>
                <a:path h="975360" w="5852160">
                  <a:moveTo>
                    <a:pt x="0" y="0"/>
                  </a:moveTo>
                  <a:lnTo>
                    <a:pt x="5852160" y="0"/>
                  </a:lnTo>
                  <a:lnTo>
                    <a:pt x="5852160" y="975360"/>
                  </a:lnTo>
                  <a:lnTo>
                    <a:pt x="0" y="975360"/>
                  </a:lnTo>
                  <a:close/>
                </a:path>
              </a:pathLst>
            </a:custGeom>
            <a:blipFill>
              <a:blip r:embed="rId3">
                <a:alphaModFix amt="0"/>
              </a:blip>
              <a:stretch>
                <a:fillRect l="0" t="-66910" r="0" b="-66910"/>
              </a:stretch>
            </a:blipFill>
          </p:spPr>
        </p:sp>
        <p:sp>
          <p:nvSpPr>
            <p:cNvPr name="TextBox 76" id="76"/>
            <p:cNvSpPr txBox="true"/>
            <p:nvPr/>
          </p:nvSpPr>
          <p:spPr>
            <a:xfrm>
              <a:off x="0" y="-47625"/>
              <a:ext cx="5852160" cy="1022985"/>
            </a:xfrm>
            <a:prstGeom prst="rect">
              <a:avLst/>
            </a:prstGeom>
          </p:spPr>
          <p:txBody>
            <a:bodyPr anchor="ctr" rtlCol="false" tIns="0" lIns="0" bIns="0" rIns="0"/>
            <a:lstStyle/>
            <a:p>
              <a:pPr algn="l">
                <a:lnSpc>
                  <a:spcPts val="2520"/>
                </a:lnSpc>
              </a:pPr>
              <a:r>
                <a:rPr lang="en-US" sz="2100" i="true">
                  <a:solidFill>
                    <a:srgbClr val="4A4A6A"/>
                  </a:solidFill>
                  <a:latin typeface="Calibri (MS) Italics"/>
                  <a:ea typeface="Calibri (MS) Italics"/>
                  <a:cs typeface="Calibri (MS) Italics"/>
                  <a:sym typeface="Calibri (MS) Italics"/>
                </a:rPr>
                <a:t>Mantener trazabilidad de estados</a:t>
              </a:r>
            </a:p>
          </p:txBody>
        </p:sp>
      </p:grpSp>
      <p:grpSp>
        <p:nvGrpSpPr>
          <p:cNvPr name="Group 77" id="77"/>
          <p:cNvGrpSpPr/>
          <p:nvPr/>
        </p:nvGrpSpPr>
        <p:grpSpPr>
          <a:xfrm rot="0">
            <a:off x="1426464" y="6163056"/>
            <a:ext cx="54864" cy="274320"/>
            <a:chOff x="0" y="0"/>
            <a:chExt cx="73152" cy="365760"/>
          </a:xfrm>
        </p:grpSpPr>
        <p:sp>
          <p:nvSpPr>
            <p:cNvPr name="Freeform 78" id="78"/>
            <p:cNvSpPr/>
            <p:nvPr/>
          </p:nvSpPr>
          <p:spPr>
            <a:xfrm flipH="false" flipV="false" rot="0">
              <a:off x="0" y="0"/>
              <a:ext cx="73152" cy="365760"/>
            </a:xfrm>
            <a:custGeom>
              <a:avLst/>
              <a:gdLst/>
              <a:ahLst/>
              <a:cxnLst/>
              <a:rect r="r" b="b" t="t" l="l"/>
              <a:pathLst>
                <a:path h="365760" w="73152">
                  <a:moveTo>
                    <a:pt x="0" y="0"/>
                  </a:moveTo>
                  <a:lnTo>
                    <a:pt x="73152" y="0"/>
                  </a:lnTo>
                  <a:lnTo>
                    <a:pt x="73152" y="365760"/>
                  </a:lnTo>
                  <a:lnTo>
                    <a:pt x="0" y="365760"/>
                  </a:lnTo>
                  <a:close/>
                </a:path>
              </a:pathLst>
            </a:custGeom>
            <a:solidFill>
              <a:srgbClr val="028090"/>
            </a:solidFill>
          </p:spPr>
        </p:sp>
      </p:grpSp>
      <p:grpSp>
        <p:nvGrpSpPr>
          <p:cNvPr name="Group 79" id="79"/>
          <p:cNvGrpSpPr/>
          <p:nvPr/>
        </p:nvGrpSpPr>
        <p:grpSpPr>
          <a:xfrm rot="0">
            <a:off x="718823" y="6424679"/>
            <a:ext cx="1579883" cy="903227"/>
            <a:chOff x="0" y="0"/>
            <a:chExt cx="2106511" cy="1204303"/>
          </a:xfrm>
        </p:grpSpPr>
        <p:sp>
          <p:nvSpPr>
            <p:cNvPr name="Freeform 80" id="80"/>
            <p:cNvSpPr/>
            <p:nvPr/>
          </p:nvSpPr>
          <p:spPr>
            <a:xfrm flipH="false" flipV="false" rot="0">
              <a:off x="0" y="0"/>
              <a:ext cx="2106422" cy="1204214"/>
            </a:xfrm>
            <a:custGeom>
              <a:avLst/>
              <a:gdLst/>
              <a:ahLst/>
              <a:cxnLst/>
              <a:rect r="r" b="b" t="t" l="l"/>
              <a:pathLst>
                <a:path h="1204214" w="2106422">
                  <a:moveTo>
                    <a:pt x="0" y="150495"/>
                  </a:moveTo>
                  <a:cubicBezTo>
                    <a:pt x="0" y="67437"/>
                    <a:pt x="67437" y="0"/>
                    <a:pt x="150495" y="0"/>
                  </a:cubicBezTo>
                  <a:lnTo>
                    <a:pt x="1955927" y="0"/>
                  </a:lnTo>
                  <a:cubicBezTo>
                    <a:pt x="2039112" y="0"/>
                    <a:pt x="2106422" y="67437"/>
                    <a:pt x="2106422" y="150495"/>
                  </a:cubicBezTo>
                  <a:lnTo>
                    <a:pt x="2106422" y="1053719"/>
                  </a:lnTo>
                  <a:cubicBezTo>
                    <a:pt x="2106422" y="1136904"/>
                    <a:pt x="2038985" y="1204214"/>
                    <a:pt x="1955927" y="1204214"/>
                  </a:cubicBezTo>
                  <a:lnTo>
                    <a:pt x="150495" y="1204214"/>
                  </a:lnTo>
                  <a:cubicBezTo>
                    <a:pt x="67437" y="1204341"/>
                    <a:pt x="0" y="1136904"/>
                    <a:pt x="0" y="1053719"/>
                  </a:cubicBezTo>
                  <a:close/>
                </a:path>
              </a:pathLst>
            </a:custGeom>
            <a:solidFill>
              <a:srgbClr val="028090"/>
            </a:solidFill>
            <a:ln w="25400" cap="sq">
              <a:solidFill>
                <a:srgbClr val="028090"/>
              </a:solidFill>
              <a:prstDash val="solid"/>
              <a:miter/>
            </a:ln>
          </p:spPr>
        </p:sp>
      </p:grpSp>
      <p:grpSp>
        <p:nvGrpSpPr>
          <p:cNvPr name="Group 81" id="81"/>
          <p:cNvGrpSpPr/>
          <p:nvPr/>
        </p:nvGrpSpPr>
        <p:grpSpPr>
          <a:xfrm rot="0">
            <a:off x="731520" y="6437376"/>
            <a:ext cx="1554480" cy="877824"/>
            <a:chOff x="0" y="0"/>
            <a:chExt cx="2072640" cy="1170432"/>
          </a:xfrm>
        </p:grpSpPr>
        <p:sp>
          <p:nvSpPr>
            <p:cNvPr name="Freeform 82" id="82"/>
            <p:cNvSpPr/>
            <p:nvPr/>
          </p:nvSpPr>
          <p:spPr>
            <a:xfrm flipH="false" flipV="false" rot="0">
              <a:off x="0" y="0"/>
              <a:ext cx="2072640" cy="1170432"/>
            </a:xfrm>
            <a:custGeom>
              <a:avLst/>
              <a:gdLst/>
              <a:ahLst/>
              <a:cxnLst/>
              <a:rect r="r" b="b" t="t" l="l"/>
              <a:pathLst>
                <a:path h="1170432" w="2072640">
                  <a:moveTo>
                    <a:pt x="0" y="0"/>
                  </a:moveTo>
                  <a:lnTo>
                    <a:pt x="2072640" y="0"/>
                  </a:lnTo>
                  <a:lnTo>
                    <a:pt x="2072640" y="1170432"/>
                  </a:lnTo>
                  <a:lnTo>
                    <a:pt x="0" y="1170432"/>
                  </a:lnTo>
                  <a:close/>
                </a:path>
              </a:pathLst>
            </a:custGeom>
            <a:blipFill>
              <a:blip r:embed="rId3">
                <a:alphaModFix amt="0"/>
              </a:blip>
              <a:stretch>
                <a:fillRect l="-22453" t="0" r="-22453" b="0"/>
              </a:stretch>
            </a:blipFill>
          </p:spPr>
        </p:sp>
        <p:sp>
          <p:nvSpPr>
            <p:cNvPr name="TextBox 83" id="83"/>
            <p:cNvSpPr txBox="true"/>
            <p:nvPr/>
          </p:nvSpPr>
          <p:spPr>
            <a:xfrm>
              <a:off x="0" y="-47625"/>
              <a:ext cx="2072640" cy="1218057"/>
            </a:xfrm>
            <a:prstGeom prst="rect">
              <a:avLst/>
            </a:prstGeom>
          </p:spPr>
          <p:txBody>
            <a:bodyPr anchor="ctr" rtlCol="false" tIns="0" lIns="0" bIns="0" rIns="0"/>
            <a:lstStyle/>
            <a:p>
              <a:pPr algn="ctr">
                <a:lnSpc>
                  <a:spcPts val="2520"/>
                </a:lnSpc>
              </a:pPr>
              <a:r>
                <a:rPr lang="en-US" sz="2100" b="true">
                  <a:solidFill>
                    <a:srgbClr val="FFFFFF"/>
                  </a:solidFill>
                  <a:latin typeface="Calibri (MS) Bold"/>
                  <a:ea typeface="Calibri (MS) Bold"/>
                  <a:cs typeface="Calibri (MS) Bold"/>
                  <a:sym typeface="Calibri (MS) Bold"/>
                </a:rPr>
                <a:t>EP05</a:t>
              </a:r>
            </a:p>
          </p:txBody>
        </p:sp>
      </p:grpSp>
      <p:grpSp>
        <p:nvGrpSpPr>
          <p:cNvPr name="Group 84" id="84"/>
          <p:cNvGrpSpPr/>
          <p:nvPr/>
        </p:nvGrpSpPr>
        <p:grpSpPr>
          <a:xfrm rot="0">
            <a:off x="2468880" y="6473952"/>
            <a:ext cx="7680960" cy="804672"/>
            <a:chOff x="0" y="0"/>
            <a:chExt cx="10241280" cy="1072896"/>
          </a:xfrm>
        </p:grpSpPr>
        <p:sp>
          <p:nvSpPr>
            <p:cNvPr name="Freeform 85" id="85"/>
            <p:cNvSpPr/>
            <p:nvPr/>
          </p:nvSpPr>
          <p:spPr>
            <a:xfrm flipH="false" flipV="false" rot="0">
              <a:off x="0" y="0"/>
              <a:ext cx="10241280" cy="1072896"/>
            </a:xfrm>
            <a:custGeom>
              <a:avLst/>
              <a:gdLst/>
              <a:ahLst/>
              <a:cxnLst/>
              <a:rect r="r" b="b" t="t" l="l"/>
              <a:pathLst>
                <a:path h="1072896" w="10241280">
                  <a:moveTo>
                    <a:pt x="0" y="0"/>
                  </a:moveTo>
                  <a:lnTo>
                    <a:pt x="10241280" y="0"/>
                  </a:lnTo>
                  <a:lnTo>
                    <a:pt x="10241280" y="1072896"/>
                  </a:lnTo>
                  <a:lnTo>
                    <a:pt x="0" y="1072896"/>
                  </a:lnTo>
                  <a:close/>
                </a:path>
              </a:pathLst>
            </a:custGeom>
            <a:blipFill>
              <a:blip r:embed="rId3">
                <a:alphaModFix amt="0"/>
              </a:blip>
              <a:stretch>
                <a:fillRect l="0" t="-135993" r="0" b="-135993"/>
              </a:stretch>
            </a:blipFill>
          </p:spPr>
        </p:sp>
        <p:sp>
          <p:nvSpPr>
            <p:cNvPr name="TextBox 86" id="86"/>
            <p:cNvSpPr txBox="true"/>
            <p:nvPr/>
          </p:nvSpPr>
          <p:spPr>
            <a:xfrm>
              <a:off x="0" y="-47625"/>
              <a:ext cx="10241280" cy="1120521"/>
            </a:xfrm>
            <a:prstGeom prst="rect">
              <a:avLst/>
            </a:prstGeom>
          </p:spPr>
          <p:txBody>
            <a:bodyPr anchor="ctr" rtlCol="false" tIns="0" lIns="0" bIns="0" rIns="0"/>
            <a:lstStyle/>
            <a:p>
              <a:pPr algn="l">
                <a:lnSpc>
                  <a:spcPts val="2999"/>
                </a:lnSpc>
              </a:pPr>
              <a:r>
                <a:rPr lang="en-US" sz="2499" b="true">
                  <a:solidFill>
                    <a:srgbClr val="1E2761"/>
                  </a:solidFill>
                  <a:latin typeface="Calibri (MS) Bold"/>
                  <a:ea typeface="Calibri (MS) Bold"/>
                  <a:cs typeface="Calibri (MS) Bold"/>
                  <a:sym typeface="Calibri (MS) Bold"/>
                </a:rPr>
                <a:t>Seguimiento de práctica</a:t>
              </a:r>
            </a:p>
          </p:txBody>
        </p:sp>
      </p:grpSp>
      <p:grpSp>
        <p:nvGrpSpPr>
          <p:cNvPr name="Group 87" id="87"/>
          <p:cNvGrpSpPr/>
          <p:nvPr/>
        </p:nvGrpSpPr>
        <p:grpSpPr>
          <a:xfrm rot="0">
            <a:off x="10411463" y="6534407"/>
            <a:ext cx="2768603" cy="610619"/>
            <a:chOff x="0" y="0"/>
            <a:chExt cx="3691471" cy="814159"/>
          </a:xfrm>
        </p:grpSpPr>
        <p:sp>
          <p:nvSpPr>
            <p:cNvPr name="Freeform 88" id="88"/>
            <p:cNvSpPr/>
            <p:nvPr/>
          </p:nvSpPr>
          <p:spPr>
            <a:xfrm flipH="false" flipV="false" rot="0">
              <a:off x="0" y="0"/>
              <a:ext cx="3691382" cy="814070"/>
            </a:xfrm>
            <a:custGeom>
              <a:avLst/>
              <a:gdLst/>
              <a:ahLst/>
              <a:cxnLst/>
              <a:rect r="r" b="b" t="t" l="l"/>
              <a:pathLst>
                <a:path h="814070" w="3691382">
                  <a:moveTo>
                    <a:pt x="0" y="101727"/>
                  </a:moveTo>
                  <a:cubicBezTo>
                    <a:pt x="0" y="45593"/>
                    <a:pt x="45593" y="0"/>
                    <a:pt x="101727" y="0"/>
                  </a:cubicBezTo>
                  <a:lnTo>
                    <a:pt x="3589655" y="0"/>
                  </a:lnTo>
                  <a:cubicBezTo>
                    <a:pt x="3645916" y="0"/>
                    <a:pt x="3691382" y="45593"/>
                    <a:pt x="3691382" y="101727"/>
                  </a:cubicBezTo>
                  <a:lnTo>
                    <a:pt x="3691382" y="712343"/>
                  </a:lnTo>
                  <a:cubicBezTo>
                    <a:pt x="3691382" y="768604"/>
                    <a:pt x="3645789" y="814070"/>
                    <a:pt x="3589655" y="814070"/>
                  </a:cubicBezTo>
                  <a:lnTo>
                    <a:pt x="101727" y="814070"/>
                  </a:lnTo>
                  <a:cubicBezTo>
                    <a:pt x="45593" y="814197"/>
                    <a:pt x="0" y="768604"/>
                    <a:pt x="0" y="712343"/>
                  </a:cubicBezTo>
                  <a:close/>
                </a:path>
              </a:pathLst>
            </a:custGeom>
            <a:solidFill>
              <a:srgbClr val="EBF2FA"/>
            </a:solidFill>
            <a:ln w="25400" cap="sq">
              <a:solidFill>
                <a:srgbClr val="CADCFC"/>
              </a:solidFill>
              <a:prstDash val="solid"/>
              <a:miter/>
            </a:ln>
          </p:spPr>
        </p:sp>
      </p:grpSp>
      <p:grpSp>
        <p:nvGrpSpPr>
          <p:cNvPr name="Group 89" id="89"/>
          <p:cNvGrpSpPr/>
          <p:nvPr/>
        </p:nvGrpSpPr>
        <p:grpSpPr>
          <a:xfrm rot="0">
            <a:off x="10424160" y="6547104"/>
            <a:ext cx="2743200" cy="585216"/>
            <a:chOff x="0" y="0"/>
            <a:chExt cx="3657600" cy="780288"/>
          </a:xfrm>
        </p:grpSpPr>
        <p:sp>
          <p:nvSpPr>
            <p:cNvPr name="Freeform 90" id="90"/>
            <p:cNvSpPr/>
            <p:nvPr/>
          </p:nvSpPr>
          <p:spPr>
            <a:xfrm flipH="false" flipV="false" rot="0">
              <a:off x="0" y="0"/>
              <a:ext cx="3657600" cy="780288"/>
            </a:xfrm>
            <a:custGeom>
              <a:avLst/>
              <a:gdLst/>
              <a:ahLst/>
              <a:cxnLst/>
              <a:rect r="r" b="b" t="t" l="l"/>
              <a:pathLst>
                <a:path h="780288" w="3657600">
                  <a:moveTo>
                    <a:pt x="0" y="0"/>
                  </a:moveTo>
                  <a:lnTo>
                    <a:pt x="3657600" y="0"/>
                  </a:lnTo>
                  <a:lnTo>
                    <a:pt x="3657600" y="780288"/>
                  </a:lnTo>
                  <a:lnTo>
                    <a:pt x="0" y="780288"/>
                  </a:lnTo>
                  <a:close/>
                </a:path>
              </a:pathLst>
            </a:custGeom>
            <a:blipFill>
              <a:blip r:embed="rId3">
                <a:alphaModFix amt="0"/>
              </a:blip>
              <a:stretch>
                <a:fillRect l="0" t="-41336" r="0" b="-41336"/>
              </a:stretch>
            </a:blipFill>
          </p:spPr>
        </p:sp>
        <p:sp>
          <p:nvSpPr>
            <p:cNvPr name="TextBox 91" id="91"/>
            <p:cNvSpPr txBox="true"/>
            <p:nvPr/>
          </p:nvSpPr>
          <p:spPr>
            <a:xfrm>
              <a:off x="0" y="-38100"/>
              <a:ext cx="3657600" cy="818388"/>
            </a:xfrm>
            <a:prstGeom prst="rect">
              <a:avLst/>
            </a:prstGeom>
          </p:spPr>
          <p:txBody>
            <a:bodyPr anchor="ctr" rtlCol="false" tIns="0" lIns="0" bIns="0" rIns="0"/>
            <a:lstStyle/>
            <a:p>
              <a:pPr algn="ctr">
                <a:lnSpc>
                  <a:spcPts val="2279"/>
                </a:lnSpc>
              </a:pPr>
              <a:r>
                <a:rPr lang="en-US" sz="1899">
                  <a:solidFill>
                    <a:srgbClr val="4A4A6A"/>
                  </a:solidFill>
                  <a:latin typeface="Calibri (MS)"/>
                  <a:ea typeface="Calibri (MS)"/>
                  <a:cs typeface="Calibri (MS)"/>
                  <a:sym typeface="Calibri (MS)"/>
                </a:rPr>
                <a:t>Coordinador</a:t>
              </a:r>
            </a:p>
          </p:txBody>
        </p:sp>
      </p:grpSp>
      <p:grpSp>
        <p:nvGrpSpPr>
          <p:cNvPr name="Group 92" id="92"/>
          <p:cNvGrpSpPr/>
          <p:nvPr/>
        </p:nvGrpSpPr>
        <p:grpSpPr>
          <a:xfrm rot="0">
            <a:off x="13350240" y="6510528"/>
            <a:ext cx="4389120" cy="731520"/>
            <a:chOff x="0" y="0"/>
            <a:chExt cx="5852160" cy="975360"/>
          </a:xfrm>
        </p:grpSpPr>
        <p:sp>
          <p:nvSpPr>
            <p:cNvPr name="Freeform 93" id="93"/>
            <p:cNvSpPr/>
            <p:nvPr/>
          </p:nvSpPr>
          <p:spPr>
            <a:xfrm flipH="false" flipV="false" rot="0">
              <a:off x="0" y="0"/>
              <a:ext cx="5852160" cy="975360"/>
            </a:xfrm>
            <a:custGeom>
              <a:avLst/>
              <a:gdLst/>
              <a:ahLst/>
              <a:cxnLst/>
              <a:rect r="r" b="b" t="t" l="l"/>
              <a:pathLst>
                <a:path h="975360" w="5852160">
                  <a:moveTo>
                    <a:pt x="0" y="0"/>
                  </a:moveTo>
                  <a:lnTo>
                    <a:pt x="5852160" y="0"/>
                  </a:lnTo>
                  <a:lnTo>
                    <a:pt x="5852160" y="975360"/>
                  </a:lnTo>
                  <a:lnTo>
                    <a:pt x="0" y="975360"/>
                  </a:lnTo>
                  <a:close/>
                </a:path>
              </a:pathLst>
            </a:custGeom>
            <a:blipFill>
              <a:blip r:embed="rId3">
                <a:alphaModFix amt="0"/>
              </a:blip>
              <a:stretch>
                <a:fillRect l="0" t="-66910" r="0" b="-66910"/>
              </a:stretch>
            </a:blipFill>
          </p:spPr>
        </p:sp>
        <p:sp>
          <p:nvSpPr>
            <p:cNvPr name="TextBox 94" id="94"/>
            <p:cNvSpPr txBox="true"/>
            <p:nvPr/>
          </p:nvSpPr>
          <p:spPr>
            <a:xfrm>
              <a:off x="0" y="-47625"/>
              <a:ext cx="5852160" cy="1022985"/>
            </a:xfrm>
            <a:prstGeom prst="rect">
              <a:avLst/>
            </a:prstGeom>
          </p:spPr>
          <p:txBody>
            <a:bodyPr anchor="ctr" rtlCol="false" tIns="0" lIns="0" bIns="0" rIns="0"/>
            <a:lstStyle/>
            <a:p>
              <a:pPr algn="l">
                <a:lnSpc>
                  <a:spcPts val="2520"/>
                </a:lnSpc>
              </a:pPr>
              <a:r>
                <a:rPr lang="en-US" sz="2100" i="true">
                  <a:solidFill>
                    <a:srgbClr val="4A4A6A"/>
                  </a:solidFill>
                  <a:latin typeface="Calibri (MS) Italics"/>
                  <a:ea typeface="Calibri (MS) Italics"/>
                  <a:cs typeface="Calibri (MS) Italics"/>
                  <a:sym typeface="Calibri (MS) Italics"/>
                </a:rPr>
                <a:t>Detectar dificultades oportunamente</a:t>
              </a:r>
            </a:p>
          </p:txBody>
        </p:sp>
      </p:grpSp>
      <p:grpSp>
        <p:nvGrpSpPr>
          <p:cNvPr name="Group 95" id="95"/>
          <p:cNvGrpSpPr/>
          <p:nvPr/>
        </p:nvGrpSpPr>
        <p:grpSpPr>
          <a:xfrm rot="0">
            <a:off x="1426464" y="7315200"/>
            <a:ext cx="54864" cy="274320"/>
            <a:chOff x="0" y="0"/>
            <a:chExt cx="73152" cy="365760"/>
          </a:xfrm>
        </p:grpSpPr>
        <p:sp>
          <p:nvSpPr>
            <p:cNvPr name="Freeform 96" id="96"/>
            <p:cNvSpPr/>
            <p:nvPr/>
          </p:nvSpPr>
          <p:spPr>
            <a:xfrm flipH="false" flipV="false" rot="0">
              <a:off x="0" y="0"/>
              <a:ext cx="73152" cy="365760"/>
            </a:xfrm>
            <a:custGeom>
              <a:avLst/>
              <a:gdLst/>
              <a:ahLst/>
              <a:cxnLst/>
              <a:rect r="r" b="b" t="t" l="l"/>
              <a:pathLst>
                <a:path h="365760" w="73152">
                  <a:moveTo>
                    <a:pt x="0" y="0"/>
                  </a:moveTo>
                  <a:lnTo>
                    <a:pt x="73152" y="0"/>
                  </a:lnTo>
                  <a:lnTo>
                    <a:pt x="73152" y="365760"/>
                  </a:lnTo>
                  <a:lnTo>
                    <a:pt x="0" y="365760"/>
                  </a:lnTo>
                  <a:close/>
                </a:path>
              </a:pathLst>
            </a:custGeom>
            <a:solidFill>
              <a:srgbClr val="028090"/>
            </a:solidFill>
          </p:spPr>
        </p:sp>
      </p:grpSp>
      <p:grpSp>
        <p:nvGrpSpPr>
          <p:cNvPr name="Group 97" id="97"/>
          <p:cNvGrpSpPr/>
          <p:nvPr/>
        </p:nvGrpSpPr>
        <p:grpSpPr>
          <a:xfrm rot="0">
            <a:off x="718823" y="7576823"/>
            <a:ext cx="1579883" cy="903227"/>
            <a:chOff x="0" y="0"/>
            <a:chExt cx="2106511" cy="1204303"/>
          </a:xfrm>
        </p:grpSpPr>
        <p:sp>
          <p:nvSpPr>
            <p:cNvPr name="Freeform 98" id="98"/>
            <p:cNvSpPr/>
            <p:nvPr/>
          </p:nvSpPr>
          <p:spPr>
            <a:xfrm flipH="false" flipV="false" rot="0">
              <a:off x="0" y="0"/>
              <a:ext cx="2106422" cy="1204214"/>
            </a:xfrm>
            <a:custGeom>
              <a:avLst/>
              <a:gdLst/>
              <a:ahLst/>
              <a:cxnLst/>
              <a:rect r="r" b="b" t="t" l="l"/>
              <a:pathLst>
                <a:path h="1204214" w="2106422">
                  <a:moveTo>
                    <a:pt x="0" y="150495"/>
                  </a:moveTo>
                  <a:cubicBezTo>
                    <a:pt x="0" y="67437"/>
                    <a:pt x="67437" y="0"/>
                    <a:pt x="150495" y="0"/>
                  </a:cubicBezTo>
                  <a:lnTo>
                    <a:pt x="1955927" y="0"/>
                  </a:lnTo>
                  <a:cubicBezTo>
                    <a:pt x="2039112" y="0"/>
                    <a:pt x="2106422" y="67437"/>
                    <a:pt x="2106422" y="150495"/>
                  </a:cubicBezTo>
                  <a:lnTo>
                    <a:pt x="2106422" y="1053719"/>
                  </a:lnTo>
                  <a:cubicBezTo>
                    <a:pt x="2106422" y="1136904"/>
                    <a:pt x="2038985" y="1204214"/>
                    <a:pt x="1955927" y="1204214"/>
                  </a:cubicBezTo>
                  <a:lnTo>
                    <a:pt x="150495" y="1204214"/>
                  </a:lnTo>
                  <a:cubicBezTo>
                    <a:pt x="67437" y="1204341"/>
                    <a:pt x="0" y="1136904"/>
                    <a:pt x="0" y="1053719"/>
                  </a:cubicBezTo>
                  <a:close/>
                </a:path>
              </a:pathLst>
            </a:custGeom>
            <a:solidFill>
              <a:srgbClr val="028090"/>
            </a:solidFill>
            <a:ln w="25400" cap="sq">
              <a:solidFill>
                <a:srgbClr val="028090"/>
              </a:solidFill>
              <a:prstDash val="solid"/>
              <a:miter/>
            </a:ln>
          </p:spPr>
        </p:sp>
      </p:grpSp>
      <p:grpSp>
        <p:nvGrpSpPr>
          <p:cNvPr name="Group 99" id="99"/>
          <p:cNvGrpSpPr/>
          <p:nvPr/>
        </p:nvGrpSpPr>
        <p:grpSpPr>
          <a:xfrm rot="0">
            <a:off x="731520" y="7589520"/>
            <a:ext cx="1554480" cy="877824"/>
            <a:chOff x="0" y="0"/>
            <a:chExt cx="2072640" cy="1170432"/>
          </a:xfrm>
        </p:grpSpPr>
        <p:sp>
          <p:nvSpPr>
            <p:cNvPr name="Freeform 100" id="100"/>
            <p:cNvSpPr/>
            <p:nvPr/>
          </p:nvSpPr>
          <p:spPr>
            <a:xfrm flipH="false" flipV="false" rot="0">
              <a:off x="0" y="0"/>
              <a:ext cx="2072640" cy="1170432"/>
            </a:xfrm>
            <a:custGeom>
              <a:avLst/>
              <a:gdLst/>
              <a:ahLst/>
              <a:cxnLst/>
              <a:rect r="r" b="b" t="t" l="l"/>
              <a:pathLst>
                <a:path h="1170432" w="2072640">
                  <a:moveTo>
                    <a:pt x="0" y="0"/>
                  </a:moveTo>
                  <a:lnTo>
                    <a:pt x="2072640" y="0"/>
                  </a:lnTo>
                  <a:lnTo>
                    <a:pt x="2072640" y="1170432"/>
                  </a:lnTo>
                  <a:lnTo>
                    <a:pt x="0" y="1170432"/>
                  </a:lnTo>
                  <a:close/>
                </a:path>
              </a:pathLst>
            </a:custGeom>
            <a:blipFill>
              <a:blip r:embed="rId3">
                <a:alphaModFix amt="0"/>
              </a:blip>
              <a:stretch>
                <a:fillRect l="-22453" t="0" r="-22453" b="0"/>
              </a:stretch>
            </a:blipFill>
          </p:spPr>
        </p:sp>
        <p:sp>
          <p:nvSpPr>
            <p:cNvPr name="TextBox 101" id="101"/>
            <p:cNvSpPr txBox="true"/>
            <p:nvPr/>
          </p:nvSpPr>
          <p:spPr>
            <a:xfrm>
              <a:off x="0" y="-47625"/>
              <a:ext cx="2072640" cy="1218057"/>
            </a:xfrm>
            <a:prstGeom prst="rect">
              <a:avLst/>
            </a:prstGeom>
          </p:spPr>
          <p:txBody>
            <a:bodyPr anchor="ctr" rtlCol="false" tIns="0" lIns="0" bIns="0" rIns="0"/>
            <a:lstStyle/>
            <a:p>
              <a:pPr algn="ctr">
                <a:lnSpc>
                  <a:spcPts val="2520"/>
                </a:lnSpc>
              </a:pPr>
              <a:r>
                <a:rPr lang="en-US" sz="2100" b="true">
                  <a:solidFill>
                    <a:srgbClr val="FFFFFF"/>
                  </a:solidFill>
                  <a:latin typeface="Calibri (MS) Bold"/>
                  <a:ea typeface="Calibri (MS) Bold"/>
                  <a:cs typeface="Calibri (MS) Bold"/>
                  <a:sym typeface="Calibri (MS) Bold"/>
                </a:rPr>
                <a:t>EP06</a:t>
              </a:r>
            </a:p>
          </p:txBody>
        </p:sp>
      </p:grpSp>
      <p:grpSp>
        <p:nvGrpSpPr>
          <p:cNvPr name="Group 102" id="102"/>
          <p:cNvGrpSpPr/>
          <p:nvPr/>
        </p:nvGrpSpPr>
        <p:grpSpPr>
          <a:xfrm rot="0">
            <a:off x="2468880" y="7626096"/>
            <a:ext cx="7680960" cy="804672"/>
            <a:chOff x="0" y="0"/>
            <a:chExt cx="10241280" cy="1072896"/>
          </a:xfrm>
        </p:grpSpPr>
        <p:sp>
          <p:nvSpPr>
            <p:cNvPr name="Freeform 103" id="103"/>
            <p:cNvSpPr/>
            <p:nvPr/>
          </p:nvSpPr>
          <p:spPr>
            <a:xfrm flipH="false" flipV="false" rot="0">
              <a:off x="0" y="0"/>
              <a:ext cx="10241280" cy="1072896"/>
            </a:xfrm>
            <a:custGeom>
              <a:avLst/>
              <a:gdLst/>
              <a:ahLst/>
              <a:cxnLst/>
              <a:rect r="r" b="b" t="t" l="l"/>
              <a:pathLst>
                <a:path h="1072896" w="10241280">
                  <a:moveTo>
                    <a:pt x="0" y="0"/>
                  </a:moveTo>
                  <a:lnTo>
                    <a:pt x="10241280" y="0"/>
                  </a:lnTo>
                  <a:lnTo>
                    <a:pt x="10241280" y="1072896"/>
                  </a:lnTo>
                  <a:lnTo>
                    <a:pt x="0" y="1072896"/>
                  </a:lnTo>
                  <a:close/>
                </a:path>
              </a:pathLst>
            </a:custGeom>
            <a:blipFill>
              <a:blip r:embed="rId3">
                <a:alphaModFix amt="0"/>
              </a:blip>
              <a:stretch>
                <a:fillRect l="0" t="-135993" r="0" b="-135993"/>
              </a:stretch>
            </a:blipFill>
          </p:spPr>
        </p:sp>
        <p:sp>
          <p:nvSpPr>
            <p:cNvPr name="TextBox 104" id="104"/>
            <p:cNvSpPr txBox="true"/>
            <p:nvPr/>
          </p:nvSpPr>
          <p:spPr>
            <a:xfrm>
              <a:off x="0" y="-47625"/>
              <a:ext cx="10241280" cy="1120521"/>
            </a:xfrm>
            <a:prstGeom prst="rect">
              <a:avLst/>
            </a:prstGeom>
          </p:spPr>
          <p:txBody>
            <a:bodyPr anchor="ctr" rtlCol="false" tIns="0" lIns="0" bIns="0" rIns="0"/>
            <a:lstStyle/>
            <a:p>
              <a:pPr algn="l">
                <a:lnSpc>
                  <a:spcPts val="2999"/>
                </a:lnSpc>
              </a:pPr>
              <a:r>
                <a:rPr lang="en-US" sz="2499" b="true">
                  <a:solidFill>
                    <a:srgbClr val="1E2761"/>
                  </a:solidFill>
                  <a:latin typeface="Calibri (MS) Bold"/>
                  <a:ea typeface="Calibri (MS) Bold"/>
                  <a:cs typeface="Calibri (MS) Bold"/>
                  <a:sym typeface="Calibri (MS) Bold"/>
                </a:rPr>
                <a:t>Gestión de incidencias y alertas</a:t>
              </a:r>
            </a:p>
          </p:txBody>
        </p:sp>
      </p:grpSp>
      <p:grpSp>
        <p:nvGrpSpPr>
          <p:cNvPr name="Group 105" id="105"/>
          <p:cNvGrpSpPr/>
          <p:nvPr/>
        </p:nvGrpSpPr>
        <p:grpSpPr>
          <a:xfrm rot="0">
            <a:off x="10411463" y="7686551"/>
            <a:ext cx="2768603" cy="610619"/>
            <a:chOff x="0" y="0"/>
            <a:chExt cx="3691471" cy="814159"/>
          </a:xfrm>
        </p:grpSpPr>
        <p:sp>
          <p:nvSpPr>
            <p:cNvPr name="Freeform 106" id="106"/>
            <p:cNvSpPr/>
            <p:nvPr/>
          </p:nvSpPr>
          <p:spPr>
            <a:xfrm flipH="false" flipV="false" rot="0">
              <a:off x="0" y="0"/>
              <a:ext cx="3691382" cy="814070"/>
            </a:xfrm>
            <a:custGeom>
              <a:avLst/>
              <a:gdLst/>
              <a:ahLst/>
              <a:cxnLst/>
              <a:rect r="r" b="b" t="t" l="l"/>
              <a:pathLst>
                <a:path h="814070" w="3691382">
                  <a:moveTo>
                    <a:pt x="0" y="101727"/>
                  </a:moveTo>
                  <a:cubicBezTo>
                    <a:pt x="0" y="45593"/>
                    <a:pt x="45593" y="0"/>
                    <a:pt x="101727" y="0"/>
                  </a:cubicBezTo>
                  <a:lnTo>
                    <a:pt x="3589655" y="0"/>
                  </a:lnTo>
                  <a:cubicBezTo>
                    <a:pt x="3645916" y="0"/>
                    <a:pt x="3691382" y="45593"/>
                    <a:pt x="3691382" y="101727"/>
                  </a:cubicBezTo>
                  <a:lnTo>
                    <a:pt x="3691382" y="712343"/>
                  </a:lnTo>
                  <a:cubicBezTo>
                    <a:pt x="3691382" y="768604"/>
                    <a:pt x="3645789" y="814070"/>
                    <a:pt x="3589655" y="814070"/>
                  </a:cubicBezTo>
                  <a:lnTo>
                    <a:pt x="101727" y="814070"/>
                  </a:lnTo>
                  <a:cubicBezTo>
                    <a:pt x="45593" y="814197"/>
                    <a:pt x="0" y="768604"/>
                    <a:pt x="0" y="712343"/>
                  </a:cubicBezTo>
                  <a:close/>
                </a:path>
              </a:pathLst>
            </a:custGeom>
            <a:solidFill>
              <a:srgbClr val="EBF2FA"/>
            </a:solidFill>
            <a:ln w="25400" cap="sq">
              <a:solidFill>
                <a:srgbClr val="CADCFC"/>
              </a:solidFill>
              <a:prstDash val="solid"/>
              <a:miter/>
            </a:ln>
          </p:spPr>
        </p:sp>
      </p:grpSp>
      <p:grpSp>
        <p:nvGrpSpPr>
          <p:cNvPr name="Group 107" id="107"/>
          <p:cNvGrpSpPr/>
          <p:nvPr/>
        </p:nvGrpSpPr>
        <p:grpSpPr>
          <a:xfrm rot="0">
            <a:off x="10424160" y="7699248"/>
            <a:ext cx="2743200" cy="585216"/>
            <a:chOff x="0" y="0"/>
            <a:chExt cx="3657600" cy="780288"/>
          </a:xfrm>
        </p:grpSpPr>
        <p:sp>
          <p:nvSpPr>
            <p:cNvPr name="Freeform 108" id="108"/>
            <p:cNvSpPr/>
            <p:nvPr/>
          </p:nvSpPr>
          <p:spPr>
            <a:xfrm flipH="false" flipV="false" rot="0">
              <a:off x="0" y="0"/>
              <a:ext cx="3657600" cy="780288"/>
            </a:xfrm>
            <a:custGeom>
              <a:avLst/>
              <a:gdLst/>
              <a:ahLst/>
              <a:cxnLst/>
              <a:rect r="r" b="b" t="t" l="l"/>
              <a:pathLst>
                <a:path h="780288" w="3657600">
                  <a:moveTo>
                    <a:pt x="0" y="0"/>
                  </a:moveTo>
                  <a:lnTo>
                    <a:pt x="3657600" y="0"/>
                  </a:lnTo>
                  <a:lnTo>
                    <a:pt x="3657600" y="780288"/>
                  </a:lnTo>
                  <a:lnTo>
                    <a:pt x="0" y="780288"/>
                  </a:lnTo>
                  <a:close/>
                </a:path>
              </a:pathLst>
            </a:custGeom>
            <a:blipFill>
              <a:blip r:embed="rId3">
                <a:alphaModFix amt="0"/>
              </a:blip>
              <a:stretch>
                <a:fillRect l="0" t="-41336" r="0" b="-41336"/>
              </a:stretch>
            </a:blipFill>
          </p:spPr>
        </p:sp>
        <p:sp>
          <p:nvSpPr>
            <p:cNvPr name="TextBox 109" id="109"/>
            <p:cNvSpPr txBox="true"/>
            <p:nvPr/>
          </p:nvSpPr>
          <p:spPr>
            <a:xfrm>
              <a:off x="0" y="-38100"/>
              <a:ext cx="3657600" cy="818388"/>
            </a:xfrm>
            <a:prstGeom prst="rect">
              <a:avLst/>
            </a:prstGeom>
          </p:spPr>
          <p:txBody>
            <a:bodyPr anchor="ctr" rtlCol="false" tIns="0" lIns="0" bIns="0" rIns="0"/>
            <a:lstStyle/>
            <a:p>
              <a:pPr algn="ctr">
                <a:lnSpc>
                  <a:spcPts val="2279"/>
                </a:lnSpc>
              </a:pPr>
              <a:r>
                <a:rPr lang="en-US" sz="1899">
                  <a:solidFill>
                    <a:srgbClr val="4A4A6A"/>
                  </a:solidFill>
                  <a:latin typeface="Calibri (MS)"/>
                  <a:ea typeface="Calibri (MS)"/>
                  <a:cs typeface="Calibri (MS)"/>
                  <a:sym typeface="Calibri (MS)"/>
                </a:rPr>
                <a:t>Coordinador</a:t>
              </a:r>
            </a:p>
          </p:txBody>
        </p:sp>
      </p:grpSp>
      <p:grpSp>
        <p:nvGrpSpPr>
          <p:cNvPr name="Group 110" id="110"/>
          <p:cNvGrpSpPr/>
          <p:nvPr/>
        </p:nvGrpSpPr>
        <p:grpSpPr>
          <a:xfrm rot="0">
            <a:off x="13350240" y="7662672"/>
            <a:ext cx="4389120" cy="732179"/>
            <a:chOff x="0" y="0"/>
            <a:chExt cx="5852160" cy="976238"/>
          </a:xfrm>
        </p:grpSpPr>
        <p:sp>
          <p:nvSpPr>
            <p:cNvPr name="Freeform 111" id="111"/>
            <p:cNvSpPr/>
            <p:nvPr/>
          </p:nvSpPr>
          <p:spPr>
            <a:xfrm flipH="false" flipV="false" rot="0">
              <a:off x="0" y="0"/>
              <a:ext cx="5852160" cy="976238"/>
            </a:xfrm>
            <a:custGeom>
              <a:avLst/>
              <a:gdLst/>
              <a:ahLst/>
              <a:cxnLst/>
              <a:rect r="r" b="b" t="t" l="l"/>
              <a:pathLst>
                <a:path h="976238" w="5852160">
                  <a:moveTo>
                    <a:pt x="0" y="0"/>
                  </a:moveTo>
                  <a:lnTo>
                    <a:pt x="5852160" y="0"/>
                  </a:lnTo>
                  <a:lnTo>
                    <a:pt x="5852160" y="976238"/>
                  </a:lnTo>
                  <a:lnTo>
                    <a:pt x="0" y="976238"/>
                  </a:lnTo>
                  <a:close/>
                </a:path>
              </a:pathLst>
            </a:custGeom>
            <a:blipFill>
              <a:blip r:embed="rId3">
                <a:alphaModFix amt="0"/>
              </a:blip>
              <a:stretch>
                <a:fillRect l="0" t="-66850" r="0" b="-66760"/>
              </a:stretch>
            </a:blipFill>
          </p:spPr>
        </p:sp>
        <p:sp>
          <p:nvSpPr>
            <p:cNvPr name="TextBox 112" id="112"/>
            <p:cNvSpPr txBox="true"/>
            <p:nvPr/>
          </p:nvSpPr>
          <p:spPr>
            <a:xfrm>
              <a:off x="0" y="-47625"/>
              <a:ext cx="5852160" cy="1023863"/>
            </a:xfrm>
            <a:prstGeom prst="rect">
              <a:avLst/>
            </a:prstGeom>
          </p:spPr>
          <p:txBody>
            <a:bodyPr anchor="ctr" rtlCol="false" tIns="0" lIns="0" bIns="0" rIns="0"/>
            <a:lstStyle/>
            <a:p>
              <a:pPr algn="l">
                <a:lnSpc>
                  <a:spcPts val="2520"/>
                </a:lnSpc>
              </a:pPr>
              <a:r>
                <a:rPr lang="en-US" sz="2100" i="true">
                  <a:solidFill>
                    <a:srgbClr val="4A4A6A"/>
                  </a:solidFill>
                  <a:latin typeface="Calibri (MS) Italics"/>
                  <a:ea typeface="Calibri (MS) Italics"/>
                  <a:cs typeface="Calibri (MS) Italics"/>
                  <a:sym typeface="Calibri (MS) Italics"/>
                </a:rPr>
                <a:t>Identificar situaciones que requieren atención</a:t>
              </a:r>
            </a:p>
          </p:txBody>
        </p:sp>
      </p:grpSp>
      <p:grpSp>
        <p:nvGrpSpPr>
          <p:cNvPr name="Group 113" id="113"/>
          <p:cNvGrpSpPr/>
          <p:nvPr/>
        </p:nvGrpSpPr>
        <p:grpSpPr>
          <a:xfrm rot="0">
            <a:off x="1426464" y="8467344"/>
            <a:ext cx="54864" cy="274320"/>
            <a:chOff x="0" y="0"/>
            <a:chExt cx="73152" cy="365760"/>
          </a:xfrm>
        </p:grpSpPr>
        <p:sp>
          <p:nvSpPr>
            <p:cNvPr name="Freeform 114" id="114"/>
            <p:cNvSpPr/>
            <p:nvPr/>
          </p:nvSpPr>
          <p:spPr>
            <a:xfrm flipH="false" flipV="false" rot="0">
              <a:off x="0" y="0"/>
              <a:ext cx="73152" cy="365760"/>
            </a:xfrm>
            <a:custGeom>
              <a:avLst/>
              <a:gdLst/>
              <a:ahLst/>
              <a:cxnLst/>
              <a:rect r="r" b="b" t="t" l="l"/>
              <a:pathLst>
                <a:path h="365760" w="73152">
                  <a:moveTo>
                    <a:pt x="0" y="0"/>
                  </a:moveTo>
                  <a:lnTo>
                    <a:pt x="73152" y="0"/>
                  </a:lnTo>
                  <a:lnTo>
                    <a:pt x="73152" y="365760"/>
                  </a:lnTo>
                  <a:lnTo>
                    <a:pt x="0" y="365760"/>
                  </a:lnTo>
                  <a:close/>
                </a:path>
              </a:pathLst>
            </a:custGeom>
            <a:solidFill>
              <a:srgbClr val="028090"/>
            </a:solidFill>
          </p:spPr>
        </p:sp>
      </p:grpSp>
      <p:grpSp>
        <p:nvGrpSpPr>
          <p:cNvPr name="Group 115" id="115"/>
          <p:cNvGrpSpPr/>
          <p:nvPr/>
        </p:nvGrpSpPr>
        <p:grpSpPr>
          <a:xfrm rot="0">
            <a:off x="718823" y="8728967"/>
            <a:ext cx="1579883" cy="903227"/>
            <a:chOff x="0" y="0"/>
            <a:chExt cx="2106511" cy="1204303"/>
          </a:xfrm>
        </p:grpSpPr>
        <p:sp>
          <p:nvSpPr>
            <p:cNvPr name="Freeform 116" id="116"/>
            <p:cNvSpPr/>
            <p:nvPr/>
          </p:nvSpPr>
          <p:spPr>
            <a:xfrm flipH="false" flipV="false" rot="0">
              <a:off x="0" y="0"/>
              <a:ext cx="2106422" cy="1204214"/>
            </a:xfrm>
            <a:custGeom>
              <a:avLst/>
              <a:gdLst/>
              <a:ahLst/>
              <a:cxnLst/>
              <a:rect r="r" b="b" t="t" l="l"/>
              <a:pathLst>
                <a:path h="1204214" w="2106422">
                  <a:moveTo>
                    <a:pt x="0" y="150495"/>
                  </a:moveTo>
                  <a:cubicBezTo>
                    <a:pt x="0" y="67437"/>
                    <a:pt x="67437" y="0"/>
                    <a:pt x="150495" y="0"/>
                  </a:cubicBezTo>
                  <a:lnTo>
                    <a:pt x="1955927" y="0"/>
                  </a:lnTo>
                  <a:cubicBezTo>
                    <a:pt x="2039112" y="0"/>
                    <a:pt x="2106422" y="67437"/>
                    <a:pt x="2106422" y="150495"/>
                  </a:cubicBezTo>
                  <a:lnTo>
                    <a:pt x="2106422" y="1053719"/>
                  </a:lnTo>
                  <a:cubicBezTo>
                    <a:pt x="2106422" y="1136904"/>
                    <a:pt x="2038985" y="1204214"/>
                    <a:pt x="1955927" y="1204214"/>
                  </a:cubicBezTo>
                  <a:lnTo>
                    <a:pt x="150495" y="1204214"/>
                  </a:lnTo>
                  <a:cubicBezTo>
                    <a:pt x="67437" y="1204341"/>
                    <a:pt x="0" y="1136904"/>
                    <a:pt x="0" y="1053719"/>
                  </a:cubicBezTo>
                  <a:close/>
                </a:path>
              </a:pathLst>
            </a:custGeom>
            <a:solidFill>
              <a:srgbClr val="028090"/>
            </a:solidFill>
            <a:ln w="25400" cap="sq">
              <a:solidFill>
                <a:srgbClr val="028090"/>
              </a:solidFill>
              <a:prstDash val="solid"/>
              <a:miter/>
            </a:ln>
          </p:spPr>
        </p:sp>
      </p:grpSp>
      <p:grpSp>
        <p:nvGrpSpPr>
          <p:cNvPr name="Group 117" id="117"/>
          <p:cNvGrpSpPr/>
          <p:nvPr/>
        </p:nvGrpSpPr>
        <p:grpSpPr>
          <a:xfrm rot="0">
            <a:off x="731520" y="8741664"/>
            <a:ext cx="1554480" cy="877824"/>
            <a:chOff x="0" y="0"/>
            <a:chExt cx="2072640" cy="1170432"/>
          </a:xfrm>
        </p:grpSpPr>
        <p:sp>
          <p:nvSpPr>
            <p:cNvPr name="Freeform 118" id="118"/>
            <p:cNvSpPr/>
            <p:nvPr/>
          </p:nvSpPr>
          <p:spPr>
            <a:xfrm flipH="false" flipV="false" rot="0">
              <a:off x="0" y="0"/>
              <a:ext cx="2072640" cy="1170432"/>
            </a:xfrm>
            <a:custGeom>
              <a:avLst/>
              <a:gdLst/>
              <a:ahLst/>
              <a:cxnLst/>
              <a:rect r="r" b="b" t="t" l="l"/>
              <a:pathLst>
                <a:path h="1170432" w="2072640">
                  <a:moveTo>
                    <a:pt x="0" y="0"/>
                  </a:moveTo>
                  <a:lnTo>
                    <a:pt x="2072640" y="0"/>
                  </a:lnTo>
                  <a:lnTo>
                    <a:pt x="2072640" y="1170432"/>
                  </a:lnTo>
                  <a:lnTo>
                    <a:pt x="0" y="1170432"/>
                  </a:lnTo>
                  <a:close/>
                </a:path>
              </a:pathLst>
            </a:custGeom>
            <a:blipFill>
              <a:blip r:embed="rId3">
                <a:alphaModFix amt="0"/>
              </a:blip>
              <a:stretch>
                <a:fillRect l="-22453" t="0" r="-22453" b="0"/>
              </a:stretch>
            </a:blipFill>
          </p:spPr>
        </p:sp>
        <p:sp>
          <p:nvSpPr>
            <p:cNvPr name="TextBox 119" id="119"/>
            <p:cNvSpPr txBox="true"/>
            <p:nvPr/>
          </p:nvSpPr>
          <p:spPr>
            <a:xfrm>
              <a:off x="0" y="-47625"/>
              <a:ext cx="2072640" cy="1218057"/>
            </a:xfrm>
            <a:prstGeom prst="rect">
              <a:avLst/>
            </a:prstGeom>
          </p:spPr>
          <p:txBody>
            <a:bodyPr anchor="ctr" rtlCol="false" tIns="0" lIns="0" bIns="0" rIns="0"/>
            <a:lstStyle/>
            <a:p>
              <a:pPr algn="ctr">
                <a:lnSpc>
                  <a:spcPts val="2520"/>
                </a:lnSpc>
              </a:pPr>
              <a:r>
                <a:rPr lang="en-US" sz="2100" b="true">
                  <a:solidFill>
                    <a:srgbClr val="FFFFFF"/>
                  </a:solidFill>
                  <a:latin typeface="Calibri (MS) Bold"/>
                  <a:ea typeface="Calibri (MS) Bold"/>
                  <a:cs typeface="Calibri (MS) Bold"/>
                  <a:sym typeface="Calibri (MS) Bold"/>
                </a:rPr>
                <a:t>EP07</a:t>
              </a:r>
            </a:p>
          </p:txBody>
        </p:sp>
      </p:grpSp>
      <p:grpSp>
        <p:nvGrpSpPr>
          <p:cNvPr name="Group 120" id="120"/>
          <p:cNvGrpSpPr/>
          <p:nvPr/>
        </p:nvGrpSpPr>
        <p:grpSpPr>
          <a:xfrm rot="0">
            <a:off x="2468880" y="8778240"/>
            <a:ext cx="7680960" cy="804672"/>
            <a:chOff x="0" y="0"/>
            <a:chExt cx="10241280" cy="1072896"/>
          </a:xfrm>
        </p:grpSpPr>
        <p:sp>
          <p:nvSpPr>
            <p:cNvPr name="Freeform 121" id="121"/>
            <p:cNvSpPr/>
            <p:nvPr/>
          </p:nvSpPr>
          <p:spPr>
            <a:xfrm flipH="false" flipV="false" rot="0">
              <a:off x="0" y="0"/>
              <a:ext cx="10241280" cy="1072896"/>
            </a:xfrm>
            <a:custGeom>
              <a:avLst/>
              <a:gdLst/>
              <a:ahLst/>
              <a:cxnLst/>
              <a:rect r="r" b="b" t="t" l="l"/>
              <a:pathLst>
                <a:path h="1072896" w="10241280">
                  <a:moveTo>
                    <a:pt x="0" y="0"/>
                  </a:moveTo>
                  <a:lnTo>
                    <a:pt x="10241280" y="0"/>
                  </a:lnTo>
                  <a:lnTo>
                    <a:pt x="10241280" y="1072896"/>
                  </a:lnTo>
                  <a:lnTo>
                    <a:pt x="0" y="1072896"/>
                  </a:lnTo>
                  <a:close/>
                </a:path>
              </a:pathLst>
            </a:custGeom>
            <a:blipFill>
              <a:blip r:embed="rId3">
                <a:alphaModFix amt="0"/>
              </a:blip>
              <a:stretch>
                <a:fillRect l="0" t="-135993" r="0" b="-135993"/>
              </a:stretch>
            </a:blipFill>
          </p:spPr>
        </p:sp>
        <p:sp>
          <p:nvSpPr>
            <p:cNvPr name="TextBox 122" id="122"/>
            <p:cNvSpPr txBox="true"/>
            <p:nvPr/>
          </p:nvSpPr>
          <p:spPr>
            <a:xfrm>
              <a:off x="0" y="-47625"/>
              <a:ext cx="10241280" cy="1120521"/>
            </a:xfrm>
            <a:prstGeom prst="rect">
              <a:avLst/>
            </a:prstGeom>
          </p:spPr>
          <p:txBody>
            <a:bodyPr anchor="ctr" rtlCol="false" tIns="0" lIns="0" bIns="0" rIns="0"/>
            <a:lstStyle/>
            <a:p>
              <a:pPr algn="l">
                <a:lnSpc>
                  <a:spcPts val="2999"/>
                </a:lnSpc>
              </a:pPr>
              <a:r>
                <a:rPr lang="en-US" sz="2499" b="true">
                  <a:solidFill>
                    <a:srgbClr val="1E2761"/>
                  </a:solidFill>
                  <a:latin typeface="Calibri (MS) Bold"/>
                  <a:ea typeface="Calibri (MS) Bold"/>
                  <a:cs typeface="Calibri (MS) Bold"/>
                  <a:sym typeface="Calibri (MS) Bold"/>
                </a:rPr>
                <a:t>Cierre de práctica profesional</a:t>
              </a:r>
            </a:p>
          </p:txBody>
        </p:sp>
      </p:grpSp>
      <p:grpSp>
        <p:nvGrpSpPr>
          <p:cNvPr name="Group 123" id="123"/>
          <p:cNvGrpSpPr/>
          <p:nvPr/>
        </p:nvGrpSpPr>
        <p:grpSpPr>
          <a:xfrm rot="0">
            <a:off x="10411463" y="8838695"/>
            <a:ext cx="2768603" cy="610619"/>
            <a:chOff x="0" y="0"/>
            <a:chExt cx="3691471" cy="814159"/>
          </a:xfrm>
        </p:grpSpPr>
        <p:sp>
          <p:nvSpPr>
            <p:cNvPr name="Freeform 124" id="124"/>
            <p:cNvSpPr/>
            <p:nvPr/>
          </p:nvSpPr>
          <p:spPr>
            <a:xfrm flipH="false" flipV="false" rot="0">
              <a:off x="0" y="0"/>
              <a:ext cx="3691382" cy="814070"/>
            </a:xfrm>
            <a:custGeom>
              <a:avLst/>
              <a:gdLst/>
              <a:ahLst/>
              <a:cxnLst/>
              <a:rect r="r" b="b" t="t" l="l"/>
              <a:pathLst>
                <a:path h="814070" w="3691382">
                  <a:moveTo>
                    <a:pt x="0" y="101727"/>
                  </a:moveTo>
                  <a:cubicBezTo>
                    <a:pt x="0" y="45593"/>
                    <a:pt x="45593" y="0"/>
                    <a:pt x="101727" y="0"/>
                  </a:cubicBezTo>
                  <a:lnTo>
                    <a:pt x="3589655" y="0"/>
                  </a:lnTo>
                  <a:cubicBezTo>
                    <a:pt x="3645916" y="0"/>
                    <a:pt x="3691382" y="45593"/>
                    <a:pt x="3691382" y="101727"/>
                  </a:cubicBezTo>
                  <a:lnTo>
                    <a:pt x="3691382" y="712343"/>
                  </a:lnTo>
                  <a:cubicBezTo>
                    <a:pt x="3691382" y="768604"/>
                    <a:pt x="3645789" y="814070"/>
                    <a:pt x="3589655" y="814070"/>
                  </a:cubicBezTo>
                  <a:lnTo>
                    <a:pt x="101727" y="814070"/>
                  </a:lnTo>
                  <a:cubicBezTo>
                    <a:pt x="45593" y="814197"/>
                    <a:pt x="0" y="768604"/>
                    <a:pt x="0" y="712343"/>
                  </a:cubicBezTo>
                  <a:close/>
                </a:path>
              </a:pathLst>
            </a:custGeom>
            <a:solidFill>
              <a:srgbClr val="EBF2FA"/>
            </a:solidFill>
            <a:ln w="25400" cap="sq">
              <a:solidFill>
                <a:srgbClr val="CADCFC"/>
              </a:solidFill>
              <a:prstDash val="solid"/>
              <a:miter/>
            </a:ln>
          </p:spPr>
        </p:sp>
      </p:grpSp>
      <p:grpSp>
        <p:nvGrpSpPr>
          <p:cNvPr name="Group 125" id="125"/>
          <p:cNvGrpSpPr/>
          <p:nvPr/>
        </p:nvGrpSpPr>
        <p:grpSpPr>
          <a:xfrm rot="0">
            <a:off x="10424160" y="8851392"/>
            <a:ext cx="2743200" cy="585216"/>
            <a:chOff x="0" y="0"/>
            <a:chExt cx="3657600" cy="780288"/>
          </a:xfrm>
        </p:grpSpPr>
        <p:sp>
          <p:nvSpPr>
            <p:cNvPr name="Freeform 126" id="126"/>
            <p:cNvSpPr/>
            <p:nvPr/>
          </p:nvSpPr>
          <p:spPr>
            <a:xfrm flipH="false" flipV="false" rot="0">
              <a:off x="0" y="0"/>
              <a:ext cx="3657600" cy="780288"/>
            </a:xfrm>
            <a:custGeom>
              <a:avLst/>
              <a:gdLst/>
              <a:ahLst/>
              <a:cxnLst/>
              <a:rect r="r" b="b" t="t" l="l"/>
              <a:pathLst>
                <a:path h="780288" w="3657600">
                  <a:moveTo>
                    <a:pt x="0" y="0"/>
                  </a:moveTo>
                  <a:lnTo>
                    <a:pt x="3657600" y="0"/>
                  </a:lnTo>
                  <a:lnTo>
                    <a:pt x="3657600" y="780288"/>
                  </a:lnTo>
                  <a:lnTo>
                    <a:pt x="0" y="780288"/>
                  </a:lnTo>
                  <a:close/>
                </a:path>
              </a:pathLst>
            </a:custGeom>
            <a:blipFill>
              <a:blip r:embed="rId3">
                <a:alphaModFix amt="0"/>
              </a:blip>
              <a:stretch>
                <a:fillRect l="0" t="-41336" r="0" b="-41336"/>
              </a:stretch>
            </a:blipFill>
          </p:spPr>
        </p:sp>
        <p:sp>
          <p:nvSpPr>
            <p:cNvPr name="TextBox 127" id="127"/>
            <p:cNvSpPr txBox="true"/>
            <p:nvPr/>
          </p:nvSpPr>
          <p:spPr>
            <a:xfrm>
              <a:off x="0" y="-38100"/>
              <a:ext cx="3657600" cy="818388"/>
            </a:xfrm>
            <a:prstGeom prst="rect">
              <a:avLst/>
            </a:prstGeom>
          </p:spPr>
          <p:txBody>
            <a:bodyPr anchor="ctr" rtlCol="false" tIns="0" lIns="0" bIns="0" rIns="0"/>
            <a:lstStyle/>
            <a:p>
              <a:pPr algn="ctr">
                <a:lnSpc>
                  <a:spcPts val="2279"/>
                </a:lnSpc>
              </a:pPr>
              <a:r>
                <a:rPr lang="en-US" sz="1899">
                  <a:solidFill>
                    <a:srgbClr val="4A4A6A"/>
                  </a:solidFill>
                  <a:latin typeface="Calibri (MS)"/>
                  <a:ea typeface="Calibri (MS)"/>
                  <a:cs typeface="Calibri (MS)"/>
                  <a:sym typeface="Calibri (MS)"/>
                </a:rPr>
                <a:t>Coordinador</a:t>
              </a:r>
            </a:p>
          </p:txBody>
        </p:sp>
      </p:grpSp>
      <p:grpSp>
        <p:nvGrpSpPr>
          <p:cNvPr name="Group 128" id="128"/>
          <p:cNvGrpSpPr/>
          <p:nvPr/>
        </p:nvGrpSpPr>
        <p:grpSpPr>
          <a:xfrm rot="0">
            <a:off x="13350240" y="8814816"/>
            <a:ext cx="4389120" cy="732179"/>
            <a:chOff x="0" y="0"/>
            <a:chExt cx="5852160" cy="976238"/>
          </a:xfrm>
        </p:grpSpPr>
        <p:sp>
          <p:nvSpPr>
            <p:cNvPr name="Freeform 129" id="129"/>
            <p:cNvSpPr/>
            <p:nvPr/>
          </p:nvSpPr>
          <p:spPr>
            <a:xfrm flipH="false" flipV="false" rot="0">
              <a:off x="0" y="0"/>
              <a:ext cx="5852160" cy="976238"/>
            </a:xfrm>
            <a:custGeom>
              <a:avLst/>
              <a:gdLst/>
              <a:ahLst/>
              <a:cxnLst/>
              <a:rect r="r" b="b" t="t" l="l"/>
              <a:pathLst>
                <a:path h="976238" w="5852160">
                  <a:moveTo>
                    <a:pt x="0" y="0"/>
                  </a:moveTo>
                  <a:lnTo>
                    <a:pt x="5852160" y="0"/>
                  </a:lnTo>
                  <a:lnTo>
                    <a:pt x="5852160" y="976238"/>
                  </a:lnTo>
                  <a:lnTo>
                    <a:pt x="0" y="976238"/>
                  </a:lnTo>
                  <a:close/>
                </a:path>
              </a:pathLst>
            </a:custGeom>
            <a:blipFill>
              <a:blip r:embed="rId3">
                <a:alphaModFix amt="0"/>
              </a:blip>
              <a:stretch>
                <a:fillRect l="0" t="-66850" r="0" b="-66760"/>
              </a:stretch>
            </a:blipFill>
          </p:spPr>
        </p:sp>
        <p:sp>
          <p:nvSpPr>
            <p:cNvPr name="TextBox 130" id="130"/>
            <p:cNvSpPr txBox="true"/>
            <p:nvPr/>
          </p:nvSpPr>
          <p:spPr>
            <a:xfrm>
              <a:off x="0" y="-47625"/>
              <a:ext cx="5852160" cy="1023863"/>
            </a:xfrm>
            <a:prstGeom prst="rect">
              <a:avLst/>
            </a:prstGeom>
          </p:spPr>
          <p:txBody>
            <a:bodyPr anchor="ctr" rtlCol="false" tIns="0" lIns="0" bIns="0" rIns="0"/>
            <a:lstStyle/>
            <a:p>
              <a:pPr algn="l">
                <a:lnSpc>
                  <a:spcPts val="2520"/>
                </a:lnSpc>
              </a:pPr>
              <a:r>
                <a:rPr lang="en-US" sz="2100" i="true">
                  <a:solidFill>
                    <a:srgbClr val="4A4A6A"/>
                  </a:solidFill>
                  <a:latin typeface="Calibri (MS) Italics"/>
                  <a:ea typeface="Calibri (MS) Italics"/>
                  <a:cs typeface="Calibri (MS) Italics"/>
                  <a:sym typeface="Calibri (MS) Italics"/>
                </a:rPr>
                <a:t>Completar y cerrar formalmente el proceso</a:t>
              </a:r>
            </a:p>
          </p:txBody>
        </p:sp>
      </p:grpSp>
      <p:sp>
        <p:nvSpPr>
          <p:cNvPr name="Freeform 131" id="131"/>
          <p:cNvSpPr/>
          <p:nvPr/>
        </p:nvSpPr>
        <p:spPr>
          <a:xfrm flipH="false" flipV="false" rot="0">
            <a:off x="13644173" y="170126"/>
            <a:ext cx="4226777" cy="1056694"/>
          </a:xfrm>
          <a:custGeom>
            <a:avLst/>
            <a:gdLst/>
            <a:ahLst/>
            <a:cxnLst/>
            <a:rect r="r" b="b" t="t" l="l"/>
            <a:pathLst>
              <a:path h="1056694" w="4226777">
                <a:moveTo>
                  <a:pt x="0" y="0"/>
                </a:moveTo>
                <a:lnTo>
                  <a:pt x="4226777" y="0"/>
                </a:lnTo>
                <a:lnTo>
                  <a:pt x="4226777" y="1056694"/>
                </a:lnTo>
                <a:lnTo>
                  <a:pt x="0" y="1056694"/>
                </a:lnTo>
                <a:lnTo>
                  <a:pt x="0" y="0"/>
                </a:lnTo>
                <a:close/>
              </a:path>
            </a:pathLst>
          </a:custGeom>
          <a:blipFill>
            <a:blip r:embed="rId4"/>
            <a:stretch>
              <a:fillRect l="0" t="0" r="0"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9391657" cy="1645920"/>
            <a:chOff x="0" y="0"/>
            <a:chExt cx="12522210" cy="2194560"/>
          </a:xfrm>
        </p:grpSpPr>
        <p:sp>
          <p:nvSpPr>
            <p:cNvPr name="Freeform 3" id="3"/>
            <p:cNvSpPr/>
            <p:nvPr/>
          </p:nvSpPr>
          <p:spPr>
            <a:xfrm flipH="false" flipV="false" rot="0">
              <a:off x="0" y="0"/>
              <a:ext cx="12522209" cy="2194560"/>
            </a:xfrm>
            <a:custGeom>
              <a:avLst/>
              <a:gdLst/>
              <a:ahLst/>
              <a:cxnLst/>
              <a:rect r="r" b="b" t="t" l="l"/>
              <a:pathLst>
                <a:path h="2194560" w="12522209">
                  <a:moveTo>
                    <a:pt x="0" y="0"/>
                  </a:moveTo>
                  <a:lnTo>
                    <a:pt x="12522209" y="0"/>
                  </a:lnTo>
                  <a:lnTo>
                    <a:pt x="12522209" y="2194560"/>
                  </a:lnTo>
                  <a:lnTo>
                    <a:pt x="0" y="2194560"/>
                  </a:lnTo>
                  <a:close/>
                </a:path>
              </a:pathLst>
            </a:custGeom>
            <a:solidFill>
              <a:srgbClr val="1E2761"/>
            </a:solidFill>
          </p:spPr>
        </p:sp>
      </p:grpSp>
      <p:grpSp>
        <p:nvGrpSpPr>
          <p:cNvPr name="Group 4" id="4"/>
          <p:cNvGrpSpPr/>
          <p:nvPr/>
        </p:nvGrpSpPr>
        <p:grpSpPr>
          <a:xfrm rot="0">
            <a:off x="914400" y="274320"/>
            <a:ext cx="7165502" cy="1097280"/>
            <a:chOff x="0" y="0"/>
            <a:chExt cx="9554003" cy="1463040"/>
          </a:xfrm>
        </p:grpSpPr>
        <p:sp>
          <p:nvSpPr>
            <p:cNvPr name="Freeform 5" id="5"/>
            <p:cNvSpPr/>
            <p:nvPr/>
          </p:nvSpPr>
          <p:spPr>
            <a:xfrm flipH="false" flipV="false" rot="0">
              <a:off x="0" y="0"/>
              <a:ext cx="9554003" cy="1463040"/>
            </a:xfrm>
            <a:custGeom>
              <a:avLst/>
              <a:gdLst/>
              <a:ahLst/>
              <a:cxnLst/>
              <a:rect r="r" b="b" t="t" l="l"/>
              <a:pathLst>
                <a:path h="1463040" w="9554003">
                  <a:moveTo>
                    <a:pt x="0" y="0"/>
                  </a:moveTo>
                  <a:lnTo>
                    <a:pt x="9554003" y="0"/>
                  </a:lnTo>
                  <a:lnTo>
                    <a:pt x="9554003" y="1463040"/>
                  </a:lnTo>
                  <a:lnTo>
                    <a:pt x="0" y="1463040"/>
                  </a:lnTo>
                  <a:close/>
                </a:path>
              </a:pathLst>
            </a:custGeom>
            <a:blipFill>
              <a:blip r:embed="rId3">
                <a:alphaModFix amt="0"/>
              </a:blip>
              <a:stretch>
                <a:fillRect l="0" t="-242275" r="-129700" b="-242275"/>
              </a:stretch>
            </a:blipFill>
          </p:spPr>
        </p:sp>
        <p:sp>
          <p:nvSpPr>
            <p:cNvPr name="TextBox 6" id="6"/>
            <p:cNvSpPr txBox="true"/>
            <p:nvPr/>
          </p:nvSpPr>
          <p:spPr>
            <a:xfrm>
              <a:off x="0" y="-85725"/>
              <a:ext cx="9554003" cy="1548765"/>
            </a:xfrm>
            <a:prstGeom prst="rect">
              <a:avLst/>
            </a:prstGeom>
          </p:spPr>
          <p:txBody>
            <a:bodyPr anchor="ctr" rtlCol="false" tIns="0" lIns="0" bIns="0" rIns="0"/>
            <a:lstStyle/>
            <a:p>
              <a:pPr algn="l">
                <a:lnSpc>
                  <a:spcPts val="5759"/>
                </a:lnSpc>
              </a:pPr>
              <a:r>
                <a:rPr lang="en-US" sz="4800" b="true">
                  <a:solidFill>
                    <a:srgbClr val="FFFFFF"/>
                  </a:solidFill>
                  <a:latin typeface="Calibri (MS) Bold"/>
                  <a:ea typeface="Calibri (MS) Bold"/>
                  <a:cs typeface="Calibri (MS) Bold"/>
                  <a:sym typeface="Calibri (MS) Bold"/>
                </a:rPr>
                <a:t>Arquitectura de Software</a:t>
              </a:r>
            </a:p>
          </p:txBody>
        </p:sp>
      </p:grpSp>
      <p:grpSp>
        <p:nvGrpSpPr>
          <p:cNvPr name="Group 7" id="7"/>
          <p:cNvGrpSpPr/>
          <p:nvPr/>
        </p:nvGrpSpPr>
        <p:grpSpPr>
          <a:xfrm rot="0">
            <a:off x="718823" y="1907543"/>
            <a:ext cx="6426203" cy="1214123"/>
            <a:chOff x="0" y="0"/>
            <a:chExt cx="8568271" cy="1618831"/>
          </a:xfrm>
        </p:grpSpPr>
        <p:sp>
          <p:nvSpPr>
            <p:cNvPr name="Freeform 8" id="8"/>
            <p:cNvSpPr/>
            <p:nvPr/>
          </p:nvSpPr>
          <p:spPr>
            <a:xfrm flipH="false" flipV="false" rot="0">
              <a:off x="0" y="0"/>
              <a:ext cx="8568309" cy="1618869"/>
            </a:xfrm>
            <a:custGeom>
              <a:avLst/>
              <a:gdLst/>
              <a:ahLst/>
              <a:cxnLst/>
              <a:rect r="r" b="b" t="t" l="l"/>
              <a:pathLst>
                <a:path h="1618869" w="8568309">
                  <a:moveTo>
                    <a:pt x="0" y="199263"/>
                  </a:moveTo>
                  <a:cubicBezTo>
                    <a:pt x="0" y="89154"/>
                    <a:pt x="89154" y="0"/>
                    <a:pt x="199263" y="0"/>
                  </a:cubicBezTo>
                  <a:lnTo>
                    <a:pt x="8369046" y="0"/>
                  </a:lnTo>
                  <a:cubicBezTo>
                    <a:pt x="8479027" y="0"/>
                    <a:pt x="8568309" y="89154"/>
                    <a:pt x="8568309" y="199263"/>
                  </a:cubicBezTo>
                  <a:lnTo>
                    <a:pt x="8568309" y="1419606"/>
                  </a:lnTo>
                  <a:cubicBezTo>
                    <a:pt x="8568309" y="1529588"/>
                    <a:pt x="8479155" y="1618869"/>
                    <a:pt x="8369046" y="1618869"/>
                  </a:cubicBezTo>
                  <a:lnTo>
                    <a:pt x="199263" y="1618869"/>
                  </a:lnTo>
                  <a:cubicBezTo>
                    <a:pt x="89154" y="1618869"/>
                    <a:pt x="0" y="1529588"/>
                    <a:pt x="0" y="1419606"/>
                  </a:cubicBezTo>
                  <a:close/>
                </a:path>
              </a:pathLst>
            </a:custGeom>
            <a:solidFill>
              <a:srgbClr val="028090"/>
            </a:solidFill>
            <a:ln w="25400" cap="sq">
              <a:solidFill>
                <a:srgbClr val="028090"/>
              </a:solidFill>
              <a:prstDash val="solid"/>
              <a:miter/>
            </a:ln>
          </p:spPr>
        </p:sp>
      </p:grpSp>
      <p:grpSp>
        <p:nvGrpSpPr>
          <p:cNvPr name="Group 9" id="9"/>
          <p:cNvGrpSpPr/>
          <p:nvPr/>
        </p:nvGrpSpPr>
        <p:grpSpPr>
          <a:xfrm rot="0">
            <a:off x="731520" y="1920240"/>
            <a:ext cx="6400800" cy="1188720"/>
            <a:chOff x="0" y="0"/>
            <a:chExt cx="8534400" cy="1584960"/>
          </a:xfrm>
        </p:grpSpPr>
        <p:sp>
          <p:nvSpPr>
            <p:cNvPr name="Freeform 10" id="10"/>
            <p:cNvSpPr/>
            <p:nvPr/>
          </p:nvSpPr>
          <p:spPr>
            <a:xfrm flipH="false" flipV="false" rot="0">
              <a:off x="0" y="0"/>
              <a:ext cx="8534400" cy="1584960"/>
            </a:xfrm>
            <a:custGeom>
              <a:avLst/>
              <a:gdLst/>
              <a:ahLst/>
              <a:cxnLst/>
              <a:rect r="r" b="b" t="t" l="l"/>
              <a:pathLst>
                <a:path h="1584960" w="8534400">
                  <a:moveTo>
                    <a:pt x="0" y="0"/>
                  </a:moveTo>
                  <a:lnTo>
                    <a:pt x="8534400" y="0"/>
                  </a:lnTo>
                  <a:lnTo>
                    <a:pt x="8534400" y="1584960"/>
                  </a:lnTo>
                  <a:lnTo>
                    <a:pt x="0" y="1584960"/>
                  </a:lnTo>
                  <a:close/>
                </a:path>
              </a:pathLst>
            </a:custGeom>
            <a:blipFill>
              <a:blip r:embed="rId3">
                <a:alphaModFix amt="0"/>
              </a:blip>
              <a:stretch>
                <a:fillRect l="0" t="-54919" r="0" b="-54919"/>
              </a:stretch>
            </a:blipFill>
          </p:spPr>
        </p:sp>
        <p:sp>
          <p:nvSpPr>
            <p:cNvPr name="TextBox 11" id="11"/>
            <p:cNvSpPr txBox="true"/>
            <p:nvPr/>
          </p:nvSpPr>
          <p:spPr>
            <a:xfrm>
              <a:off x="0" y="-66675"/>
              <a:ext cx="8534400" cy="1651635"/>
            </a:xfrm>
            <a:prstGeom prst="rect">
              <a:avLst/>
            </a:prstGeom>
          </p:spPr>
          <p:txBody>
            <a:bodyPr anchor="ctr" rtlCol="false" tIns="0" lIns="0" bIns="0" rIns="0"/>
            <a:lstStyle/>
            <a:p>
              <a:pPr algn="ctr">
                <a:lnSpc>
                  <a:spcPts val="3719"/>
                </a:lnSpc>
              </a:pPr>
              <a:r>
                <a:rPr lang="en-US" sz="3099" b="true">
                  <a:solidFill>
                    <a:srgbClr val="FFFFFF"/>
                  </a:solidFill>
                  <a:latin typeface="Calibri (MS) Bold"/>
                  <a:ea typeface="Calibri (MS) Bold"/>
                  <a:cs typeface="Calibri (MS) Bold"/>
                  <a:sym typeface="Calibri (MS) Bold"/>
                </a:rPr>
                <a:t>MONOLÍTICA MODULAR</a:t>
              </a:r>
            </a:p>
          </p:txBody>
        </p:sp>
      </p:grpSp>
      <p:grpSp>
        <p:nvGrpSpPr>
          <p:cNvPr name="Group 12" id="12"/>
          <p:cNvGrpSpPr/>
          <p:nvPr/>
        </p:nvGrpSpPr>
        <p:grpSpPr>
          <a:xfrm rot="0">
            <a:off x="2639063" y="3397891"/>
            <a:ext cx="2585723" cy="939803"/>
            <a:chOff x="0" y="0"/>
            <a:chExt cx="3447631" cy="1253071"/>
          </a:xfrm>
        </p:grpSpPr>
        <p:sp>
          <p:nvSpPr>
            <p:cNvPr name="Freeform 13" id="13"/>
            <p:cNvSpPr/>
            <p:nvPr/>
          </p:nvSpPr>
          <p:spPr>
            <a:xfrm flipH="false" flipV="false" rot="0">
              <a:off x="0" y="0"/>
              <a:ext cx="3447669" cy="1253109"/>
            </a:xfrm>
            <a:custGeom>
              <a:avLst/>
              <a:gdLst/>
              <a:ahLst/>
              <a:cxnLst/>
              <a:rect r="r" b="b" t="t" l="l"/>
              <a:pathLst>
                <a:path h="1253109" w="3447669">
                  <a:moveTo>
                    <a:pt x="0" y="150368"/>
                  </a:moveTo>
                  <a:cubicBezTo>
                    <a:pt x="0" y="67310"/>
                    <a:pt x="67310" y="0"/>
                    <a:pt x="150368" y="0"/>
                  </a:cubicBezTo>
                  <a:lnTo>
                    <a:pt x="3297301" y="0"/>
                  </a:lnTo>
                  <a:cubicBezTo>
                    <a:pt x="3380359" y="0"/>
                    <a:pt x="3447669" y="67310"/>
                    <a:pt x="3447669" y="150368"/>
                  </a:cubicBezTo>
                  <a:lnTo>
                    <a:pt x="3447669" y="1102741"/>
                  </a:lnTo>
                  <a:cubicBezTo>
                    <a:pt x="3447669" y="1185799"/>
                    <a:pt x="3380359" y="1253109"/>
                    <a:pt x="3297301" y="1253109"/>
                  </a:cubicBezTo>
                  <a:lnTo>
                    <a:pt x="150368" y="1253109"/>
                  </a:lnTo>
                  <a:cubicBezTo>
                    <a:pt x="67310" y="1253109"/>
                    <a:pt x="0" y="1185799"/>
                    <a:pt x="0" y="1102741"/>
                  </a:cubicBezTo>
                  <a:close/>
                </a:path>
              </a:pathLst>
            </a:custGeom>
            <a:solidFill>
              <a:srgbClr val="EBF2FA"/>
            </a:solidFill>
            <a:ln w="25400" cap="sq">
              <a:solidFill>
                <a:srgbClr val="CADCFC"/>
              </a:solidFill>
              <a:prstDash val="solid"/>
              <a:miter/>
            </a:ln>
          </p:spPr>
        </p:sp>
      </p:grpSp>
      <p:grpSp>
        <p:nvGrpSpPr>
          <p:cNvPr name="Group 14" id="14"/>
          <p:cNvGrpSpPr/>
          <p:nvPr/>
        </p:nvGrpSpPr>
        <p:grpSpPr>
          <a:xfrm rot="0">
            <a:off x="2651760" y="3410588"/>
            <a:ext cx="2560320" cy="914400"/>
            <a:chOff x="0" y="0"/>
            <a:chExt cx="3413760" cy="1219200"/>
          </a:xfrm>
        </p:grpSpPr>
        <p:sp>
          <p:nvSpPr>
            <p:cNvPr name="Freeform 15" id="15"/>
            <p:cNvSpPr/>
            <p:nvPr/>
          </p:nvSpPr>
          <p:spPr>
            <a:xfrm flipH="false" flipV="false" rot="0">
              <a:off x="0" y="0"/>
              <a:ext cx="3413760" cy="1219200"/>
            </a:xfrm>
            <a:custGeom>
              <a:avLst/>
              <a:gdLst/>
              <a:ahLst/>
              <a:cxnLst/>
              <a:rect r="r" b="b" t="t" l="l"/>
              <a:pathLst>
                <a:path h="1219200" w="3413760">
                  <a:moveTo>
                    <a:pt x="0" y="0"/>
                  </a:moveTo>
                  <a:lnTo>
                    <a:pt x="3413760" y="0"/>
                  </a:lnTo>
                  <a:lnTo>
                    <a:pt x="3413760" y="1219200"/>
                  </a:lnTo>
                  <a:lnTo>
                    <a:pt x="0" y="1219200"/>
                  </a:lnTo>
                  <a:close/>
                </a:path>
              </a:pathLst>
            </a:custGeom>
            <a:blipFill>
              <a:blip r:embed="rId3">
                <a:alphaModFix amt="0"/>
              </a:blip>
              <a:stretch>
                <a:fillRect l="0" t="-4558" r="0" b="-4558"/>
              </a:stretch>
            </a:blipFill>
          </p:spPr>
        </p:sp>
        <p:sp>
          <p:nvSpPr>
            <p:cNvPr name="TextBox 16" id="16"/>
            <p:cNvSpPr txBox="true"/>
            <p:nvPr/>
          </p:nvSpPr>
          <p:spPr>
            <a:xfrm>
              <a:off x="0" y="-47625"/>
              <a:ext cx="3413760" cy="1266825"/>
            </a:xfrm>
            <a:prstGeom prst="rect">
              <a:avLst/>
            </a:prstGeom>
          </p:spPr>
          <p:txBody>
            <a:bodyPr anchor="ctr" rtlCol="false" tIns="0" lIns="0" bIns="0" rIns="0"/>
            <a:lstStyle/>
            <a:p>
              <a:pPr algn="ctr">
                <a:lnSpc>
                  <a:spcPts val="2759"/>
                </a:lnSpc>
              </a:pPr>
              <a:r>
                <a:rPr lang="en-US" sz="2299" b="true">
                  <a:solidFill>
                    <a:srgbClr val="1E2761"/>
                  </a:solidFill>
                  <a:latin typeface="Calibri (MS) Bold"/>
                  <a:ea typeface="Calibri (MS) Bold"/>
                  <a:cs typeface="Calibri (MS) Bold"/>
                  <a:sym typeface="Calibri (MS) Bold"/>
                </a:rPr>
                <a:t>👤 Usuarios</a:t>
              </a:r>
            </a:p>
          </p:txBody>
        </p:sp>
      </p:grpSp>
      <p:grpSp>
        <p:nvGrpSpPr>
          <p:cNvPr name="Group 17" id="17"/>
          <p:cNvGrpSpPr/>
          <p:nvPr/>
        </p:nvGrpSpPr>
        <p:grpSpPr>
          <a:xfrm rot="0">
            <a:off x="3602736" y="4416428"/>
            <a:ext cx="640080" cy="744382"/>
            <a:chOff x="0" y="0"/>
            <a:chExt cx="853440" cy="992510"/>
          </a:xfrm>
        </p:grpSpPr>
        <p:sp>
          <p:nvSpPr>
            <p:cNvPr name="Freeform 18" id="18"/>
            <p:cNvSpPr/>
            <p:nvPr/>
          </p:nvSpPr>
          <p:spPr>
            <a:xfrm flipH="false" flipV="false" rot="0">
              <a:off x="0" y="0"/>
              <a:ext cx="853440" cy="992510"/>
            </a:xfrm>
            <a:custGeom>
              <a:avLst/>
              <a:gdLst/>
              <a:ahLst/>
              <a:cxnLst/>
              <a:rect r="r" b="b" t="t" l="l"/>
              <a:pathLst>
                <a:path h="992510" w="853440">
                  <a:moveTo>
                    <a:pt x="0" y="0"/>
                  </a:moveTo>
                  <a:lnTo>
                    <a:pt x="853440" y="0"/>
                  </a:lnTo>
                  <a:lnTo>
                    <a:pt x="853440" y="992510"/>
                  </a:lnTo>
                  <a:lnTo>
                    <a:pt x="0" y="992510"/>
                  </a:lnTo>
                  <a:close/>
                </a:path>
              </a:pathLst>
            </a:custGeom>
            <a:blipFill>
              <a:blip r:embed="rId3">
                <a:alphaModFix amt="0"/>
              </a:blip>
              <a:stretch>
                <a:fillRect l="-59974" t="0" r="-59974" b="26295"/>
              </a:stretch>
            </a:blipFill>
          </p:spPr>
        </p:sp>
        <p:sp>
          <p:nvSpPr>
            <p:cNvPr name="TextBox 19" id="19"/>
            <p:cNvSpPr txBox="true"/>
            <p:nvPr/>
          </p:nvSpPr>
          <p:spPr>
            <a:xfrm>
              <a:off x="0" y="-76200"/>
              <a:ext cx="853440" cy="1068710"/>
            </a:xfrm>
            <a:prstGeom prst="rect">
              <a:avLst/>
            </a:prstGeom>
          </p:spPr>
          <p:txBody>
            <a:bodyPr anchor="ctr" rtlCol="false" tIns="0" lIns="0" bIns="0" rIns="0"/>
            <a:lstStyle/>
            <a:p>
              <a:pPr algn="ctr">
                <a:lnSpc>
                  <a:spcPts val="4439"/>
                </a:lnSpc>
              </a:pPr>
              <a:r>
                <a:rPr lang="en-US" sz="3699">
                  <a:solidFill>
                    <a:srgbClr val="028090"/>
                  </a:solidFill>
                  <a:latin typeface="Calibri (MS)"/>
                  <a:ea typeface="Calibri (MS)"/>
                  <a:cs typeface="Calibri (MS)"/>
                  <a:sym typeface="Calibri (MS)"/>
                </a:rPr>
                <a:t>↓</a:t>
              </a:r>
            </a:p>
          </p:txBody>
        </p:sp>
      </p:grpSp>
      <p:grpSp>
        <p:nvGrpSpPr>
          <p:cNvPr name="Group 20" id="20"/>
          <p:cNvGrpSpPr/>
          <p:nvPr/>
        </p:nvGrpSpPr>
        <p:grpSpPr>
          <a:xfrm rot="0">
            <a:off x="706117" y="5095237"/>
            <a:ext cx="6451597" cy="4531357"/>
            <a:chOff x="0" y="0"/>
            <a:chExt cx="8602129" cy="6041809"/>
          </a:xfrm>
        </p:grpSpPr>
        <p:sp>
          <p:nvSpPr>
            <p:cNvPr name="Freeform 21" id="21"/>
            <p:cNvSpPr/>
            <p:nvPr/>
          </p:nvSpPr>
          <p:spPr>
            <a:xfrm flipH="false" flipV="false" rot="0">
              <a:off x="0" y="0"/>
              <a:ext cx="8602090" cy="6041771"/>
            </a:xfrm>
            <a:custGeom>
              <a:avLst/>
              <a:gdLst/>
              <a:ahLst/>
              <a:cxnLst/>
              <a:rect r="r" b="b" t="t" l="l"/>
              <a:pathLst>
                <a:path h="6041771" w="8602090">
                  <a:moveTo>
                    <a:pt x="0" y="246634"/>
                  </a:moveTo>
                  <a:cubicBezTo>
                    <a:pt x="0" y="110363"/>
                    <a:pt x="110363" y="0"/>
                    <a:pt x="246634" y="0"/>
                  </a:cubicBezTo>
                  <a:lnTo>
                    <a:pt x="8355457" y="0"/>
                  </a:lnTo>
                  <a:cubicBezTo>
                    <a:pt x="8491727" y="0"/>
                    <a:pt x="8602090" y="110363"/>
                    <a:pt x="8602090" y="246634"/>
                  </a:cubicBezTo>
                  <a:lnTo>
                    <a:pt x="8602090" y="5795137"/>
                  </a:lnTo>
                  <a:cubicBezTo>
                    <a:pt x="8602090" y="5931408"/>
                    <a:pt x="8491727" y="6041771"/>
                    <a:pt x="8355457" y="6041771"/>
                  </a:cubicBezTo>
                  <a:lnTo>
                    <a:pt x="246634" y="6041771"/>
                  </a:lnTo>
                  <a:cubicBezTo>
                    <a:pt x="110363" y="6041771"/>
                    <a:pt x="0" y="5931408"/>
                    <a:pt x="0" y="5795137"/>
                  </a:cubicBezTo>
                  <a:close/>
                </a:path>
              </a:pathLst>
            </a:custGeom>
            <a:solidFill>
              <a:srgbClr val="1E2761"/>
            </a:solidFill>
            <a:ln w="50800" cap="sq">
              <a:solidFill>
                <a:srgbClr val="028090"/>
              </a:solidFill>
              <a:prstDash val="solid"/>
              <a:miter/>
            </a:ln>
          </p:spPr>
        </p:sp>
      </p:grpSp>
      <p:grpSp>
        <p:nvGrpSpPr>
          <p:cNvPr name="Group 22" id="22"/>
          <p:cNvGrpSpPr/>
          <p:nvPr/>
        </p:nvGrpSpPr>
        <p:grpSpPr>
          <a:xfrm rot="0">
            <a:off x="731520" y="5212080"/>
            <a:ext cx="6400800" cy="640080"/>
            <a:chOff x="0" y="0"/>
            <a:chExt cx="8534400" cy="853440"/>
          </a:xfrm>
        </p:grpSpPr>
        <p:sp>
          <p:nvSpPr>
            <p:cNvPr name="Freeform 23" id="23"/>
            <p:cNvSpPr/>
            <p:nvPr/>
          </p:nvSpPr>
          <p:spPr>
            <a:xfrm flipH="false" flipV="false" rot="0">
              <a:off x="0" y="0"/>
              <a:ext cx="8534400" cy="853440"/>
            </a:xfrm>
            <a:custGeom>
              <a:avLst/>
              <a:gdLst/>
              <a:ahLst/>
              <a:cxnLst/>
              <a:rect r="r" b="b" t="t" l="l"/>
              <a:pathLst>
                <a:path h="853440" w="8534400">
                  <a:moveTo>
                    <a:pt x="0" y="0"/>
                  </a:moveTo>
                  <a:lnTo>
                    <a:pt x="8534400" y="0"/>
                  </a:lnTo>
                  <a:lnTo>
                    <a:pt x="8534400" y="853440"/>
                  </a:lnTo>
                  <a:lnTo>
                    <a:pt x="0" y="853440"/>
                  </a:lnTo>
                  <a:close/>
                </a:path>
              </a:pathLst>
            </a:custGeom>
            <a:blipFill>
              <a:blip r:embed="rId3">
                <a:alphaModFix amt="0"/>
              </a:blip>
              <a:stretch>
                <a:fillRect l="0" t="-144850" r="0" b="-144850"/>
              </a:stretch>
            </a:blipFill>
          </p:spPr>
        </p:sp>
        <p:sp>
          <p:nvSpPr>
            <p:cNvPr name="TextBox 24" id="24"/>
            <p:cNvSpPr txBox="true"/>
            <p:nvPr/>
          </p:nvSpPr>
          <p:spPr>
            <a:xfrm>
              <a:off x="0" y="-47625"/>
              <a:ext cx="8534400" cy="901065"/>
            </a:xfrm>
            <a:prstGeom prst="rect">
              <a:avLst/>
            </a:prstGeom>
          </p:spPr>
          <p:txBody>
            <a:bodyPr anchor="ctr" rtlCol="false" tIns="0" lIns="0" bIns="0" rIns="0"/>
            <a:lstStyle/>
            <a:p>
              <a:pPr algn="ctr">
                <a:lnSpc>
                  <a:spcPts val="2759"/>
                </a:lnSpc>
              </a:pPr>
              <a:r>
                <a:rPr lang="en-US" sz="2299" b="true">
                  <a:solidFill>
                    <a:srgbClr val="02C39A"/>
                  </a:solidFill>
                  <a:latin typeface="Calibri (MS) Bold"/>
                  <a:ea typeface="Calibri (MS) Bold"/>
                  <a:cs typeface="Calibri (MS) Bold"/>
                  <a:sym typeface="Calibri (MS) Bold"/>
                </a:rPr>
                <a:t>APLICACIÓN WEB</a:t>
              </a:r>
            </a:p>
          </p:txBody>
        </p:sp>
      </p:grpSp>
      <p:grpSp>
        <p:nvGrpSpPr>
          <p:cNvPr name="Group 25" id="25"/>
          <p:cNvGrpSpPr/>
          <p:nvPr/>
        </p:nvGrpSpPr>
        <p:grpSpPr>
          <a:xfrm rot="0">
            <a:off x="993143" y="5876039"/>
            <a:ext cx="5877563" cy="427739"/>
            <a:chOff x="0" y="0"/>
            <a:chExt cx="7836751" cy="570319"/>
          </a:xfrm>
        </p:grpSpPr>
        <p:sp>
          <p:nvSpPr>
            <p:cNvPr name="Freeform 26" id="26"/>
            <p:cNvSpPr/>
            <p:nvPr/>
          </p:nvSpPr>
          <p:spPr>
            <a:xfrm flipH="false" flipV="false" rot="0">
              <a:off x="0" y="0"/>
              <a:ext cx="7836662" cy="570230"/>
            </a:xfrm>
            <a:custGeom>
              <a:avLst/>
              <a:gdLst/>
              <a:ahLst/>
              <a:cxnLst/>
              <a:rect r="r" b="b" t="t" l="l"/>
              <a:pathLst>
                <a:path h="570230" w="7836662">
                  <a:moveTo>
                    <a:pt x="0" y="77724"/>
                  </a:moveTo>
                  <a:cubicBezTo>
                    <a:pt x="0" y="34798"/>
                    <a:pt x="34798" y="0"/>
                    <a:pt x="77724" y="0"/>
                  </a:cubicBezTo>
                  <a:lnTo>
                    <a:pt x="7758938" y="0"/>
                  </a:lnTo>
                  <a:cubicBezTo>
                    <a:pt x="7801864" y="0"/>
                    <a:pt x="7836662" y="34798"/>
                    <a:pt x="7836662" y="77724"/>
                  </a:cubicBezTo>
                  <a:lnTo>
                    <a:pt x="7836662" y="492506"/>
                  </a:lnTo>
                  <a:cubicBezTo>
                    <a:pt x="7836662" y="535432"/>
                    <a:pt x="7801864" y="570230"/>
                    <a:pt x="7758938" y="570230"/>
                  </a:cubicBezTo>
                  <a:lnTo>
                    <a:pt x="77724" y="570230"/>
                  </a:lnTo>
                  <a:cubicBezTo>
                    <a:pt x="34798" y="570357"/>
                    <a:pt x="0" y="535559"/>
                    <a:pt x="0" y="492506"/>
                  </a:cubicBezTo>
                  <a:close/>
                </a:path>
              </a:pathLst>
            </a:custGeom>
            <a:solidFill>
              <a:srgbClr val="1A3A5C"/>
            </a:solidFill>
            <a:ln w="25400" cap="sq">
              <a:solidFill>
                <a:srgbClr val="028090"/>
              </a:solidFill>
              <a:prstDash val="solid"/>
              <a:miter/>
            </a:ln>
          </p:spPr>
        </p:sp>
      </p:grpSp>
      <p:grpSp>
        <p:nvGrpSpPr>
          <p:cNvPr name="Group 27" id="27"/>
          <p:cNvGrpSpPr/>
          <p:nvPr/>
        </p:nvGrpSpPr>
        <p:grpSpPr>
          <a:xfrm rot="0">
            <a:off x="1097280" y="5925312"/>
            <a:ext cx="5669280" cy="379419"/>
            <a:chOff x="0" y="0"/>
            <a:chExt cx="7559040" cy="505891"/>
          </a:xfrm>
        </p:grpSpPr>
        <p:sp>
          <p:nvSpPr>
            <p:cNvPr name="Freeform 28" id="28"/>
            <p:cNvSpPr/>
            <p:nvPr/>
          </p:nvSpPr>
          <p:spPr>
            <a:xfrm flipH="false" flipV="false" rot="0">
              <a:off x="0" y="0"/>
              <a:ext cx="7559040" cy="505891"/>
            </a:xfrm>
            <a:custGeom>
              <a:avLst/>
              <a:gdLst/>
              <a:ahLst/>
              <a:cxnLst/>
              <a:rect r="r" b="b" t="t" l="l"/>
              <a:pathLst>
                <a:path h="505891" w="7559040">
                  <a:moveTo>
                    <a:pt x="0" y="0"/>
                  </a:moveTo>
                  <a:lnTo>
                    <a:pt x="7559040" y="0"/>
                  </a:lnTo>
                  <a:lnTo>
                    <a:pt x="7559040" y="505891"/>
                  </a:lnTo>
                  <a:lnTo>
                    <a:pt x="0" y="505891"/>
                  </a:lnTo>
                  <a:close/>
                </a:path>
              </a:pathLst>
            </a:custGeom>
            <a:blipFill>
              <a:blip r:embed="rId3">
                <a:alphaModFix amt="0"/>
              </a:blip>
              <a:stretch>
                <a:fillRect l="0" t="-247765" r="0" b="-234525"/>
              </a:stretch>
            </a:blipFill>
          </p:spPr>
        </p:sp>
        <p:sp>
          <p:nvSpPr>
            <p:cNvPr name="TextBox 29" id="29"/>
            <p:cNvSpPr txBox="true"/>
            <p:nvPr/>
          </p:nvSpPr>
          <p:spPr>
            <a:xfrm>
              <a:off x="0" y="-38100"/>
              <a:ext cx="7559040" cy="543991"/>
            </a:xfrm>
            <a:prstGeom prst="rect">
              <a:avLst/>
            </a:prstGeom>
          </p:spPr>
          <p:txBody>
            <a:bodyPr anchor="ctr" rtlCol="false" tIns="0" lIns="0" bIns="0" rIns="0"/>
            <a:lstStyle/>
            <a:p>
              <a:pPr algn="ctr">
                <a:lnSpc>
                  <a:spcPts val="2279"/>
                </a:lnSpc>
              </a:pPr>
              <a:r>
                <a:rPr lang="en-US" sz="1899">
                  <a:solidFill>
                    <a:srgbClr val="FFFFFF"/>
                  </a:solidFill>
                  <a:latin typeface="Calibri (MS)"/>
                  <a:ea typeface="Calibri (MS)"/>
                  <a:cs typeface="Calibri (MS)"/>
                  <a:sym typeface="Calibri (MS)"/>
                </a:rPr>
                <a:t>Usuarios / Autenticación</a:t>
              </a:r>
            </a:p>
          </p:txBody>
        </p:sp>
      </p:grpSp>
      <p:grpSp>
        <p:nvGrpSpPr>
          <p:cNvPr name="Group 30" id="30"/>
          <p:cNvGrpSpPr/>
          <p:nvPr/>
        </p:nvGrpSpPr>
        <p:grpSpPr>
          <a:xfrm rot="0">
            <a:off x="993143" y="6369815"/>
            <a:ext cx="5877563" cy="427739"/>
            <a:chOff x="0" y="0"/>
            <a:chExt cx="7836751" cy="570319"/>
          </a:xfrm>
        </p:grpSpPr>
        <p:sp>
          <p:nvSpPr>
            <p:cNvPr name="Freeform 31" id="31"/>
            <p:cNvSpPr/>
            <p:nvPr/>
          </p:nvSpPr>
          <p:spPr>
            <a:xfrm flipH="false" flipV="false" rot="0">
              <a:off x="0" y="0"/>
              <a:ext cx="7836662" cy="570230"/>
            </a:xfrm>
            <a:custGeom>
              <a:avLst/>
              <a:gdLst/>
              <a:ahLst/>
              <a:cxnLst/>
              <a:rect r="r" b="b" t="t" l="l"/>
              <a:pathLst>
                <a:path h="570230" w="7836662">
                  <a:moveTo>
                    <a:pt x="0" y="77724"/>
                  </a:moveTo>
                  <a:cubicBezTo>
                    <a:pt x="0" y="34798"/>
                    <a:pt x="34798" y="0"/>
                    <a:pt x="77724" y="0"/>
                  </a:cubicBezTo>
                  <a:lnTo>
                    <a:pt x="7758938" y="0"/>
                  </a:lnTo>
                  <a:cubicBezTo>
                    <a:pt x="7801864" y="0"/>
                    <a:pt x="7836662" y="34798"/>
                    <a:pt x="7836662" y="77724"/>
                  </a:cubicBezTo>
                  <a:lnTo>
                    <a:pt x="7836662" y="492506"/>
                  </a:lnTo>
                  <a:cubicBezTo>
                    <a:pt x="7836662" y="535432"/>
                    <a:pt x="7801864" y="570230"/>
                    <a:pt x="7758938" y="570230"/>
                  </a:cubicBezTo>
                  <a:lnTo>
                    <a:pt x="77724" y="570230"/>
                  </a:lnTo>
                  <a:cubicBezTo>
                    <a:pt x="34798" y="570357"/>
                    <a:pt x="0" y="535559"/>
                    <a:pt x="0" y="492506"/>
                  </a:cubicBezTo>
                  <a:close/>
                </a:path>
              </a:pathLst>
            </a:custGeom>
            <a:solidFill>
              <a:srgbClr val="1A3A5C"/>
            </a:solidFill>
            <a:ln w="25400" cap="sq">
              <a:solidFill>
                <a:srgbClr val="028090"/>
              </a:solidFill>
              <a:prstDash val="solid"/>
              <a:miter/>
            </a:ln>
          </p:spPr>
        </p:sp>
      </p:grpSp>
      <p:grpSp>
        <p:nvGrpSpPr>
          <p:cNvPr name="Group 32" id="32"/>
          <p:cNvGrpSpPr/>
          <p:nvPr/>
        </p:nvGrpSpPr>
        <p:grpSpPr>
          <a:xfrm rot="0">
            <a:off x="1097280" y="6419088"/>
            <a:ext cx="5669280" cy="379419"/>
            <a:chOff x="0" y="0"/>
            <a:chExt cx="7559040" cy="505891"/>
          </a:xfrm>
        </p:grpSpPr>
        <p:sp>
          <p:nvSpPr>
            <p:cNvPr name="Freeform 33" id="33"/>
            <p:cNvSpPr/>
            <p:nvPr/>
          </p:nvSpPr>
          <p:spPr>
            <a:xfrm flipH="false" flipV="false" rot="0">
              <a:off x="0" y="0"/>
              <a:ext cx="7559040" cy="505891"/>
            </a:xfrm>
            <a:custGeom>
              <a:avLst/>
              <a:gdLst/>
              <a:ahLst/>
              <a:cxnLst/>
              <a:rect r="r" b="b" t="t" l="l"/>
              <a:pathLst>
                <a:path h="505891" w="7559040">
                  <a:moveTo>
                    <a:pt x="0" y="0"/>
                  </a:moveTo>
                  <a:lnTo>
                    <a:pt x="7559040" y="0"/>
                  </a:lnTo>
                  <a:lnTo>
                    <a:pt x="7559040" y="505891"/>
                  </a:lnTo>
                  <a:lnTo>
                    <a:pt x="0" y="505891"/>
                  </a:lnTo>
                  <a:close/>
                </a:path>
              </a:pathLst>
            </a:custGeom>
            <a:blipFill>
              <a:blip r:embed="rId3">
                <a:alphaModFix amt="0"/>
              </a:blip>
              <a:stretch>
                <a:fillRect l="0" t="-247765" r="0" b="-234525"/>
              </a:stretch>
            </a:blipFill>
          </p:spPr>
        </p:sp>
        <p:sp>
          <p:nvSpPr>
            <p:cNvPr name="TextBox 34" id="34"/>
            <p:cNvSpPr txBox="true"/>
            <p:nvPr/>
          </p:nvSpPr>
          <p:spPr>
            <a:xfrm>
              <a:off x="0" y="-38100"/>
              <a:ext cx="7559040" cy="543991"/>
            </a:xfrm>
            <a:prstGeom prst="rect">
              <a:avLst/>
            </a:prstGeom>
          </p:spPr>
          <p:txBody>
            <a:bodyPr anchor="ctr" rtlCol="false" tIns="0" lIns="0" bIns="0" rIns="0"/>
            <a:lstStyle/>
            <a:p>
              <a:pPr algn="ctr">
                <a:lnSpc>
                  <a:spcPts val="2279"/>
                </a:lnSpc>
              </a:pPr>
              <a:r>
                <a:rPr lang="en-US" sz="1899">
                  <a:solidFill>
                    <a:srgbClr val="FFFFFF"/>
                  </a:solidFill>
                  <a:latin typeface="Calibri (MS)"/>
                  <a:ea typeface="Calibri (MS)"/>
                  <a:cs typeface="Calibri (MS)"/>
                  <a:sym typeface="Calibri (MS)"/>
                </a:rPr>
                <a:t>Prácticas</a:t>
              </a:r>
            </a:p>
          </p:txBody>
        </p:sp>
      </p:grpSp>
      <p:grpSp>
        <p:nvGrpSpPr>
          <p:cNvPr name="Group 35" id="35"/>
          <p:cNvGrpSpPr/>
          <p:nvPr/>
        </p:nvGrpSpPr>
        <p:grpSpPr>
          <a:xfrm rot="0">
            <a:off x="993143" y="6863591"/>
            <a:ext cx="5877563" cy="427739"/>
            <a:chOff x="0" y="0"/>
            <a:chExt cx="7836751" cy="570319"/>
          </a:xfrm>
        </p:grpSpPr>
        <p:sp>
          <p:nvSpPr>
            <p:cNvPr name="Freeform 36" id="36"/>
            <p:cNvSpPr/>
            <p:nvPr/>
          </p:nvSpPr>
          <p:spPr>
            <a:xfrm flipH="false" flipV="false" rot="0">
              <a:off x="0" y="0"/>
              <a:ext cx="7836662" cy="570230"/>
            </a:xfrm>
            <a:custGeom>
              <a:avLst/>
              <a:gdLst/>
              <a:ahLst/>
              <a:cxnLst/>
              <a:rect r="r" b="b" t="t" l="l"/>
              <a:pathLst>
                <a:path h="570230" w="7836662">
                  <a:moveTo>
                    <a:pt x="0" y="77724"/>
                  </a:moveTo>
                  <a:cubicBezTo>
                    <a:pt x="0" y="34798"/>
                    <a:pt x="34798" y="0"/>
                    <a:pt x="77724" y="0"/>
                  </a:cubicBezTo>
                  <a:lnTo>
                    <a:pt x="7758938" y="0"/>
                  </a:lnTo>
                  <a:cubicBezTo>
                    <a:pt x="7801864" y="0"/>
                    <a:pt x="7836662" y="34798"/>
                    <a:pt x="7836662" y="77724"/>
                  </a:cubicBezTo>
                  <a:lnTo>
                    <a:pt x="7836662" y="492506"/>
                  </a:lnTo>
                  <a:cubicBezTo>
                    <a:pt x="7836662" y="535432"/>
                    <a:pt x="7801864" y="570230"/>
                    <a:pt x="7758938" y="570230"/>
                  </a:cubicBezTo>
                  <a:lnTo>
                    <a:pt x="77724" y="570230"/>
                  </a:lnTo>
                  <a:cubicBezTo>
                    <a:pt x="34798" y="570357"/>
                    <a:pt x="0" y="535559"/>
                    <a:pt x="0" y="492506"/>
                  </a:cubicBezTo>
                  <a:close/>
                </a:path>
              </a:pathLst>
            </a:custGeom>
            <a:solidFill>
              <a:srgbClr val="1A3A5C"/>
            </a:solidFill>
            <a:ln w="25400" cap="sq">
              <a:solidFill>
                <a:srgbClr val="028090"/>
              </a:solidFill>
              <a:prstDash val="solid"/>
              <a:miter/>
            </a:ln>
          </p:spPr>
        </p:sp>
      </p:grpSp>
      <p:grpSp>
        <p:nvGrpSpPr>
          <p:cNvPr name="Group 37" id="37"/>
          <p:cNvGrpSpPr/>
          <p:nvPr/>
        </p:nvGrpSpPr>
        <p:grpSpPr>
          <a:xfrm rot="0">
            <a:off x="1097280" y="6912864"/>
            <a:ext cx="5669280" cy="379419"/>
            <a:chOff x="0" y="0"/>
            <a:chExt cx="7559040" cy="505891"/>
          </a:xfrm>
        </p:grpSpPr>
        <p:sp>
          <p:nvSpPr>
            <p:cNvPr name="Freeform 38" id="38"/>
            <p:cNvSpPr/>
            <p:nvPr/>
          </p:nvSpPr>
          <p:spPr>
            <a:xfrm flipH="false" flipV="false" rot="0">
              <a:off x="0" y="0"/>
              <a:ext cx="7559040" cy="505891"/>
            </a:xfrm>
            <a:custGeom>
              <a:avLst/>
              <a:gdLst/>
              <a:ahLst/>
              <a:cxnLst/>
              <a:rect r="r" b="b" t="t" l="l"/>
              <a:pathLst>
                <a:path h="505891" w="7559040">
                  <a:moveTo>
                    <a:pt x="0" y="0"/>
                  </a:moveTo>
                  <a:lnTo>
                    <a:pt x="7559040" y="0"/>
                  </a:lnTo>
                  <a:lnTo>
                    <a:pt x="7559040" y="505891"/>
                  </a:lnTo>
                  <a:lnTo>
                    <a:pt x="0" y="505891"/>
                  </a:lnTo>
                  <a:close/>
                </a:path>
              </a:pathLst>
            </a:custGeom>
            <a:blipFill>
              <a:blip r:embed="rId3">
                <a:alphaModFix amt="0"/>
              </a:blip>
              <a:stretch>
                <a:fillRect l="0" t="-247765" r="0" b="-234525"/>
              </a:stretch>
            </a:blipFill>
          </p:spPr>
        </p:sp>
        <p:sp>
          <p:nvSpPr>
            <p:cNvPr name="TextBox 39" id="39"/>
            <p:cNvSpPr txBox="true"/>
            <p:nvPr/>
          </p:nvSpPr>
          <p:spPr>
            <a:xfrm>
              <a:off x="0" y="-38100"/>
              <a:ext cx="7559040" cy="543991"/>
            </a:xfrm>
            <a:prstGeom prst="rect">
              <a:avLst/>
            </a:prstGeom>
          </p:spPr>
          <p:txBody>
            <a:bodyPr anchor="ctr" rtlCol="false" tIns="0" lIns="0" bIns="0" rIns="0"/>
            <a:lstStyle/>
            <a:p>
              <a:pPr algn="ctr">
                <a:lnSpc>
                  <a:spcPts val="2279"/>
                </a:lnSpc>
              </a:pPr>
              <a:r>
                <a:rPr lang="en-US" sz="1899">
                  <a:solidFill>
                    <a:srgbClr val="FFFFFF"/>
                  </a:solidFill>
                  <a:latin typeface="Calibri (MS)"/>
                  <a:ea typeface="Calibri (MS)"/>
                  <a:cs typeface="Calibri (MS)"/>
                  <a:sym typeface="Calibri (MS)"/>
                </a:rPr>
                <a:t>Revisión / Validación</a:t>
              </a:r>
            </a:p>
          </p:txBody>
        </p:sp>
      </p:grpSp>
      <p:grpSp>
        <p:nvGrpSpPr>
          <p:cNvPr name="Group 40" id="40"/>
          <p:cNvGrpSpPr/>
          <p:nvPr/>
        </p:nvGrpSpPr>
        <p:grpSpPr>
          <a:xfrm rot="0">
            <a:off x="993143" y="7357367"/>
            <a:ext cx="5877563" cy="427739"/>
            <a:chOff x="0" y="0"/>
            <a:chExt cx="7836751" cy="570319"/>
          </a:xfrm>
        </p:grpSpPr>
        <p:sp>
          <p:nvSpPr>
            <p:cNvPr name="Freeform 41" id="41"/>
            <p:cNvSpPr/>
            <p:nvPr/>
          </p:nvSpPr>
          <p:spPr>
            <a:xfrm flipH="false" flipV="false" rot="0">
              <a:off x="0" y="0"/>
              <a:ext cx="7836662" cy="570230"/>
            </a:xfrm>
            <a:custGeom>
              <a:avLst/>
              <a:gdLst/>
              <a:ahLst/>
              <a:cxnLst/>
              <a:rect r="r" b="b" t="t" l="l"/>
              <a:pathLst>
                <a:path h="570230" w="7836662">
                  <a:moveTo>
                    <a:pt x="0" y="77724"/>
                  </a:moveTo>
                  <a:cubicBezTo>
                    <a:pt x="0" y="34798"/>
                    <a:pt x="34798" y="0"/>
                    <a:pt x="77724" y="0"/>
                  </a:cubicBezTo>
                  <a:lnTo>
                    <a:pt x="7758938" y="0"/>
                  </a:lnTo>
                  <a:cubicBezTo>
                    <a:pt x="7801864" y="0"/>
                    <a:pt x="7836662" y="34798"/>
                    <a:pt x="7836662" y="77724"/>
                  </a:cubicBezTo>
                  <a:lnTo>
                    <a:pt x="7836662" y="492506"/>
                  </a:lnTo>
                  <a:cubicBezTo>
                    <a:pt x="7836662" y="535432"/>
                    <a:pt x="7801864" y="570230"/>
                    <a:pt x="7758938" y="570230"/>
                  </a:cubicBezTo>
                  <a:lnTo>
                    <a:pt x="77724" y="570230"/>
                  </a:lnTo>
                  <a:cubicBezTo>
                    <a:pt x="34798" y="570357"/>
                    <a:pt x="0" y="535559"/>
                    <a:pt x="0" y="492506"/>
                  </a:cubicBezTo>
                  <a:close/>
                </a:path>
              </a:pathLst>
            </a:custGeom>
            <a:solidFill>
              <a:srgbClr val="1A3A5C"/>
            </a:solidFill>
            <a:ln w="25400" cap="sq">
              <a:solidFill>
                <a:srgbClr val="028090"/>
              </a:solidFill>
              <a:prstDash val="solid"/>
              <a:miter/>
            </a:ln>
          </p:spPr>
        </p:sp>
      </p:grpSp>
      <p:grpSp>
        <p:nvGrpSpPr>
          <p:cNvPr name="Group 42" id="42"/>
          <p:cNvGrpSpPr/>
          <p:nvPr/>
        </p:nvGrpSpPr>
        <p:grpSpPr>
          <a:xfrm rot="0">
            <a:off x="1097280" y="7406640"/>
            <a:ext cx="5669280" cy="379419"/>
            <a:chOff x="0" y="0"/>
            <a:chExt cx="7559040" cy="505891"/>
          </a:xfrm>
        </p:grpSpPr>
        <p:sp>
          <p:nvSpPr>
            <p:cNvPr name="Freeform 43" id="43"/>
            <p:cNvSpPr/>
            <p:nvPr/>
          </p:nvSpPr>
          <p:spPr>
            <a:xfrm flipH="false" flipV="false" rot="0">
              <a:off x="0" y="0"/>
              <a:ext cx="7559040" cy="505891"/>
            </a:xfrm>
            <a:custGeom>
              <a:avLst/>
              <a:gdLst/>
              <a:ahLst/>
              <a:cxnLst/>
              <a:rect r="r" b="b" t="t" l="l"/>
              <a:pathLst>
                <a:path h="505891" w="7559040">
                  <a:moveTo>
                    <a:pt x="0" y="0"/>
                  </a:moveTo>
                  <a:lnTo>
                    <a:pt x="7559040" y="0"/>
                  </a:lnTo>
                  <a:lnTo>
                    <a:pt x="7559040" y="505891"/>
                  </a:lnTo>
                  <a:lnTo>
                    <a:pt x="0" y="505891"/>
                  </a:lnTo>
                  <a:close/>
                </a:path>
              </a:pathLst>
            </a:custGeom>
            <a:blipFill>
              <a:blip r:embed="rId3">
                <a:alphaModFix amt="0"/>
              </a:blip>
              <a:stretch>
                <a:fillRect l="0" t="-247765" r="0" b="-234525"/>
              </a:stretch>
            </a:blipFill>
          </p:spPr>
        </p:sp>
        <p:sp>
          <p:nvSpPr>
            <p:cNvPr name="TextBox 44" id="44"/>
            <p:cNvSpPr txBox="true"/>
            <p:nvPr/>
          </p:nvSpPr>
          <p:spPr>
            <a:xfrm>
              <a:off x="0" y="-38100"/>
              <a:ext cx="7559040" cy="543991"/>
            </a:xfrm>
            <a:prstGeom prst="rect">
              <a:avLst/>
            </a:prstGeom>
          </p:spPr>
          <p:txBody>
            <a:bodyPr anchor="ctr" rtlCol="false" tIns="0" lIns="0" bIns="0" rIns="0"/>
            <a:lstStyle/>
            <a:p>
              <a:pPr algn="ctr">
                <a:lnSpc>
                  <a:spcPts val="2279"/>
                </a:lnSpc>
              </a:pPr>
              <a:r>
                <a:rPr lang="en-US" sz="1899">
                  <a:solidFill>
                    <a:srgbClr val="FFFFFF"/>
                  </a:solidFill>
                  <a:latin typeface="Calibri (MS)"/>
                  <a:ea typeface="Calibri (MS)"/>
                  <a:cs typeface="Calibri (MS)"/>
                  <a:sym typeface="Calibri (MS)"/>
                </a:rPr>
                <a:t>Estados</a:t>
              </a:r>
            </a:p>
          </p:txBody>
        </p:sp>
      </p:grpSp>
      <p:grpSp>
        <p:nvGrpSpPr>
          <p:cNvPr name="Group 45" id="45"/>
          <p:cNvGrpSpPr/>
          <p:nvPr/>
        </p:nvGrpSpPr>
        <p:grpSpPr>
          <a:xfrm rot="0">
            <a:off x="993143" y="7851143"/>
            <a:ext cx="5877563" cy="427739"/>
            <a:chOff x="0" y="0"/>
            <a:chExt cx="7836751" cy="570319"/>
          </a:xfrm>
        </p:grpSpPr>
        <p:sp>
          <p:nvSpPr>
            <p:cNvPr name="Freeform 46" id="46"/>
            <p:cNvSpPr/>
            <p:nvPr/>
          </p:nvSpPr>
          <p:spPr>
            <a:xfrm flipH="false" flipV="false" rot="0">
              <a:off x="0" y="0"/>
              <a:ext cx="7836662" cy="570230"/>
            </a:xfrm>
            <a:custGeom>
              <a:avLst/>
              <a:gdLst/>
              <a:ahLst/>
              <a:cxnLst/>
              <a:rect r="r" b="b" t="t" l="l"/>
              <a:pathLst>
                <a:path h="570230" w="7836662">
                  <a:moveTo>
                    <a:pt x="0" y="77724"/>
                  </a:moveTo>
                  <a:cubicBezTo>
                    <a:pt x="0" y="34798"/>
                    <a:pt x="34798" y="0"/>
                    <a:pt x="77724" y="0"/>
                  </a:cubicBezTo>
                  <a:lnTo>
                    <a:pt x="7758938" y="0"/>
                  </a:lnTo>
                  <a:cubicBezTo>
                    <a:pt x="7801864" y="0"/>
                    <a:pt x="7836662" y="34798"/>
                    <a:pt x="7836662" y="77724"/>
                  </a:cubicBezTo>
                  <a:lnTo>
                    <a:pt x="7836662" y="492506"/>
                  </a:lnTo>
                  <a:cubicBezTo>
                    <a:pt x="7836662" y="535432"/>
                    <a:pt x="7801864" y="570230"/>
                    <a:pt x="7758938" y="570230"/>
                  </a:cubicBezTo>
                  <a:lnTo>
                    <a:pt x="77724" y="570230"/>
                  </a:lnTo>
                  <a:cubicBezTo>
                    <a:pt x="34798" y="570357"/>
                    <a:pt x="0" y="535559"/>
                    <a:pt x="0" y="492506"/>
                  </a:cubicBezTo>
                  <a:close/>
                </a:path>
              </a:pathLst>
            </a:custGeom>
            <a:solidFill>
              <a:srgbClr val="1A3A5C"/>
            </a:solidFill>
            <a:ln w="25400" cap="sq">
              <a:solidFill>
                <a:srgbClr val="028090"/>
              </a:solidFill>
              <a:prstDash val="solid"/>
              <a:miter/>
            </a:ln>
          </p:spPr>
        </p:sp>
      </p:grpSp>
      <p:grpSp>
        <p:nvGrpSpPr>
          <p:cNvPr name="Group 47" id="47"/>
          <p:cNvGrpSpPr/>
          <p:nvPr/>
        </p:nvGrpSpPr>
        <p:grpSpPr>
          <a:xfrm rot="0">
            <a:off x="1097280" y="7900416"/>
            <a:ext cx="5669280" cy="379419"/>
            <a:chOff x="0" y="0"/>
            <a:chExt cx="7559040" cy="505891"/>
          </a:xfrm>
        </p:grpSpPr>
        <p:sp>
          <p:nvSpPr>
            <p:cNvPr name="Freeform 48" id="48"/>
            <p:cNvSpPr/>
            <p:nvPr/>
          </p:nvSpPr>
          <p:spPr>
            <a:xfrm flipH="false" flipV="false" rot="0">
              <a:off x="0" y="0"/>
              <a:ext cx="7559040" cy="505891"/>
            </a:xfrm>
            <a:custGeom>
              <a:avLst/>
              <a:gdLst/>
              <a:ahLst/>
              <a:cxnLst/>
              <a:rect r="r" b="b" t="t" l="l"/>
              <a:pathLst>
                <a:path h="505891" w="7559040">
                  <a:moveTo>
                    <a:pt x="0" y="0"/>
                  </a:moveTo>
                  <a:lnTo>
                    <a:pt x="7559040" y="0"/>
                  </a:lnTo>
                  <a:lnTo>
                    <a:pt x="7559040" y="505891"/>
                  </a:lnTo>
                  <a:lnTo>
                    <a:pt x="0" y="505891"/>
                  </a:lnTo>
                  <a:close/>
                </a:path>
              </a:pathLst>
            </a:custGeom>
            <a:blipFill>
              <a:blip r:embed="rId3">
                <a:alphaModFix amt="0"/>
              </a:blip>
              <a:stretch>
                <a:fillRect l="0" t="-247765" r="0" b="-234525"/>
              </a:stretch>
            </a:blipFill>
          </p:spPr>
        </p:sp>
        <p:sp>
          <p:nvSpPr>
            <p:cNvPr name="TextBox 49" id="49"/>
            <p:cNvSpPr txBox="true"/>
            <p:nvPr/>
          </p:nvSpPr>
          <p:spPr>
            <a:xfrm>
              <a:off x="0" y="-38100"/>
              <a:ext cx="7559040" cy="543991"/>
            </a:xfrm>
            <a:prstGeom prst="rect">
              <a:avLst/>
            </a:prstGeom>
          </p:spPr>
          <p:txBody>
            <a:bodyPr anchor="ctr" rtlCol="false" tIns="0" lIns="0" bIns="0" rIns="0"/>
            <a:lstStyle/>
            <a:p>
              <a:pPr algn="ctr">
                <a:lnSpc>
                  <a:spcPts val="2279"/>
                </a:lnSpc>
              </a:pPr>
              <a:r>
                <a:rPr lang="en-US" sz="1899">
                  <a:solidFill>
                    <a:srgbClr val="FFFFFF"/>
                  </a:solidFill>
                  <a:latin typeface="Calibri (MS)"/>
                  <a:ea typeface="Calibri (MS)"/>
                  <a:cs typeface="Calibri (MS)"/>
                  <a:sym typeface="Calibri (MS)"/>
                </a:rPr>
                <a:t>Seguimientos</a:t>
              </a:r>
            </a:p>
          </p:txBody>
        </p:sp>
      </p:grpSp>
      <p:grpSp>
        <p:nvGrpSpPr>
          <p:cNvPr name="Group 50" id="50"/>
          <p:cNvGrpSpPr/>
          <p:nvPr/>
        </p:nvGrpSpPr>
        <p:grpSpPr>
          <a:xfrm rot="0">
            <a:off x="993143" y="8344919"/>
            <a:ext cx="5877563" cy="427739"/>
            <a:chOff x="0" y="0"/>
            <a:chExt cx="7836751" cy="570319"/>
          </a:xfrm>
        </p:grpSpPr>
        <p:sp>
          <p:nvSpPr>
            <p:cNvPr name="Freeform 51" id="51"/>
            <p:cNvSpPr/>
            <p:nvPr/>
          </p:nvSpPr>
          <p:spPr>
            <a:xfrm flipH="false" flipV="false" rot="0">
              <a:off x="0" y="0"/>
              <a:ext cx="7836662" cy="570230"/>
            </a:xfrm>
            <a:custGeom>
              <a:avLst/>
              <a:gdLst/>
              <a:ahLst/>
              <a:cxnLst/>
              <a:rect r="r" b="b" t="t" l="l"/>
              <a:pathLst>
                <a:path h="570230" w="7836662">
                  <a:moveTo>
                    <a:pt x="0" y="77724"/>
                  </a:moveTo>
                  <a:cubicBezTo>
                    <a:pt x="0" y="34798"/>
                    <a:pt x="34798" y="0"/>
                    <a:pt x="77724" y="0"/>
                  </a:cubicBezTo>
                  <a:lnTo>
                    <a:pt x="7758938" y="0"/>
                  </a:lnTo>
                  <a:cubicBezTo>
                    <a:pt x="7801864" y="0"/>
                    <a:pt x="7836662" y="34798"/>
                    <a:pt x="7836662" y="77724"/>
                  </a:cubicBezTo>
                  <a:lnTo>
                    <a:pt x="7836662" y="492506"/>
                  </a:lnTo>
                  <a:cubicBezTo>
                    <a:pt x="7836662" y="535432"/>
                    <a:pt x="7801864" y="570230"/>
                    <a:pt x="7758938" y="570230"/>
                  </a:cubicBezTo>
                  <a:lnTo>
                    <a:pt x="77724" y="570230"/>
                  </a:lnTo>
                  <a:cubicBezTo>
                    <a:pt x="34798" y="570357"/>
                    <a:pt x="0" y="535559"/>
                    <a:pt x="0" y="492506"/>
                  </a:cubicBezTo>
                  <a:close/>
                </a:path>
              </a:pathLst>
            </a:custGeom>
            <a:solidFill>
              <a:srgbClr val="1A3A5C"/>
            </a:solidFill>
            <a:ln w="25400" cap="sq">
              <a:solidFill>
                <a:srgbClr val="028090"/>
              </a:solidFill>
              <a:prstDash val="solid"/>
              <a:miter/>
            </a:ln>
          </p:spPr>
        </p:sp>
      </p:grpSp>
      <p:grpSp>
        <p:nvGrpSpPr>
          <p:cNvPr name="Group 52" id="52"/>
          <p:cNvGrpSpPr/>
          <p:nvPr/>
        </p:nvGrpSpPr>
        <p:grpSpPr>
          <a:xfrm rot="0">
            <a:off x="1097280" y="8394192"/>
            <a:ext cx="5669280" cy="379419"/>
            <a:chOff x="0" y="0"/>
            <a:chExt cx="7559040" cy="505891"/>
          </a:xfrm>
        </p:grpSpPr>
        <p:sp>
          <p:nvSpPr>
            <p:cNvPr name="Freeform 53" id="53"/>
            <p:cNvSpPr/>
            <p:nvPr/>
          </p:nvSpPr>
          <p:spPr>
            <a:xfrm flipH="false" flipV="false" rot="0">
              <a:off x="0" y="0"/>
              <a:ext cx="7559040" cy="505891"/>
            </a:xfrm>
            <a:custGeom>
              <a:avLst/>
              <a:gdLst/>
              <a:ahLst/>
              <a:cxnLst/>
              <a:rect r="r" b="b" t="t" l="l"/>
              <a:pathLst>
                <a:path h="505891" w="7559040">
                  <a:moveTo>
                    <a:pt x="0" y="0"/>
                  </a:moveTo>
                  <a:lnTo>
                    <a:pt x="7559040" y="0"/>
                  </a:lnTo>
                  <a:lnTo>
                    <a:pt x="7559040" y="505891"/>
                  </a:lnTo>
                  <a:lnTo>
                    <a:pt x="0" y="505891"/>
                  </a:lnTo>
                  <a:close/>
                </a:path>
              </a:pathLst>
            </a:custGeom>
            <a:blipFill>
              <a:blip r:embed="rId3">
                <a:alphaModFix amt="0"/>
              </a:blip>
              <a:stretch>
                <a:fillRect l="0" t="-247765" r="0" b="-234525"/>
              </a:stretch>
            </a:blipFill>
          </p:spPr>
        </p:sp>
        <p:sp>
          <p:nvSpPr>
            <p:cNvPr name="TextBox 54" id="54"/>
            <p:cNvSpPr txBox="true"/>
            <p:nvPr/>
          </p:nvSpPr>
          <p:spPr>
            <a:xfrm>
              <a:off x="0" y="-38100"/>
              <a:ext cx="7559040" cy="543991"/>
            </a:xfrm>
            <a:prstGeom prst="rect">
              <a:avLst/>
            </a:prstGeom>
          </p:spPr>
          <p:txBody>
            <a:bodyPr anchor="ctr" rtlCol="false" tIns="0" lIns="0" bIns="0" rIns="0"/>
            <a:lstStyle/>
            <a:p>
              <a:pPr algn="ctr">
                <a:lnSpc>
                  <a:spcPts val="2279"/>
                </a:lnSpc>
              </a:pPr>
              <a:r>
                <a:rPr lang="en-US" sz="1899">
                  <a:solidFill>
                    <a:srgbClr val="FFFFFF"/>
                  </a:solidFill>
                  <a:latin typeface="Calibri (MS)"/>
                  <a:ea typeface="Calibri (MS)"/>
                  <a:cs typeface="Calibri (MS)"/>
                  <a:sym typeface="Calibri (MS)"/>
                </a:rPr>
                <a:t>Incidencias</a:t>
              </a:r>
            </a:p>
          </p:txBody>
        </p:sp>
      </p:grpSp>
      <p:grpSp>
        <p:nvGrpSpPr>
          <p:cNvPr name="Group 55" id="55"/>
          <p:cNvGrpSpPr/>
          <p:nvPr/>
        </p:nvGrpSpPr>
        <p:grpSpPr>
          <a:xfrm rot="0">
            <a:off x="993143" y="8838695"/>
            <a:ext cx="5877563" cy="427739"/>
            <a:chOff x="0" y="0"/>
            <a:chExt cx="7836751" cy="570319"/>
          </a:xfrm>
        </p:grpSpPr>
        <p:sp>
          <p:nvSpPr>
            <p:cNvPr name="Freeform 56" id="56"/>
            <p:cNvSpPr/>
            <p:nvPr/>
          </p:nvSpPr>
          <p:spPr>
            <a:xfrm flipH="false" flipV="false" rot="0">
              <a:off x="0" y="0"/>
              <a:ext cx="7836662" cy="570230"/>
            </a:xfrm>
            <a:custGeom>
              <a:avLst/>
              <a:gdLst/>
              <a:ahLst/>
              <a:cxnLst/>
              <a:rect r="r" b="b" t="t" l="l"/>
              <a:pathLst>
                <a:path h="570230" w="7836662">
                  <a:moveTo>
                    <a:pt x="0" y="77724"/>
                  </a:moveTo>
                  <a:cubicBezTo>
                    <a:pt x="0" y="34798"/>
                    <a:pt x="34798" y="0"/>
                    <a:pt x="77724" y="0"/>
                  </a:cubicBezTo>
                  <a:lnTo>
                    <a:pt x="7758938" y="0"/>
                  </a:lnTo>
                  <a:cubicBezTo>
                    <a:pt x="7801864" y="0"/>
                    <a:pt x="7836662" y="34798"/>
                    <a:pt x="7836662" y="77724"/>
                  </a:cubicBezTo>
                  <a:lnTo>
                    <a:pt x="7836662" y="492506"/>
                  </a:lnTo>
                  <a:cubicBezTo>
                    <a:pt x="7836662" y="535432"/>
                    <a:pt x="7801864" y="570230"/>
                    <a:pt x="7758938" y="570230"/>
                  </a:cubicBezTo>
                  <a:lnTo>
                    <a:pt x="77724" y="570230"/>
                  </a:lnTo>
                  <a:cubicBezTo>
                    <a:pt x="34798" y="570357"/>
                    <a:pt x="0" y="535559"/>
                    <a:pt x="0" y="492506"/>
                  </a:cubicBezTo>
                  <a:close/>
                </a:path>
              </a:pathLst>
            </a:custGeom>
            <a:solidFill>
              <a:srgbClr val="1A3A5C"/>
            </a:solidFill>
            <a:ln w="25400" cap="sq">
              <a:solidFill>
                <a:srgbClr val="028090"/>
              </a:solidFill>
              <a:prstDash val="solid"/>
              <a:miter/>
            </a:ln>
          </p:spPr>
        </p:sp>
      </p:grpSp>
      <p:grpSp>
        <p:nvGrpSpPr>
          <p:cNvPr name="Group 57" id="57"/>
          <p:cNvGrpSpPr/>
          <p:nvPr/>
        </p:nvGrpSpPr>
        <p:grpSpPr>
          <a:xfrm rot="0">
            <a:off x="1097280" y="8887968"/>
            <a:ext cx="5669280" cy="379419"/>
            <a:chOff x="0" y="0"/>
            <a:chExt cx="7559040" cy="505891"/>
          </a:xfrm>
        </p:grpSpPr>
        <p:sp>
          <p:nvSpPr>
            <p:cNvPr name="Freeform 58" id="58"/>
            <p:cNvSpPr/>
            <p:nvPr/>
          </p:nvSpPr>
          <p:spPr>
            <a:xfrm flipH="false" flipV="false" rot="0">
              <a:off x="0" y="0"/>
              <a:ext cx="7559040" cy="505891"/>
            </a:xfrm>
            <a:custGeom>
              <a:avLst/>
              <a:gdLst/>
              <a:ahLst/>
              <a:cxnLst/>
              <a:rect r="r" b="b" t="t" l="l"/>
              <a:pathLst>
                <a:path h="505891" w="7559040">
                  <a:moveTo>
                    <a:pt x="0" y="0"/>
                  </a:moveTo>
                  <a:lnTo>
                    <a:pt x="7559040" y="0"/>
                  </a:lnTo>
                  <a:lnTo>
                    <a:pt x="7559040" y="505891"/>
                  </a:lnTo>
                  <a:lnTo>
                    <a:pt x="0" y="505891"/>
                  </a:lnTo>
                  <a:close/>
                </a:path>
              </a:pathLst>
            </a:custGeom>
            <a:blipFill>
              <a:blip r:embed="rId3">
                <a:alphaModFix amt="0"/>
              </a:blip>
              <a:stretch>
                <a:fillRect l="0" t="-247765" r="0" b="-234525"/>
              </a:stretch>
            </a:blipFill>
          </p:spPr>
        </p:sp>
        <p:sp>
          <p:nvSpPr>
            <p:cNvPr name="TextBox 59" id="59"/>
            <p:cNvSpPr txBox="true"/>
            <p:nvPr/>
          </p:nvSpPr>
          <p:spPr>
            <a:xfrm>
              <a:off x="0" y="-38100"/>
              <a:ext cx="7559040" cy="543991"/>
            </a:xfrm>
            <a:prstGeom prst="rect">
              <a:avLst/>
            </a:prstGeom>
          </p:spPr>
          <p:txBody>
            <a:bodyPr anchor="ctr" rtlCol="false" tIns="0" lIns="0" bIns="0" rIns="0"/>
            <a:lstStyle/>
            <a:p>
              <a:pPr algn="ctr">
                <a:lnSpc>
                  <a:spcPts val="2279"/>
                </a:lnSpc>
              </a:pPr>
              <a:r>
                <a:rPr lang="en-US" sz="1899">
                  <a:solidFill>
                    <a:srgbClr val="FFFFFF"/>
                  </a:solidFill>
                  <a:latin typeface="Calibri (MS)"/>
                  <a:ea typeface="Calibri (MS)"/>
                  <a:cs typeface="Calibri (MS)"/>
                  <a:sym typeface="Calibri (MS)"/>
                </a:rPr>
                <a:t>Cierre</a:t>
              </a:r>
            </a:p>
          </p:txBody>
        </p:sp>
      </p:grpSp>
      <p:grpSp>
        <p:nvGrpSpPr>
          <p:cNvPr name="Group 60" id="60"/>
          <p:cNvGrpSpPr/>
          <p:nvPr/>
        </p:nvGrpSpPr>
        <p:grpSpPr>
          <a:xfrm rot="0">
            <a:off x="718823" y="9588503"/>
            <a:ext cx="6426203" cy="482603"/>
            <a:chOff x="0" y="0"/>
            <a:chExt cx="8568271" cy="643471"/>
          </a:xfrm>
        </p:grpSpPr>
        <p:sp>
          <p:nvSpPr>
            <p:cNvPr name="Freeform 61" id="61"/>
            <p:cNvSpPr/>
            <p:nvPr/>
          </p:nvSpPr>
          <p:spPr>
            <a:xfrm flipH="false" flipV="false" rot="0">
              <a:off x="0" y="0"/>
              <a:ext cx="8568182" cy="643382"/>
            </a:xfrm>
            <a:custGeom>
              <a:avLst/>
              <a:gdLst/>
              <a:ahLst/>
              <a:cxnLst/>
              <a:rect r="r" b="b" t="t" l="l"/>
              <a:pathLst>
                <a:path h="643382" w="8568182">
                  <a:moveTo>
                    <a:pt x="0" y="128651"/>
                  </a:moveTo>
                  <a:cubicBezTo>
                    <a:pt x="0" y="57658"/>
                    <a:pt x="57658" y="0"/>
                    <a:pt x="128651" y="0"/>
                  </a:cubicBezTo>
                  <a:lnTo>
                    <a:pt x="8439531" y="0"/>
                  </a:lnTo>
                  <a:cubicBezTo>
                    <a:pt x="8510651" y="0"/>
                    <a:pt x="8568182" y="57658"/>
                    <a:pt x="8568182" y="128651"/>
                  </a:cubicBezTo>
                  <a:lnTo>
                    <a:pt x="8568182" y="514731"/>
                  </a:lnTo>
                  <a:cubicBezTo>
                    <a:pt x="8568182" y="585851"/>
                    <a:pt x="8510524" y="643382"/>
                    <a:pt x="8439531" y="643382"/>
                  </a:cubicBezTo>
                  <a:lnTo>
                    <a:pt x="128651" y="643382"/>
                  </a:lnTo>
                  <a:cubicBezTo>
                    <a:pt x="57658" y="643509"/>
                    <a:pt x="0" y="585851"/>
                    <a:pt x="0" y="514731"/>
                  </a:cubicBezTo>
                  <a:close/>
                </a:path>
              </a:pathLst>
            </a:custGeom>
            <a:solidFill>
              <a:srgbClr val="028090"/>
            </a:solidFill>
            <a:ln w="25400" cap="sq">
              <a:solidFill>
                <a:srgbClr val="028090"/>
              </a:solidFill>
              <a:prstDash val="solid"/>
              <a:miter/>
            </a:ln>
          </p:spPr>
        </p:sp>
      </p:grpSp>
      <p:grpSp>
        <p:nvGrpSpPr>
          <p:cNvPr name="Group 62" id="62"/>
          <p:cNvGrpSpPr/>
          <p:nvPr/>
        </p:nvGrpSpPr>
        <p:grpSpPr>
          <a:xfrm rot="0">
            <a:off x="731520" y="9601200"/>
            <a:ext cx="6400800" cy="457200"/>
            <a:chOff x="0" y="0"/>
            <a:chExt cx="8534400" cy="609600"/>
          </a:xfrm>
        </p:grpSpPr>
        <p:sp>
          <p:nvSpPr>
            <p:cNvPr name="Freeform 63" id="63"/>
            <p:cNvSpPr/>
            <p:nvPr/>
          </p:nvSpPr>
          <p:spPr>
            <a:xfrm flipH="false" flipV="false" rot="0">
              <a:off x="0" y="0"/>
              <a:ext cx="8534400" cy="609600"/>
            </a:xfrm>
            <a:custGeom>
              <a:avLst/>
              <a:gdLst/>
              <a:ahLst/>
              <a:cxnLst/>
              <a:rect r="r" b="b" t="t" l="l"/>
              <a:pathLst>
                <a:path h="609600" w="8534400">
                  <a:moveTo>
                    <a:pt x="0" y="0"/>
                  </a:moveTo>
                  <a:lnTo>
                    <a:pt x="8534400" y="0"/>
                  </a:lnTo>
                  <a:lnTo>
                    <a:pt x="8534400" y="609600"/>
                  </a:lnTo>
                  <a:lnTo>
                    <a:pt x="0" y="609600"/>
                  </a:lnTo>
                  <a:close/>
                </a:path>
              </a:pathLst>
            </a:custGeom>
            <a:blipFill>
              <a:blip r:embed="rId3">
                <a:alphaModFix amt="0"/>
              </a:blip>
              <a:stretch>
                <a:fillRect l="0" t="-222790" r="0" b="-222790"/>
              </a:stretch>
            </a:blipFill>
          </p:spPr>
        </p:sp>
        <p:sp>
          <p:nvSpPr>
            <p:cNvPr name="TextBox 64" id="64"/>
            <p:cNvSpPr txBox="true"/>
            <p:nvPr/>
          </p:nvSpPr>
          <p:spPr>
            <a:xfrm>
              <a:off x="0" y="-47625"/>
              <a:ext cx="8534400" cy="657225"/>
            </a:xfrm>
            <a:prstGeom prst="rect">
              <a:avLst/>
            </a:prstGeom>
          </p:spPr>
          <p:txBody>
            <a:bodyPr anchor="ctr" rtlCol="false" tIns="0" lIns="0" bIns="0" rIns="0"/>
            <a:lstStyle/>
            <a:p>
              <a:pPr algn="ctr">
                <a:lnSpc>
                  <a:spcPts val="2520"/>
                </a:lnSpc>
              </a:pPr>
              <a:r>
                <a:rPr lang="en-US" sz="2100" b="true">
                  <a:solidFill>
                    <a:srgbClr val="FFFFFF"/>
                  </a:solidFill>
                  <a:latin typeface="Calibri (MS) Bold"/>
                  <a:ea typeface="Calibri (MS) Bold"/>
                  <a:cs typeface="Calibri (MS) Bold"/>
                  <a:sym typeface="Calibri (MS) Bold"/>
                </a:rPr>
                <a:t>Base de Datos</a:t>
              </a:r>
            </a:p>
          </p:txBody>
        </p:sp>
      </p:grpSp>
      <p:grpSp>
        <p:nvGrpSpPr>
          <p:cNvPr name="Group 65" id="65"/>
          <p:cNvGrpSpPr/>
          <p:nvPr/>
        </p:nvGrpSpPr>
        <p:grpSpPr>
          <a:xfrm rot="0">
            <a:off x="7863840" y="1920240"/>
            <a:ext cx="9875520" cy="731520"/>
            <a:chOff x="0" y="0"/>
            <a:chExt cx="13167360" cy="975360"/>
          </a:xfrm>
        </p:grpSpPr>
        <p:sp>
          <p:nvSpPr>
            <p:cNvPr name="Freeform 66" id="66"/>
            <p:cNvSpPr/>
            <p:nvPr/>
          </p:nvSpPr>
          <p:spPr>
            <a:xfrm flipH="false" flipV="false" rot="0">
              <a:off x="0" y="0"/>
              <a:ext cx="13167361" cy="975360"/>
            </a:xfrm>
            <a:custGeom>
              <a:avLst/>
              <a:gdLst/>
              <a:ahLst/>
              <a:cxnLst/>
              <a:rect r="r" b="b" t="t" l="l"/>
              <a:pathLst>
                <a:path h="975360" w="13167361">
                  <a:moveTo>
                    <a:pt x="0" y="0"/>
                  </a:moveTo>
                  <a:lnTo>
                    <a:pt x="13167361" y="0"/>
                  </a:lnTo>
                  <a:lnTo>
                    <a:pt x="13167361" y="975360"/>
                  </a:lnTo>
                  <a:lnTo>
                    <a:pt x="0" y="975360"/>
                  </a:lnTo>
                  <a:close/>
                </a:path>
              </a:pathLst>
            </a:custGeom>
            <a:blipFill>
              <a:blip r:embed="rId3">
                <a:alphaModFix amt="0"/>
              </a:blip>
              <a:stretch>
                <a:fillRect l="0" t="-213048" r="0" b="-213048"/>
              </a:stretch>
            </a:blipFill>
          </p:spPr>
        </p:sp>
        <p:sp>
          <p:nvSpPr>
            <p:cNvPr name="TextBox 67" id="67"/>
            <p:cNvSpPr txBox="true"/>
            <p:nvPr/>
          </p:nvSpPr>
          <p:spPr>
            <a:xfrm>
              <a:off x="0" y="-57150"/>
              <a:ext cx="13167360" cy="1032510"/>
            </a:xfrm>
            <a:prstGeom prst="rect">
              <a:avLst/>
            </a:prstGeom>
          </p:spPr>
          <p:txBody>
            <a:bodyPr anchor="ctr" rtlCol="false" tIns="0" lIns="0" bIns="0" rIns="0"/>
            <a:lstStyle/>
            <a:p>
              <a:pPr algn="l">
                <a:lnSpc>
                  <a:spcPts val="3479"/>
                </a:lnSpc>
              </a:pPr>
              <a:r>
                <a:rPr lang="en-US" sz="2899" b="true">
                  <a:solidFill>
                    <a:srgbClr val="1E2761"/>
                  </a:solidFill>
                  <a:latin typeface="Calibri (MS) Bold"/>
                  <a:ea typeface="Calibri (MS) Bold"/>
                  <a:cs typeface="Calibri (MS) Bold"/>
                  <a:sym typeface="Calibri (MS) Bold"/>
                </a:rPr>
                <a:t>¿Por qué esta arquitectura?</a:t>
              </a:r>
            </a:p>
          </p:txBody>
        </p:sp>
      </p:grpSp>
      <p:grpSp>
        <p:nvGrpSpPr>
          <p:cNvPr name="Group 68" id="68"/>
          <p:cNvGrpSpPr/>
          <p:nvPr/>
        </p:nvGrpSpPr>
        <p:grpSpPr>
          <a:xfrm rot="0">
            <a:off x="7851143" y="2821943"/>
            <a:ext cx="9900923" cy="1159259"/>
            <a:chOff x="0" y="0"/>
            <a:chExt cx="13201231" cy="1545679"/>
          </a:xfrm>
        </p:grpSpPr>
        <p:sp>
          <p:nvSpPr>
            <p:cNvPr name="Freeform 69" id="69"/>
            <p:cNvSpPr/>
            <p:nvPr/>
          </p:nvSpPr>
          <p:spPr>
            <a:xfrm flipH="false" flipV="false" rot="0">
              <a:off x="0" y="0"/>
              <a:ext cx="13201142" cy="1545590"/>
            </a:xfrm>
            <a:custGeom>
              <a:avLst/>
              <a:gdLst/>
              <a:ahLst/>
              <a:cxnLst/>
              <a:rect r="r" b="b" t="t" l="l"/>
              <a:pathLst>
                <a:path h="1545590" w="13201142">
                  <a:moveTo>
                    <a:pt x="0" y="199390"/>
                  </a:moveTo>
                  <a:cubicBezTo>
                    <a:pt x="0" y="89281"/>
                    <a:pt x="89281" y="0"/>
                    <a:pt x="199390" y="0"/>
                  </a:cubicBezTo>
                  <a:lnTo>
                    <a:pt x="13001752" y="0"/>
                  </a:lnTo>
                  <a:cubicBezTo>
                    <a:pt x="13111862" y="0"/>
                    <a:pt x="13201142" y="89281"/>
                    <a:pt x="13201142" y="199390"/>
                  </a:cubicBezTo>
                  <a:lnTo>
                    <a:pt x="13201142" y="1346200"/>
                  </a:lnTo>
                  <a:cubicBezTo>
                    <a:pt x="13201142" y="1456309"/>
                    <a:pt x="13111862" y="1545590"/>
                    <a:pt x="13001752" y="1545590"/>
                  </a:cubicBezTo>
                  <a:lnTo>
                    <a:pt x="199390" y="1545590"/>
                  </a:lnTo>
                  <a:cubicBezTo>
                    <a:pt x="89281" y="1545717"/>
                    <a:pt x="0" y="1456436"/>
                    <a:pt x="0" y="1346200"/>
                  </a:cubicBezTo>
                  <a:close/>
                </a:path>
              </a:pathLst>
            </a:custGeom>
            <a:solidFill>
              <a:srgbClr val="FFFFFF"/>
            </a:solidFill>
            <a:ln w="25400" cap="sq">
              <a:solidFill>
                <a:srgbClr val="CADCFC"/>
              </a:solidFill>
              <a:prstDash val="solid"/>
              <a:miter/>
            </a:ln>
          </p:spPr>
        </p:sp>
      </p:grpSp>
      <p:grpSp>
        <p:nvGrpSpPr>
          <p:cNvPr name="Group 70" id="70"/>
          <p:cNvGrpSpPr/>
          <p:nvPr/>
        </p:nvGrpSpPr>
        <p:grpSpPr>
          <a:xfrm rot="0">
            <a:off x="8046720" y="2980944"/>
            <a:ext cx="548640" cy="731520"/>
            <a:chOff x="0" y="0"/>
            <a:chExt cx="731520" cy="975360"/>
          </a:xfrm>
        </p:grpSpPr>
        <p:sp>
          <p:nvSpPr>
            <p:cNvPr name="Freeform 71" id="71"/>
            <p:cNvSpPr/>
            <p:nvPr/>
          </p:nvSpPr>
          <p:spPr>
            <a:xfrm flipH="false" flipV="false" rot="0">
              <a:off x="0" y="0"/>
              <a:ext cx="731520" cy="975360"/>
            </a:xfrm>
            <a:custGeom>
              <a:avLst/>
              <a:gdLst/>
              <a:ahLst/>
              <a:cxnLst/>
              <a:rect r="r" b="b" t="t" l="l"/>
              <a:pathLst>
                <a:path h="975360" w="731520">
                  <a:moveTo>
                    <a:pt x="0" y="0"/>
                  </a:moveTo>
                  <a:lnTo>
                    <a:pt x="731520" y="0"/>
                  </a:lnTo>
                  <a:lnTo>
                    <a:pt x="731520" y="975360"/>
                  </a:lnTo>
                  <a:lnTo>
                    <a:pt x="0" y="975360"/>
                  </a:lnTo>
                  <a:close/>
                </a:path>
              </a:pathLst>
            </a:custGeom>
            <a:blipFill>
              <a:blip r:embed="rId3">
                <a:alphaModFix amt="0"/>
              </a:blip>
              <a:stretch>
                <a:fillRect l="-121071" t="0" r="-121071" b="0"/>
              </a:stretch>
            </a:blipFill>
          </p:spPr>
        </p:sp>
        <p:sp>
          <p:nvSpPr>
            <p:cNvPr name="TextBox 72" id="72"/>
            <p:cNvSpPr txBox="true"/>
            <p:nvPr/>
          </p:nvSpPr>
          <p:spPr>
            <a:xfrm>
              <a:off x="0" y="-57150"/>
              <a:ext cx="731520" cy="1032510"/>
            </a:xfrm>
            <a:prstGeom prst="rect">
              <a:avLst/>
            </a:prstGeom>
          </p:spPr>
          <p:txBody>
            <a:bodyPr anchor="ctr" rtlCol="false" tIns="0" lIns="0" bIns="0" rIns="0"/>
            <a:lstStyle/>
            <a:p>
              <a:pPr algn="l">
                <a:lnSpc>
                  <a:spcPts val="3479"/>
                </a:lnSpc>
              </a:pPr>
              <a:r>
                <a:rPr lang="en-US" sz="2899" b="true">
                  <a:solidFill>
                    <a:srgbClr val="028090"/>
                  </a:solidFill>
                  <a:latin typeface="Calibri (MS) Bold"/>
                  <a:ea typeface="Calibri (MS) Bold"/>
                  <a:cs typeface="Calibri (MS) Bold"/>
                  <a:sym typeface="Calibri (MS) Bold"/>
                </a:rPr>
                <a:t>✓</a:t>
              </a:r>
            </a:p>
          </p:txBody>
        </p:sp>
      </p:grpSp>
      <p:grpSp>
        <p:nvGrpSpPr>
          <p:cNvPr name="Group 73" id="73"/>
          <p:cNvGrpSpPr/>
          <p:nvPr/>
        </p:nvGrpSpPr>
        <p:grpSpPr>
          <a:xfrm rot="0">
            <a:off x="8686800" y="2926080"/>
            <a:ext cx="8778240" cy="548640"/>
            <a:chOff x="0" y="0"/>
            <a:chExt cx="11704320" cy="731520"/>
          </a:xfrm>
        </p:grpSpPr>
        <p:sp>
          <p:nvSpPr>
            <p:cNvPr name="Freeform 74" id="74"/>
            <p:cNvSpPr/>
            <p:nvPr/>
          </p:nvSpPr>
          <p:spPr>
            <a:xfrm flipH="false" flipV="false" rot="0">
              <a:off x="0" y="0"/>
              <a:ext cx="11704320" cy="731520"/>
            </a:xfrm>
            <a:custGeom>
              <a:avLst/>
              <a:gdLst/>
              <a:ahLst/>
              <a:cxnLst/>
              <a:rect r="r" b="b" t="t" l="l"/>
              <a:pathLst>
                <a:path h="731520" w="11704320">
                  <a:moveTo>
                    <a:pt x="0" y="0"/>
                  </a:moveTo>
                  <a:lnTo>
                    <a:pt x="11704320" y="0"/>
                  </a:lnTo>
                  <a:lnTo>
                    <a:pt x="11704320" y="731520"/>
                  </a:lnTo>
                  <a:lnTo>
                    <a:pt x="0" y="731520"/>
                  </a:lnTo>
                  <a:close/>
                </a:path>
              </a:pathLst>
            </a:custGeom>
            <a:blipFill>
              <a:blip r:embed="rId3">
                <a:alphaModFix amt="0"/>
              </a:blip>
              <a:stretch>
                <a:fillRect l="0" t="-261760" r="0" b="-261760"/>
              </a:stretch>
            </a:blipFill>
          </p:spPr>
        </p:sp>
        <p:sp>
          <p:nvSpPr>
            <p:cNvPr name="TextBox 75" id="75"/>
            <p:cNvSpPr txBox="true"/>
            <p:nvPr/>
          </p:nvSpPr>
          <p:spPr>
            <a:xfrm>
              <a:off x="0" y="-47625"/>
              <a:ext cx="11704320" cy="779145"/>
            </a:xfrm>
            <a:prstGeom prst="rect">
              <a:avLst/>
            </a:prstGeom>
          </p:spPr>
          <p:txBody>
            <a:bodyPr anchor="ctr" rtlCol="false" tIns="0" lIns="0" bIns="0" rIns="0"/>
            <a:lstStyle/>
            <a:p>
              <a:pPr algn="l">
                <a:lnSpc>
                  <a:spcPts val="2999"/>
                </a:lnSpc>
              </a:pPr>
              <a:r>
                <a:rPr lang="en-US" sz="2499" b="true">
                  <a:solidFill>
                    <a:srgbClr val="1E2761"/>
                  </a:solidFill>
                  <a:latin typeface="Calibri (MS) Bold"/>
                  <a:ea typeface="Calibri (MS) Bold"/>
                  <a:cs typeface="Calibri (MS) Bold"/>
                  <a:sym typeface="Calibri (MS) Bold"/>
                </a:rPr>
                <a:t>Una sola aplicación</a:t>
              </a:r>
            </a:p>
          </p:txBody>
        </p:sp>
      </p:grpSp>
      <p:grpSp>
        <p:nvGrpSpPr>
          <p:cNvPr name="Group 76" id="76"/>
          <p:cNvGrpSpPr/>
          <p:nvPr/>
        </p:nvGrpSpPr>
        <p:grpSpPr>
          <a:xfrm rot="0">
            <a:off x="8686800" y="3474720"/>
            <a:ext cx="8778240" cy="457200"/>
            <a:chOff x="0" y="0"/>
            <a:chExt cx="11704320" cy="609600"/>
          </a:xfrm>
        </p:grpSpPr>
        <p:sp>
          <p:nvSpPr>
            <p:cNvPr name="Freeform 77" id="77"/>
            <p:cNvSpPr/>
            <p:nvPr/>
          </p:nvSpPr>
          <p:spPr>
            <a:xfrm flipH="false" flipV="false" rot="0">
              <a:off x="0" y="0"/>
              <a:ext cx="11704320" cy="609600"/>
            </a:xfrm>
            <a:custGeom>
              <a:avLst/>
              <a:gdLst/>
              <a:ahLst/>
              <a:cxnLst/>
              <a:rect r="r" b="b" t="t" l="l"/>
              <a:pathLst>
                <a:path h="609600" w="11704320">
                  <a:moveTo>
                    <a:pt x="0" y="0"/>
                  </a:moveTo>
                  <a:lnTo>
                    <a:pt x="11704320" y="0"/>
                  </a:lnTo>
                  <a:lnTo>
                    <a:pt x="11704320" y="609600"/>
                  </a:lnTo>
                  <a:lnTo>
                    <a:pt x="0" y="609600"/>
                  </a:lnTo>
                  <a:close/>
                </a:path>
              </a:pathLst>
            </a:custGeom>
            <a:blipFill>
              <a:blip r:embed="rId3">
                <a:alphaModFix amt="0"/>
              </a:blip>
              <a:stretch>
                <a:fillRect l="0" t="-324112" r="0" b="-324112"/>
              </a:stretch>
            </a:blipFill>
          </p:spPr>
        </p:sp>
        <p:sp>
          <p:nvSpPr>
            <p:cNvPr name="TextBox 78" id="78"/>
            <p:cNvSpPr txBox="true"/>
            <p:nvPr/>
          </p:nvSpPr>
          <p:spPr>
            <a:xfrm>
              <a:off x="0" y="-47625"/>
              <a:ext cx="11704320" cy="657225"/>
            </a:xfrm>
            <a:prstGeom prst="rect">
              <a:avLst/>
            </a:prstGeom>
          </p:spPr>
          <p:txBody>
            <a:bodyPr anchor="ctr" rtlCol="false" tIns="0" lIns="0" bIns="0" rIns="0"/>
            <a:lstStyle/>
            <a:p>
              <a:pPr algn="l">
                <a:lnSpc>
                  <a:spcPts val="2759"/>
                </a:lnSpc>
              </a:pPr>
              <a:r>
                <a:rPr lang="en-US" sz="2299">
                  <a:solidFill>
                    <a:srgbClr val="4A4A6A"/>
                  </a:solidFill>
                  <a:latin typeface="Calibri (MS)"/>
                  <a:ea typeface="Calibri (MS)"/>
                  <a:cs typeface="Calibri (MS)"/>
                  <a:sym typeface="Calibri (MS)"/>
                </a:rPr>
                <a:t>Simplifica desarrollo y despliegue</a:t>
              </a:r>
            </a:p>
          </p:txBody>
        </p:sp>
      </p:grpSp>
      <p:grpSp>
        <p:nvGrpSpPr>
          <p:cNvPr name="Group 79" id="79"/>
          <p:cNvGrpSpPr/>
          <p:nvPr/>
        </p:nvGrpSpPr>
        <p:grpSpPr>
          <a:xfrm rot="0">
            <a:off x="7851143" y="4230119"/>
            <a:ext cx="9900923" cy="1159259"/>
            <a:chOff x="0" y="0"/>
            <a:chExt cx="13201231" cy="1545679"/>
          </a:xfrm>
        </p:grpSpPr>
        <p:sp>
          <p:nvSpPr>
            <p:cNvPr name="Freeform 80" id="80"/>
            <p:cNvSpPr/>
            <p:nvPr/>
          </p:nvSpPr>
          <p:spPr>
            <a:xfrm flipH="false" flipV="false" rot="0">
              <a:off x="0" y="0"/>
              <a:ext cx="13201142" cy="1545590"/>
            </a:xfrm>
            <a:custGeom>
              <a:avLst/>
              <a:gdLst/>
              <a:ahLst/>
              <a:cxnLst/>
              <a:rect r="r" b="b" t="t" l="l"/>
              <a:pathLst>
                <a:path h="1545590" w="13201142">
                  <a:moveTo>
                    <a:pt x="0" y="199390"/>
                  </a:moveTo>
                  <a:cubicBezTo>
                    <a:pt x="0" y="89281"/>
                    <a:pt x="89281" y="0"/>
                    <a:pt x="199390" y="0"/>
                  </a:cubicBezTo>
                  <a:lnTo>
                    <a:pt x="13001752" y="0"/>
                  </a:lnTo>
                  <a:cubicBezTo>
                    <a:pt x="13111862" y="0"/>
                    <a:pt x="13201142" y="89281"/>
                    <a:pt x="13201142" y="199390"/>
                  </a:cubicBezTo>
                  <a:lnTo>
                    <a:pt x="13201142" y="1346200"/>
                  </a:lnTo>
                  <a:cubicBezTo>
                    <a:pt x="13201142" y="1456309"/>
                    <a:pt x="13111862" y="1545590"/>
                    <a:pt x="13001752" y="1545590"/>
                  </a:cubicBezTo>
                  <a:lnTo>
                    <a:pt x="199390" y="1545590"/>
                  </a:lnTo>
                  <a:cubicBezTo>
                    <a:pt x="89281" y="1545717"/>
                    <a:pt x="0" y="1456436"/>
                    <a:pt x="0" y="1346200"/>
                  </a:cubicBezTo>
                  <a:close/>
                </a:path>
              </a:pathLst>
            </a:custGeom>
            <a:solidFill>
              <a:srgbClr val="EBF2FA"/>
            </a:solidFill>
            <a:ln w="25400" cap="sq">
              <a:solidFill>
                <a:srgbClr val="CADCFC"/>
              </a:solidFill>
              <a:prstDash val="solid"/>
              <a:miter/>
            </a:ln>
          </p:spPr>
        </p:sp>
      </p:grpSp>
      <p:grpSp>
        <p:nvGrpSpPr>
          <p:cNvPr name="Group 81" id="81"/>
          <p:cNvGrpSpPr/>
          <p:nvPr/>
        </p:nvGrpSpPr>
        <p:grpSpPr>
          <a:xfrm rot="0">
            <a:off x="8046720" y="4389120"/>
            <a:ext cx="548640" cy="731520"/>
            <a:chOff x="0" y="0"/>
            <a:chExt cx="731520" cy="975360"/>
          </a:xfrm>
        </p:grpSpPr>
        <p:sp>
          <p:nvSpPr>
            <p:cNvPr name="Freeform 82" id="82"/>
            <p:cNvSpPr/>
            <p:nvPr/>
          </p:nvSpPr>
          <p:spPr>
            <a:xfrm flipH="false" flipV="false" rot="0">
              <a:off x="0" y="0"/>
              <a:ext cx="731520" cy="975360"/>
            </a:xfrm>
            <a:custGeom>
              <a:avLst/>
              <a:gdLst/>
              <a:ahLst/>
              <a:cxnLst/>
              <a:rect r="r" b="b" t="t" l="l"/>
              <a:pathLst>
                <a:path h="975360" w="731520">
                  <a:moveTo>
                    <a:pt x="0" y="0"/>
                  </a:moveTo>
                  <a:lnTo>
                    <a:pt x="731520" y="0"/>
                  </a:lnTo>
                  <a:lnTo>
                    <a:pt x="731520" y="975360"/>
                  </a:lnTo>
                  <a:lnTo>
                    <a:pt x="0" y="975360"/>
                  </a:lnTo>
                  <a:close/>
                </a:path>
              </a:pathLst>
            </a:custGeom>
            <a:blipFill>
              <a:blip r:embed="rId3">
                <a:alphaModFix amt="0"/>
              </a:blip>
              <a:stretch>
                <a:fillRect l="-121071" t="0" r="-121071" b="0"/>
              </a:stretch>
            </a:blipFill>
          </p:spPr>
        </p:sp>
        <p:sp>
          <p:nvSpPr>
            <p:cNvPr name="TextBox 83" id="83"/>
            <p:cNvSpPr txBox="true"/>
            <p:nvPr/>
          </p:nvSpPr>
          <p:spPr>
            <a:xfrm>
              <a:off x="0" y="-57150"/>
              <a:ext cx="731520" cy="1032510"/>
            </a:xfrm>
            <a:prstGeom prst="rect">
              <a:avLst/>
            </a:prstGeom>
          </p:spPr>
          <p:txBody>
            <a:bodyPr anchor="ctr" rtlCol="false" tIns="0" lIns="0" bIns="0" rIns="0"/>
            <a:lstStyle/>
            <a:p>
              <a:pPr algn="l">
                <a:lnSpc>
                  <a:spcPts val="3479"/>
                </a:lnSpc>
              </a:pPr>
              <a:r>
                <a:rPr lang="en-US" sz="2899" b="true">
                  <a:solidFill>
                    <a:srgbClr val="028090"/>
                  </a:solidFill>
                  <a:latin typeface="Calibri (MS) Bold"/>
                  <a:ea typeface="Calibri (MS) Bold"/>
                  <a:cs typeface="Calibri (MS) Bold"/>
                  <a:sym typeface="Calibri (MS) Bold"/>
                </a:rPr>
                <a:t>✓</a:t>
              </a:r>
            </a:p>
          </p:txBody>
        </p:sp>
      </p:grpSp>
      <p:grpSp>
        <p:nvGrpSpPr>
          <p:cNvPr name="Group 84" id="84"/>
          <p:cNvGrpSpPr/>
          <p:nvPr/>
        </p:nvGrpSpPr>
        <p:grpSpPr>
          <a:xfrm rot="0">
            <a:off x="8686800" y="4334256"/>
            <a:ext cx="8778240" cy="548640"/>
            <a:chOff x="0" y="0"/>
            <a:chExt cx="11704320" cy="731520"/>
          </a:xfrm>
        </p:grpSpPr>
        <p:sp>
          <p:nvSpPr>
            <p:cNvPr name="Freeform 85" id="85"/>
            <p:cNvSpPr/>
            <p:nvPr/>
          </p:nvSpPr>
          <p:spPr>
            <a:xfrm flipH="false" flipV="false" rot="0">
              <a:off x="0" y="0"/>
              <a:ext cx="11704320" cy="731520"/>
            </a:xfrm>
            <a:custGeom>
              <a:avLst/>
              <a:gdLst/>
              <a:ahLst/>
              <a:cxnLst/>
              <a:rect r="r" b="b" t="t" l="l"/>
              <a:pathLst>
                <a:path h="731520" w="11704320">
                  <a:moveTo>
                    <a:pt x="0" y="0"/>
                  </a:moveTo>
                  <a:lnTo>
                    <a:pt x="11704320" y="0"/>
                  </a:lnTo>
                  <a:lnTo>
                    <a:pt x="11704320" y="731520"/>
                  </a:lnTo>
                  <a:lnTo>
                    <a:pt x="0" y="731520"/>
                  </a:lnTo>
                  <a:close/>
                </a:path>
              </a:pathLst>
            </a:custGeom>
            <a:blipFill>
              <a:blip r:embed="rId3">
                <a:alphaModFix amt="0"/>
              </a:blip>
              <a:stretch>
                <a:fillRect l="0" t="-261760" r="0" b="-261760"/>
              </a:stretch>
            </a:blipFill>
          </p:spPr>
        </p:sp>
        <p:sp>
          <p:nvSpPr>
            <p:cNvPr name="TextBox 86" id="86"/>
            <p:cNvSpPr txBox="true"/>
            <p:nvPr/>
          </p:nvSpPr>
          <p:spPr>
            <a:xfrm>
              <a:off x="0" y="-47625"/>
              <a:ext cx="11704320" cy="779145"/>
            </a:xfrm>
            <a:prstGeom prst="rect">
              <a:avLst/>
            </a:prstGeom>
          </p:spPr>
          <p:txBody>
            <a:bodyPr anchor="ctr" rtlCol="false" tIns="0" lIns="0" bIns="0" rIns="0"/>
            <a:lstStyle/>
            <a:p>
              <a:pPr algn="l">
                <a:lnSpc>
                  <a:spcPts val="2999"/>
                </a:lnSpc>
              </a:pPr>
              <a:r>
                <a:rPr lang="en-US" sz="2499" b="true">
                  <a:solidFill>
                    <a:srgbClr val="1E2761"/>
                  </a:solidFill>
                  <a:latin typeface="Calibri (MS) Bold"/>
                  <a:ea typeface="Calibri (MS) Bold"/>
                  <a:cs typeface="Calibri (MS) Bold"/>
                  <a:sym typeface="Calibri (MS) Bold"/>
                </a:rPr>
                <a:t>Separación de responsabilidades</a:t>
              </a:r>
            </a:p>
          </p:txBody>
        </p:sp>
      </p:grpSp>
      <p:grpSp>
        <p:nvGrpSpPr>
          <p:cNvPr name="Group 87" id="87"/>
          <p:cNvGrpSpPr/>
          <p:nvPr/>
        </p:nvGrpSpPr>
        <p:grpSpPr>
          <a:xfrm rot="0">
            <a:off x="8686800" y="4882896"/>
            <a:ext cx="8778240" cy="457200"/>
            <a:chOff x="0" y="0"/>
            <a:chExt cx="11704320" cy="609600"/>
          </a:xfrm>
        </p:grpSpPr>
        <p:sp>
          <p:nvSpPr>
            <p:cNvPr name="Freeform 88" id="88"/>
            <p:cNvSpPr/>
            <p:nvPr/>
          </p:nvSpPr>
          <p:spPr>
            <a:xfrm flipH="false" flipV="false" rot="0">
              <a:off x="0" y="0"/>
              <a:ext cx="11704320" cy="609600"/>
            </a:xfrm>
            <a:custGeom>
              <a:avLst/>
              <a:gdLst/>
              <a:ahLst/>
              <a:cxnLst/>
              <a:rect r="r" b="b" t="t" l="l"/>
              <a:pathLst>
                <a:path h="609600" w="11704320">
                  <a:moveTo>
                    <a:pt x="0" y="0"/>
                  </a:moveTo>
                  <a:lnTo>
                    <a:pt x="11704320" y="0"/>
                  </a:lnTo>
                  <a:lnTo>
                    <a:pt x="11704320" y="609600"/>
                  </a:lnTo>
                  <a:lnTo>
                    <a:pt x="0" y="609600"/>
                  </a:lnTo>
                  <a:close/>
                </a:path>
              </a:pathLst>
            </a:custGeom>
            <a:blipFill>
              <a:blip r:embed="rId3">
                <a:alphaModFix amt="0"/>
              </a:blip>
              <a:stretch>
                <a:fillRect l="0" t="-324112" r="0" b="-324112"/>
              </a:stretch>
            </a:blipFill>
          </p:spPr>
        </p:sp>
        <p:sp>
          <p:nvSpPr>
            <p:cNvPr name="TextBox 89" id="89"/>
            <p:cNvSpPr txBox="true"/>
            <p:nvPr/>
          </p:nvSpPr>
          <p:spPr>
            <a:xfrm>
              <a:off x="0" y="-47625"/>
              <a:ext cx="11704320" cy="657225"/>
            </a:xfrm>
            <a:prstGeom prst="rect">
              <a:avLst/>
            </a:prstGeom>
          </p:spPr>
          <p:txBody>
            <a:bodyPr anchor="ctr" rtlCol="false" tIns="0" lIns="0" bIns="0" rIns="0"/>
            <a:lstStyle/>
            <a:p>
              <a:pPr algn="l">
                <a:lnSpc>
                  <a:spcPts val="2759"/>
                </a:lnSpc>
              </a:pPr>
              <a:r>
                <a:rPr lang="en-US" sz="2299">
                  <a:solidFill>
                    <a:srgbClr val="4A4A6A"/>
                  </a:solidFill>
                  <a:latin typeface="Calibri (MS)"/>
                  <a:ea typeface="Calibri (MS)"/>
                  <a:cs typeface="Calibri (MS)"/>
                  <a:sym typeface="Calibri (MS)"/>
                </a:rPr>
                <a:t>Módulos con roles claramente definidos</a:t>
              </a:r>
            </a:p>
          </p:txBody>
        </p:sp>
      </p:grpSp>
      <p:grpSp>
        <p:nvGrpSpPr>
          <p:cNvPr name="Group 90" id="90"/>
          <p:cNvGrpSpPr/>
          <p:nvPr/>
        </p:nvGrpSpPr>
        <p:grpSpPr>
          <a:xfrm rot="0">
            <a:off x="7851143" y="5638295"/>
            <a:ext cx="9900923" cy="1159259"/>
            <a:chOff x="0" y="0"/>
            <a:chExt cx="13201231" cy="1545679"/>
          </a:xfrm>
        </p:grpSpPr>
        <p:sp>
          <p:nvSpPr>
            <p:cNvPr name="Freeform 91" id="91"/>
            <p:cNvSpPr/>
            <p:nvPr/>
          </p:nvSpPr>
          <p:spPr>
            <a:xfrm flipH="false" flipV="false" rot="0">
              <a:off x="0" y="0"/>
              <a:ext cx="13201142" cy="1545590"/>
            </a:xfrm>
            <a:custGeom>
              <a:avLst/>
              <a:gdLst/>
              <a:ahLst/>
              <a:cxnLst/>
              <a:rect r="r" b="b" t="t" l="l"/>
              <a:pathLst>
                <a:path h="1545590" w="13201142">
                  <a:moveTo>
                    <a:pt x="0" y="199390"/>
                  </a:moveTo>
                  <a:cubicBezTo>
                    <a:pt x="0" y="89281"/>
                    <a:pt x="89281" y="0"/>
                    <a:pt x="199390" y="0"/>
                  </a:cubicBezTo>
                  <a:lnTo>
                    <a:pt x="13001752" y="0"/>
                  </a:lnTo>
                  <a:cubicBezTo>
                    <a:pt x="13111862" y="0"/>
                    <a:pt x="13201142" y="89281"/>
                    <a:pt x="13201142" y="199390"/>
                  </a:cubicBezTo>
                  <a:lnTo>
                    <a:pt x="13201142" y="1346200"/>
                  </a:lnTo>
                  <a:cubicBezTo>
                    <a:pt x="13201142" y="1456309"/>
                    <a:pt x="13111862" y="1545590"/>
                    <a:pt x="13001752" y="1545590"/>
                  </a:cubicBezTo>
                  <a:lnTo>
                    <a:pt x="199390" y="1545590"/>
                  </a:lnTo>
                  <a:cubicBezTo>
                    <a:pt x="89281" y="1545717"/>
                    <a:pt x="0" y="1456436"/>
                    <a:pt x="0" y="1346200"/>
                  </a:cubicBezTo>
                  <a:close/>
                </a:path>
              </a:pathLst>
            </a:custGeom>
            <a:solidFill>
              <a:srgbClr val="FFFFFF"/>
            </a:solidFill>
            <a:ln w="25400" cap="sq">
              <a:solidFill>
                <a:srgbClr val="CADCFC"/>
              </a:solidFill>
              <a:prstDash val="solid"/>
              <a:miter/>
            </a:ln>
          </p:spPr>
        </p:sp>
      </p:grpSp>
      <p:grpSp>
        <p:nvGrpSpPr>
          <p:cNvPr name="Group 92" id="92"/>
          <p:cNvGrpSpPr/>
          <p:nvPr/>
        </p:nvGrpSpPr>
        <p:grpSpPr>
          <a:xfrm rot="0">
            <a:off x="8046720" y="5797296"/>
            <a:ext cx="548640" cy="731520"/>
            <a:chOff x="0" y="0"/>
            <a:chExt cx="731520" cy="975360"/>
          </a:xfrm>
        </p:grpSpPr>
        <p:sp>
          <p:nvSpPr>
            <p:cNvPr name="Freeform 93" id="93"/>
            <p:cNvSpPr/>
            <p:nvPr/>
          </p:nvSpPr>
          <p:spPr>
            <a:xfrm flipH="false" flipV="false" rot="0">
              <a:off x="0" y="0"/>
              <a:ext cx="731520" cy="975360"/>
            </a:xfrm>
            <a:custGeom>
              <a:avLst/>
              <a:gdLst/>
              <a:ahLst/>
              <a:cxnLst/>
              <a:rect r="r" b="b" t="t" l="l"/>
              <a:pathLst>
                <a:path h="975360" w="731520">
                  <a:moveTo>
                    <a:pt x="0" y="0"/>
                  </a:moveTo>
                  <a:lnTo>
                    <a:pt x="731520" y="0"/>
                  </a:lnTo>
                  <a:lnTo>
                    <a:pt x="731520" y="975360"/>
                  </a:lnTo>
                  <a:lnTo>
                    <a:pt x="0" y="975360"/>
                  </a:lnTo>
                  <a:close/>
                </a:path>
              </a:pathLst>
            </a:custGeom>
            <a:blipFill>
              <a:blip r:embed="rId3">
                <a:alphaModFix amt="0"/>
              </a:blip>
              <a:stretch>
                <a:fillRect l="-121071" t="0" r="-121071" b="0"/>
              </a:stretch>
            </a:blipFill>
          </p:spPr>
        </p:sp>
        <p:sp>
          <p:nvSpPr>
            <p:cNvPr name="TextBox 94" id="94"/>
            <p:cNvSpPr txBox="true"/>
            <p:nvPr/>
          </p:nvSpPr>
          <p:spPr>
            <a:xfrm>
              <a:off x="0" y="-57150"/>
              <a:ext cx="731520" cy="1032510"/>
            </a:xfrm>
            <a:prstGeom prst="rect">
              <a:avLst/>
            </a:prstGeom>
          </p:spPr>
          <p:txBody>
            <a:bodyPr anchor="ctr" rtlCol="false" tIns="0" lIns="0" bIns="0" rIns="0"/>
            <a:lstStyle/>
            <a:p>
              <a:pPr algn="l">
                <a:lnSpc>
                  <a:spcPts val="3479"/>
                </a:lnSpc>
              </a:pPr>
              <a:r>
                <a:rPr lang="en-US" sz="2899" b="true">
                  <a:solidFill>
                    <a:srgbClr val="028090"/>
                  </a:solidFill>
                  <a:latin typeface="Calibri (MS) Bold"/>
                  <a:ea typeface="Calibri (MS) Bold"/>
                  <a:cs typeface="Calibri (MS) Bold"/>
                  <a:sym typeface="Calibri (MS) Bold"/>
                </a:rPr>
                <a:t>✓</a:t>
              </a:r>
            </a:p>
          </p:txBody>
        </p:sp>
      </p:grpSp>
      <p:grpSp>
        <p:nvGrpSpPr>
          <p:cNvPr name="Group 95" id="95"/>
          <p:cNvGrpSpPr/>
          <p:nvPr/>
        </p:nvGrpSpPr>
        <p:grpSpPr>
          <a:xfrm rot="0">
            <a:off x="8686800" y="5742432"/>
            <a:ext cx="8778240" cy="548640"/>
            <a:chOff x="0" y="0"/>
            <a:chExt cx="11704320" cy="731520"/>
          </a:xfrm>
        </p:grpSpPr>
        <p:sp>
          <p:nvSpPr>
            <p:cNvPr name="Freeform 96" id="96"/>
            <p:cNvSpPr/>
            <p:nvPr/>
          </p:nvSpPr>
          <p:spPr>
            <a:xfrm flipH="false" flipV="false" rot="0">
              <a:off x="0" y="0"/>
              <a:ext cx="11704320" cy="731520"/>
            </a:xfrm>
            <a:custGeom>
              <a:avLst/>
              <a:gdLst/>
              <a:ahLst/>
              <a:cxnLst/>
              <a:rect r="r" b="b" t="t" l="l"/>
              <a:pathLst>
                <a:path h="731520" w="11704320">
                  <a:moveTo>
                    <a:pt x="0" y="0"/>
                  </a:moveTo>
                  <a:lnTo>
                    <a:pt x="11704320" y="0"/>
                  </a:lnTo>
                  <a:lnTo>
                    <a:pt x="11704320" y="731520"/>
                  </a:lnTo>
                  <a:lnTo>
                    <a:pt x="0" y="731520"/>
                  </a:lnTo>
                  <a:close/>
                </a:path>
              </a:pathLst>
            </a:custGeom>
            <a:blipFill>
              <a:blip r:embed="rId3">
                <a:alphaModFix amt="0"/>
              </a:blip>
              <a:stretch>
                <a:fillRect l="0" t="-261760" r="0" b="-261760"/>
              </a:stretch>
            </a:blipFill>
          </p:spPr>
        </p:sp>
        <p:sp>
          <p:nvSpPr>
            <p:cNvPr name="TextBox 97" id="97"/>
            <p:cNvSpPr txBox="true"/>
            <p:nvPr/>
          </p:nvSpPr>
          <p:spPr>
            <a:xfrm>
              <a:off x="0" y="-47625"/>
              <a:ext cx="11704320" cy="779145"/>
            </a:xfrm>
            <a:prstGeom prst="rect">
              <a:avLst/>
            </a:prstGeom>
          </p:spPr>
          <p:txBody>
            <a:bodyPr anchor="ctr" rtlCol="false" tIns="0" lIns="0" bIns="0" rIns="0"/>
            <a:lstStyle/>
            <a:p>
              <a:pPr algn="l">
                <a:lnSpc>
                  <a:spcPts val="2999"/>
                </a:lnSpc>
              </a:pPr>
              <a:r>
                <a:rPr lang="en-US" sz="2499" b="true">
                  <a:solidFill>
                    <a:srgbClr val="1E2761"/>
                  </a:solidFill>
                  <a:latin typeface="Calibri (MS) Bold"/>
                  <a:ea typeface="Calibri (MS) Bold"/>
                  <a:cs typeface="Calibri (MS) Bold"/>
                  <a:sym typeface="Calibri (MS) Bold"/>
                </a:rPr>
                <a:t>Mantenibilidad</a:t>
              </a:r>
            </a:p>
          </p:txBody>
        </p:sp>
      </p:grpSp>
      <p:grpSp>
        <p:nvGrpSpPr>
          <p:cNvPr name="Group 98" id="98"/>
          <p:cNvGrpSpPr/>
          <p:nvPr/>
        </p:nvGrpSpPr>
        <p:grpSpPr>
          <a:xfrm rot="0">
            <a:off x="8686800" y="6291072"/>
            <a:ext cx="8778240" cy="457200"/>
            <a:chOff x="0" y="0"/>
            <a:chExt cx="11704320" cy="609600"/>
          </a:xfrm>
        </p:grpSpPr>
        <p:sp>
          <p:nvSpPr>
            <p:cNvPr name="Freeform 99" id="99"/>
            <p:cNvSpPr/>
            <p:nvPr/>
          </p:nvSpPr>
          <p:spPr>
            <a:xfrm flipH="false" flipV="false" rot="0">
              <a:off x="0" y="0"/>
              <a:ext cx="11704320" cy="609600"/>
            </a:xfrm>
            <a:custGeom>
              <a:avLst/>
              <a:gdLst/>
              <a:ahLst/>
              <a:cxnLst/>
              <a:rect r="r" b="b" t="t" l="l"/>
              <a:pathLst>
                <a:path h="609600" w="11704320">
                  <a:moveTo>
                    <a:pt x="0" y="0"/>
                  </a:moveTo>
                  <a:lnTo>
                    <a:pt x="11704320" y="0"/>
                  </a:lnTo>
                  <a:lnTo>
                    <a:pt x="11704320" y="609600"/>
                  </a:lnTo>
                  <a:lnTo>
                    <a:pt x="0" y="609600"/>
                  </a:lnTo>
                  <a:close/>
                </a:path>
              </a:pathLst>
            </a:custGeom>
            <a:blipFill>
              <a:blip r:embed="rId3">
                <a:alphaModFix amt="0"/>
              </a:blip>
              <a:stretch>
                <a:fillRect l="0" t="-324112" r="0" b="-324112"/>
              </a:stretch>
            </a:blipFill>
          </p:spPr>
        </p:sp>
        <p:sp>
          <p:nvSpPr>
            <p:cNvPr name="TextBox 100" id="100"/>
            <p:cNvSpPr txBox="true"/>
            <p:nvPr/>
          </p:nvSpPr>
          <p:spPr>
            <a:xfrm>
              <a:off x="0" y="-47625"/>
              <a:ext cx="11704320" cy="657225"/>
            </a:xfrm>
            <a:prstGeom prst="rect">
              <a:avLst/>
            </a:prstGeom>
          </p:spPr>
          <p:txBody>
            <a:bodyPr anchor="ctr" rtlCol="false" tIns="0" lIns="0" bIns="0" rIns="0"/>
            <a:lstStyle/>
            <a:p>
              <a:pPr algn="l">
                <a:lnSpc>
                  <a:spcPts val="2759"/>
                </a:lnSpc>
              </a:pPr>
              <a:r>
                <a:rPr lang="en-US" sz="2299">
                  <a:solidFill>
                    <a:srgbClr val="4A4A6A"/>
                  </a:solidFill>
                  <a:latin typeface="Calibri (MS)"/>
                  <a:ea typeface="Calibri (MS)"/>
                  <a:cs typeface="Calibri (MS)"/>
                  <a:sym typeface="Calibri (MS)"/>
                </a:rPr>
                <a:t>Código organizado y coherente con el PMV</a:t>
              </a:r>
            </a:p>
          </p:txBody>
        </p:sp>
      </p:grpSp>
      <p:grpSp>
        <p:nvGrpSpPr>
          <p:cNvPr name="Group 101" id="101"/>
          <p:cNvGrpSpPr/>
          <p:nvPr/>
        </p:nvGrpSpPr>
        <p:grpSpPr>
          <a:xfrm rot="0">
            <a:off x="7851143" y="7046471"/>
            <a:ext cx="9900923" cy="1159259"/>
            <a:chOff x="0" y="0"/>
            <a:chExt cx="13201231" cy="1545679"/>
          </a:xfrm>
        </p:grpSpPr>
        <p:sp>
          <p:nvSpPr>
            <p:cNvPr name="Freeform 102" id="102"/>
            <p:cNvSpPr/>
            <p:nvPr/>
          </p:nvSpPr>
          <p:spPr>
            <a:xfrm flipH="false" flipV="false" rot="0">
              <a:off x="0" y="0"/>
              <a:ext cx="13201142" cy="1545590"/>
            </a:xfrm>
            <a:custGeom>
              <a:avLst/>
              <a:gdLst/>
              <a:ahLst/>
              <a:cxnLst/>
              <a:rect r="r" b="b" t="t" l="l"/>
              <a:pathLst>
                <a:path h="1545590" w="13201142">
                  <a:moveTo>
                    <a:pt x="0" y="199390"/>
                  </a:moveTo>
                  <a:cubicBezTo>
                    <a:pt x="0" y="89281"/>
                    <a:pt x="89281" y="0"/>
                    <a:pt x="199390" y="0"/>
                  </a:cubicBezTo>
                  <a:lnTo>
                    <a:pt x="13001752" y="0"/>
                  </a:lnTo>
                  <a:cubicBezTo>
                    <a:pt x="13111862" y="0"/>
                    <a:pt x="13201142" y="89281"/>
                    <a:pt x="13201142" y="199390"/>
                  </a:cubicBezTo>
                  <a:lnTo>
                    <a:pt x="13201142" y="1346200"/>
                  </a:lnTo>
                  <a:cubicBezTo>
                    <a:pt x="13201142" y="1456309"/>
                    <a:pt x="13111862" y="1545590"/>
                    <a:pt x="13001752" y="1545590"/>
                  </a:cubicBezTo>
                  <a:lnTo>
                    <a:pt x="199390" y="1545590"/>
                  </a:lnTo>
                  <a:cubicBezTo>
                    <a:pt x="89281" y="1545717"/>
                    <a:pt x="0" y="1456436"/>
                    <a:pt x="0" y="1346200"/>
                  </a:cubicBezTo>
                  <a:close/>
                </a:path>
              </a:pathLst>
            </a:custGeom>
            <a:solidFill>
              <a:srgbClr val="EBF2FA"/>
            </a:solidFill>
            <a:ln w="25400" cap="sq">
              <a:solidFill>
                <a:srgbClr val="CADCFC"/>
              </a:solidFill>
              <a:prstDash val="solid"/>
              <a:miter/>
            </a:ln>
          </p:spPr>
        </p:sp>
      </p:grpSp>
      <p:grpSp>
        <p:nvGrpSpPr>
          <p:cNvPr name="Group 103" id="103"/>
          <p:cNvGrpSpPr/>
          <p:nvPr/>
        </p:nvGrpSpPr>
        <p:grpSpPr>
          <a:xfrm rot="0">
            <a:off x="8046720" y="7205472"/>
            <a:ext cx="548640" cy="731520"/>
            <a:chOff x="0" y="0"/>
            <a:chExt cx="731520" cy="975360"/>
          </a:xfrm>
        </p:grpSpPr>
        <p:sp>
          <p:nvSpPr>
            <p:cNvPr name="Freeform 104" id="104"/>
            <p:cNvSpPr/>
            <p:nvPr/>
          </p:nvSpPr>
          <p:spPr>
            <a:xfrm flipH="false" flipV="false" rot="0">
              <a:off x="0" y="0"/>
              <a:ext cx="731520" cy="975360"/>
            </a:xfrm>
            <a:custGeom>
              <a:avLst/>
              <a:gdLst/>
              <a:ahLst/>
              <a:cxnLst/>
              <a:rect r="r" b="b" t="t" l="l"/>
              <a:pathLst>
                <a:path h="975360" w="731520">
                  <a:moveTo>
                    <a:pt x="0" y="0"/>
                  </a:moveTo>
                  <a:lnTo>
                    <a:pt x="731520" y="0"/>
                  </a:lnTo>
                  <a:lnTo>
                    <a:pt x="731520" y="975360"/>
                  </a:lnTo>
                  <a:lnTo>
                    <a:pt x="0" y="975360"/>
                  </a:lnTo>
                  <a:close/>
                </a:path>
              </a:pathLst>
            </a:custGeom>
            <a:blipFill>
              <a:blip r:embed="rId3">
                <a:alphaModFix amt="0"/>
              </a:blip>
              <a:stretch>
                <a:fillRect l="-121071" t="0" r="-121071" b="0"/>
              </a:stretch>
            </a:blipFill>
          </p:spPr>
        </p:sp>
        <p:sp>
          <p:nvSpPr>
            <p:cNvPr name="TextBox 105" id="105"/>
            <p:cNvSpPr txBox="true"/>
            <p:nvPr/>
          </p:nvSpPr>
          <p:spPr>
            <a:xfrm>
              <a:off x="0" y="-57150"/>
              <a:ext cx="731520" cy="1032510"/>
            </a:xfrm>
            <a:prstGeom prst="rect">
              <a:avLst/>
            </a:prstGeom>
          </p:spPr>
          <p:txBody>
            <a:bodyPr anchor="ctr" rtlCol="false" tIns="0" lIns="0" bIns="0" rIns="0"/>
            <a:lstStyle/>
            <a:p>
              <a:pPr algn="l">
                <a:lnSpc>
                  <a:spcPts val="3479"/>
                </a:lnSpc>
              </a:pPr>
              <a:r>
                <a:rPr lang="en-US" sz="2899" b="true">
                  <a:solidFill>
                    <a:srgbClr val="028090"/>
                  </a:solidFill>
                  <a:latin typeface="Calibri (MS) Bold"/>
                  <a:ea typeface="Calibri (MS) Bold"/>
                  <a:cs typeface="Calibri (MS) Bold"/>
                  <a:sym typeface="Calibri (MS) Bold"/>
                </a:rPr>
                <a:t>✓</a:t>
              </a:r>
            </a:p>
          </p:txBody>
        </p:sp>
      </p:grpSp>
      <p:grpSp>
        <p:nvGrpSpPr>
          <p:cNvPr name="Group 106" id="106"/>
          <p:cNvGrpSpPr/>
          <p:nvPr/>
        </p:nvGrpSpPr>
        <p:grpSpPr>
          <a:xfrm rot="0">
            <a:off x="8686800" y="7150608"/>
            <a:ext cx="8778240" cy="548640"/>
            <a:chOff x="0" y="0"/>
            <a:chExt cx="11704320" cy="731520"/>
          </a:xfrm>
        </p:grpSpPr>
        <p:sp>
          <p:nvSpPr>
            <p:cNvPr name="Freeform 107" id="107"/>
            <p:cNvSpPr/>
            <p:nvPr/>
          </p:nvSpPr>
          <p:spPr>
            <a:xfrm flipH="false" flipV="false" rot="0">
              <a:off x="0" y="0"/>
              <a:ext cx="11704320" cy="731520"/>
            </a:xfrm>
            <a:custGeom>
              <a:avLst/>
              <a:gdLst/>
              <a:ahLst/>
              <a:cxnLst/>
              <a:rect r="r" b="b" t="t" l="l"/>
              <a:pathLst>
                <a:path h="731520" w="11704320">
                  <a:moveTo>
                    <a:pt x="0" y="0"/>
                  </a:moveTo>
                  <a:lnTo>
                    <a:pt x="11704320" y="0"/>
                  </a:lnTo>
                  <a:lnTo>
                    <a:pt x="11704320" y="731520"/>
                  </a:lnTo>
                  <a:lnTo>
                    <a:pt x="0" y="731520"/>
                  </a:lnTo>
                  <a:close/>
                </a:path>
              </a:pathLst>
            </a:custGeom>
            <a:blipFill>
              <a:blip r:embed="rId3">
                <a:alphaModFix amt="0"/>
              </a:blip>
              <a:stretch>
                <a:fillRect l="0" t="-261760" r="0" b="-261760"/>
              </a:stretch>
            </a:blipFill>
          </p:spPr>
        </p:sp>
        <p:sp>
          <p:nvSpPr>
            <p:cNvPr name="TextBox 108" id="108"/>
            <p:cNvSpPr txBox="true"/>
            <p:nvPr/>
          </p:nvSpPr>
          <p:spPr>
            <a:xfrm>
              <a:off x="0" y="-47625"/>
              <a:ext cx="11704320" cy="779145"/>
            </a:xfrm>
            <a:prstGeom prst="rect">
              <a:avLst/>
            </a:prstGeom>
          </p:spPr>
          <p:txBody>
            <a:bodyPr anchor="ctr" rtlCol="false" tIns="0" lIns="0" bIns="0" rIns="0"/>
            <a:lstStyle/>
            <a:p>
              <a:pPr algn="l">
                <a:lnSpc>
                  <a:spcPts val="2999"/>
                </a:lnSpc>
              </a:pPr>
              <a:r>
                <a:rPr lang="en-US" sz="2499" b="true">
                  <a:solidFill>
                    <a:srgbClr val="1E2761"/>
                  </a:solidFill>
                  <a:latin typeface="Calibri (MS) Bold"/>
                  <a:ea typeface="Calibri (MS) Bold"/>
                  <a:cs typeface="Calibri (MS) Bold"/>
                  <a:sym typeface="Calibri (MS) Bold"/>
                </a:rPr>
                <a:t>Adecuada al alcance</a:t>
              </a:r>
            </a:p>
          </p:txBody>
        </p:sp>
      </p:grpSp>
      <p:grpSp>
        <p:nvGrpSpPr>
          <p:cNvPr name="Group 109" id="109"/>
          <p:cNvGrpSpPr/>
          <p:nvPr/>
        </p:nvGrpSpPr>
        <p:grpSpPr>
          <a:xfrm rot="0">
            <a:off x="8686800" y="7699248"/>
            <a:ext cx="8778240" cy="457200"/>
            <a:chOff x="0" y="0"/>
            <a:chExt cx="11704320" cy="609600"/>
          </a:xfrm>
        </p:grpSpPr>
        <p:sp>
          <p:nvSpPr>
            <p:cNvPr name="Freeform 110" id="110"/>
            <p:cNvSpPr/>
            <p:nvPr/>
          </p:nvSpPr>
          <p:spPr>
            <a:xfrm flipH="false" flipV="false" rot="0">
              <a:off x="0" y="0"/>
              <a:ext cx="11704320" cy="609600"/>
            </a:xfrm>
            <a:custGeom>
              <a:avLst/>
              <a:gdLst/>
              <a:ahLst/>
              <a:cxnLst/>
              <a:rect r="r" b="b" t="t" l="l"/>
              <a:pathLst>
                <a:path h="609600" w="11704320">
                  <a:moveTo>
                    <a:pt x="0" y="0"/>
                  </a:moveTo>
                  <a:lnTo>
                    <a:pt x="11704320" y="0"/>
                  </a:lnTo>
                  <a:lnTo>
                    <a:pt x="11704320" y="609600"/>
                  </a:lnTo>
                  <a:lnTo>
                    <a:pt x="0" y="609600"/>
                  </a:lnTo>
                  <a:close/>
                </a:path>
              </a:pathLst>
            </a:custGeom>
            <a:blipFill>
              <a:blip r:embed="rId3">
                <a:alphaModFix amt="0"/>
              </a:blip>
              <a:stretch>
                <a:fillRect l="0" t="-324112" r="0" b="-324112"/>
              </a:stretch>
            </a:blipFill>
          </p:spPr>
        </p:sp>
        <p:sp>
          <p:nvSpPr>
            <p:cNvPr name="TextBox 111" id="111"/>
            <p:cNvSpPr txBox="true"/>
            <p:nvPr/>
          </p:nvSpPr>
          <p:spPr>
            <a:xfrm>
              <a:off x="0" y="-47625"/>
              <a:ext cx="11704320" cy="657225"/>
            </a:xfrm>
            <a:prstGeom prst="rect">
              <a:avLst/>
            </a:prstGeom>
          </p:spPr>
          <p:txBody>
            <a:bodyPr anchor="ctr" rtlCol="false" tIns="0" lIns="0" bIns="0" rIns="0"/>
            <a:lstStyle/>
            <a:p>
              <a:pPr algn="l">
                <a:lnSpc>
                  <a:spcPts val="2759"/>
                </a:lnSpc>
              </a:pPr>
              <a:r>
                <a:rPr lang="en-US" sz="2299">
                  <a:solidFill>
                    <a:srgbClr val="4A4A6A"/>
                  </a:solidFill>
                  <a:latin typeface="Calibri (MS)"/>
                  <a:ea typeface="Calibri (MS)"/>
                  <a:cs typeface="Calibri (MS)"/>
                  <a:sym typeface="Calibri (MS)"/>
                </a:rPr>
                <a:t>Evita complejidad distribuida innecesaria</a:t>
              </a:r>
            </a:p>
          </p:txBody>
        </p:sp>
      </p:grpSp>
      <p:grpSp>
        <p:nvGrpSpPr>
          <p:cNvPr name="Group 112" id="112"/>
          <p:cNvGrpSpPr/>
          <p:nvPr/>
        </p:nvGrpSpPr>
        <p:grpSpPr>
          <a:xfrm rot="0">
            <a:off x="7851143" y="8454647"/>
            <a:ext cx="9900923" cy="1159259"/>
            <a:chOff x="0" y="0"/>
            <a:chExt cx="13201231" cy="1545679"/>
          </a:xfrm>
        </p:grpSpPr>
        <p:sp>
          <p:nvSpPr>
            <p:cNvPr name="Freeform 113" id="113"/>
            <p:cNvSpPr/>
            <p:nvPr/>
          </p:nvSpPr>
          <p:spPr>
            <a:xfrm flipH="false" flipV="false" rot="0">
              <a:off x="0" y="0"/>
              <a:ext cx="13201142" cy="1545590"/>
            </a:xfrm>
            <a:custGeom>
              <a:avLst/>
              <a:gdLst/>
              <a:ahLst/>
              <a:cxnLst/>
              <a:rect r="r" b="b" t="t" l="l"/>
              <a:pathLst>
                <a:path h="1545590" w="13201142">
                  <a:moveTo>
                    <a:pt x="0" y="199390"/>
                  </a:moveTo>
                  <a:cubicBezTo>
                    <a:pt x="0" y="89281"/>
                    <a:pt x="89281" y="0"/>
                    <a:pt x="199390" y="0"/>
                  </a:cubicBezTo>
                  <a:lnTo>
                    <a:pt x="13001752" y="0"/>
                  </a:lnTo>
                  <a:cubicBezTo>
                    <a:pt x="13111862" y="0"/>
                    <a:pt x="13201142" y="89281"/>
                    <a:pt x="13201142" y="199390"/>
                  </a:cubicBezTo>
                  <a:lnTo>
                    <a:pt x="13201142" y="1346200"/>
                  </a:lnTo>
                  <a:cubicBezTo>
                    <a:pt x="13201142" y="1456309"/>
                    <a:pt x="13111862" y="1545590"/>
                    <a:pt x="13001752" y="1545590"/>
                  </a:cubicBezTo>
                  <a:lnTo>
                    <a:pt x="199390" y="1545590"/>
                  </a:lnTo>
                  <a:cubicBezTo>
                    <a:pt x="89281" y="1545717"/>
                    <a:pt x="0" y="1456436"/>
                    <a:pt x="0" y="1346200"/>
                  </a:cubicBezTo>
                  <a:close/>
                </a:path>
              </a:pathLst>
            </a:custGeom>
            <a:solidFill>
              <a:srgbClr val="FFFFFF"/>
            </a:solidFill>
            <a:ln w="25400" cap="sq">
              <a:solidFill>
                <a:srgbClr val="CADCFC"/>
              </a:solidFill>
              <a:prstDash val="solid"/>
              <a:miter/>
            </a:ln>
          </p:spPr>
        </p:sp>
      </p:grpSp>
      <p:grpSp>
        <p:nvGrpSpPr>
          <p:cNvPr name="Group 114" id="114"/>
          <p:cNvGrpSpPr/>
          <p:nvPr/>
        </p:nvGrpSpPr>
        <p:grpSpPr>
          <a:xfrm rot="0">
            <a:off x="8046720" y="8613648"/>
            <a:ext cx="548640" cy="731520"/>
            <a:chOff x="0" y="0"/>
            <a:chExt cx="731520" cy="975360"/>
          </a:xfrm>
        </p:grpSpPr>
        <p:sp>
          <p:nvSpPr>
            <p:cNvPr name="Freeform 115" id="115"/>
            <p:cNvSpPr/>
            <p:nvPr/>
          </p:nvSpPr>
          <p:spPr>
            <a:xfrm flipH="false" flipV="false" rot="0">
              <a:off x="0" y="0"/>
              <a:ext cx="731520" cy="975360"/>
            </a:xfrm>
            <a:custGeom>
              <a:avLst/>
              <a:gdLst/>
              <a:ahLst/>
              <a:cxnLst/>
              <a:rect r="r" b="b" t="t" l="l"/>
              <a:pathLst>
                <a:path h="975360" w="731520">
                  <a:moveTo>
                    <a:pt x="0" y="0"/>
                  </a:moveTo>
                  <a:lnTo>
                    <a:pt x="731520" y="0"/>
                  </a:lnTo>
                  <a:lnTo>
                    <a:pt x="731520" y="975360"/>
                  </a:lnTo>
                  <a:lnTo>
                    <a:pt x="0" y="975360"/>
                  </a:lnTo>
                  <a:close/>
                </a:path>
              </a:pathLst>
            </a:custGeom>
            <a:blipFill>
              <a:blip r:embed="rId3">
                <a:alphaModFix amt="0"/>
              </a:blip>
              <a:stretch>
                <a:fillRect l="-121071" t="0" r="-121071" b="0"/>
              </a:stretch>
            </a:blipFill>
          </p:spPr>
        </p:sp>
        <p:sp>
          <p:nvSpPr>
            <p:cNvPr name="TextBox 116" id="116"/>
            <p:cNvSpPr txBox="true"/>
            <p:nvPr/>
          </p:nvSpPr>
          <p:spPr>
            <a:xfrm>
              <a:off x="0" y="-57150"/>
              <a:ext cx="731520" cy="1032510"/>
            </a:xfrm>
            <a:prstGeom prst="rect">
              <a:avLst/>
            </a:prstGeom>
          </p:spPr>
          <p:txBody>
            <a:bodyPr anchor="ctr" rtlCol="false" tIns="0" lIns="0" bIns="0" rIns="0"/>
            <a:lstStyle/>
            <a:p>
              <a:pPr algn="l">
                <a:lnSpc>
                  <a:spcPts val="3479"/>
                </a:lnSpc>
              </a:pPr>
              <a:r>
                <a:rPr lang="en-US" sz="2899" b="true">
                  <a:solidFill>
                    <a:srgbClr val="028090"/>
                  </a:solidFill>
                  <a:latin typeface="Calibri (MS) Bold"/>
                  <a:ea typeface="Calibri (MS) Bold"/>
                  <a:cs typeface="Calibri (MS) Bold"/>
                  <a:sym typeface="Calibri (MS) Bold"/>
                </a:rPr>
                <a:t>✓</a:t>
              </a:r>
            </a:p>
          </p:txBody>
        </p:sp>
      </p:grpSp>
      <p:grpSp>
        <p:nvGrpSpPr>
          <p:cNvPr name="Group 117" id="117"/>
          <p:cNvGrpSpPr/>
          <p:nvPr/>
        </p:nvGrpSpPr>
        <p:grpSpPr>
          <a:xfrm rot="0">
            <a:off x="8686800" y="8558784"/>
            <a:ext cx="8778240" cy="548640"/>
            <a:chOff x="0" y="0"/>
            <a:chExt cx="11704320" cy="731520"/>
          </a:xfrm>
        </p:grpSpPr>
        <p:sp>
          <p:nvSpPr>
            <p:cNvPr name="Freeform 118" id="118"/>
            <p:cNvSpPr/>
            <p:nvPr/>
          </p:nvSpPr>
          <p:spPr>
            <a:xfrm flipH="false" flipV="false" rot="0">
              <a:off x="0" y="0"/>
              <a:ext cx="11704320" cy="731520"/>
            </a:xfrm>
            <a:custGeom>
              <a:avLst/>
              <a:gdLst/>
              <a:ahLst/>
              <a:cxnLst/>
              <a:rect r="r" b="b" t="t" l="l"/>
              <a:pathLst>
                <a:path h="731520" w="11704320">
                  <a:moveTo>
                    <a:pt x="0" y="0"/>
                  </a:moveTo>
                  <a:lnTo>
                    <a:pt x="11704320" y="0"/>
                  </a:lnTo>
                  <a:lnTo>
                    <a:pt x="11704320" y="731520"/>
                  </a:lnTo>
                  <a:lnTo>
                    <a:pt x="0" y="731520"/>
                  </a:lnTo>
                  <a:close/>
                </a:path>
              </a:pathLst>
            </a:custGeom>
            <a:blipFill>
              <a:blip r:embed="rId3">
                <a:alphaModFix amt="0"/>
              </a:blip>
              <a:stretch>
                <a:fillRect l="0" t="-261760" r="0" b="-261760"/>
              </a:stretch>
            </a:blipFill>
          </p:spPr>
        </p:sp>
        <p:sp>
          <p:nvSpPr>
            <p:cNvPr name="TextBox 119" id="119"/>
            <p:cNvSpPr txBox="true"/>
            <p:nvPr/>
          </p:nvSpPr>
          <p:spPr>
            <a:xfrm>
              <a:off x="0" y="-47625"/>
              <a:ext cx="11704320" cy="779145"/>
            </a:xfrm>
            <a:prstGeom prst="rect">
              <a:avLst/>
            </a:prstGeom>
          </p:spPr>
          <p:txBody>
            <a:bodyPr anchor="ctr" rtlCol="false" tIns="0" lIns="0" bIns="0" rIns="0"/>
            <a:lstStyle/>
            <a:p>
              <a:pPr algn="l">
                <a:lnSpc>
                  <a:spcPts val="2999"/>
                </a:lnSpc>
              </a:pPr>
              <a:r>
                <a:rPr lang="en-US" sz="2499" b="true">
                  <a:solidFill>
                    <a:srgbClr val="1E2761"/>
                  </a:solidFill>
                  <a:latin typeface="Calibri (MS) Bold"/>
                  <a:ea typeface="Calibri (MS) Bold"/>
                  <a:cs typeface="Calibri (MS) Bold"/>
                  <a:sym typeface="Calibri (MS) Bold"/>
                </a:rPr>
                <a:t>Equipo pequeño</a:t>
              </a:r>
            </a:p>
          </p:txBody>
        </p:sp>
      </p:grpSp>
      <p:grpSp>
        <p:nvGrpSpPr>
          <p:cNvPr name="Group 120" id="120"/>
          <p:cNvGrpSpPr/>
          <p:nvPr/>
        </p:nvGrpSpPr>
        <p:grpSpPr>
          <a:xfrm rot="0">
            <a:off x="8686800" y="9107424"/>
            <a:ext cx="8778240" cy="457200"/>
            <a:chOff x="0" y="0"/>
            <a:chExt cx="11704320" cy="609600"/>
          </a:xfrm>
        </p:grpSpPr>
        <p:sp>
          <p:nvSpPr>
            <p:cNvPr name="Freeform 121" id="121"/>
            <p:cNvSpPr/>
            <p:nvPr/>
          </p:nvSpPr>
          <p:spPr>
            <a:xfrm flipH="false" flipV="false" rot="0">
              <a:off x="0" y="0"/>
              <a:ext cx="11704320" cy="609600"/>
            </a:xfrm>
            <a:custGeom>
              <a:avLst/>
              <a:gdLst/>
              <a:ahLst/>
              <a:cxnLst/>
              <a:rect r="r" b="b" t="t" l="l"/>
              <a:pathLst>
                <a:path h="609600" w="11704320">
                  <a:moveTo>
                    <a:pt x="0" y="0"/>
                  </a:moveTo>
                  <a:lnTo>
                    <a:pt x="11704320" y="0"/>
                  </a:lnTo>
                  <a:lnTo>
                    <a:pt x="11704320" y="609600"/>
                  </a:lnTo>
                  <a:lnTo>
                    <a:pt x="0" y="609600"/>
                  </a:lnTo>
                  <a:close/>
                </a:path>
              </a:pathLst>
            </a:custGeom>
            <a:blipFill>
              <a:blip r:embed="rId3">
                <a:alphaModFix amt="0"/>
              </a:blip>
              <a:stretch>
                <a:fillRect l="0" t="-324112" r="0" b="-324112"/>
              </a:stretch>
            </a:blipFill>
          </p:spPr>
        </p:sp>
        <p:sp>
          <p:nvSpPr>
            <p:cNvPr name="TextBox 122" id="122"/>
            <p:cNvSpPr txBox="true"/>
            <p:nvPr/>
          </p:nvSpPr>
          <p:spPr>
            <a:xfrm>
              <a:off x="0" y="-47625"/>
              <a:ext cx="11704320" cy="657225"/>
            </a:xfrm>
            <a:prstGeom prst="rect">
              <a:avLst/>
            </a:prstGeom>
          </p:spPr>
          <p:txBody>
            <a:bodyPr anchor="ctr" rtlCol="false" tIns="0" lIns="0" bIns="0" rIns="0"/>
            <a:lstStyle/>
            <a:p>
              <a:pPr algn="l">
                <a:lnSpc>
                  <a:spcPts val="2759"/>
                </a:lnSpc>
              </a:pPr>
              <a:r>
                <a:rPr lang="en-US" sz="2299">
                  <a:solidFill>
                    <a:srgbClr val="4A4A6A"/>
                  </a:solidFill>
                  <a:latin typeface="Calibri (MS)"/>
                  <a:ea typeface="Calibri (MS)"/>
                  <a:cs typeface="Calibri (MS)"/>
                  <a:sym typeface="Calibri (MS)"/>
                </a:rPr>
                <a:t>Sin overhead de gestión distribuida</a:t>
              </a:r>
            </a:p>
          </p:txBody>
        </p:sp>
      </p:grpSp>
      <p:sp>
        <p:nvSpPr>
          <p:cNvPr name="Freeform 123" id="123"/>
          <p:cNvSpPr/>
          <p:nvPr/>
        </p:nvSpPr>
        <p:spPr>
          <a:xfrm flipH="false" flipV="false" rot="0">
            <a:off x="13644173" y="170126"/>
            <a:ext cx="4226777" cy="1056694"/>
          </a:xfrm>
          <a:custGeom>
            <a:avLst/>
            <a:gdLst/>
            <a:ahLst/>
            <a:cxnLst/>
            <a:rect r="r" b="b" t="t" l="l"/>
            <a:pathLst>
              <a:path h="1056694" w="4226777">
                <a:moveTo>
                  <a:pt x="0" y="0"/>
                </a:moveTo>
                <a:lnTo>
                  <a:pt x="4226777" y="0"/>
                </a:lnTo>
                <a:lnTo>
                  <a:pt x="4226777" y="1056694"/>
                </a:lnTo>
                <a:lnTo>
                  <a:pt x="0" y="1056694"/>
                </a:lnTo>
                <a:lnTo>
                  <a:pt x="0" y="0"/>
                </a:lnTo>
                <a:close/>
              </a:path>
            </a:pathLst>
          </a:custGeom>
          <a:blipFill>
            <a:blip r:embed="rId4"/>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9144000" cy="1645920"/>
            <a:chOff x="0" y="0"/>
            <a:chExt cx="12192000" cy="2194560"/>
          </a:xfrm>
        </p:grpSpPr>
        <p:sp>
          <p:nvSpPr>
            <p:cNvPr name="Freeform 3" id="3"/>
            <p:cNvSpPr/>
            <p:nvPr/>
          </p:nvSpPr>
          <p:spPr>
            <a:xfrm flipH="false" flipV="false" rot="0">
              <a:off x="0" y="0"/>
              <a:ext cx="12192000" cy="2194560"/>
            </a:xfrm>
            <a:custGeom>
              <a:avLst/>
              <a:gdLst/>
              <a:ahLst/>
              <a:cxnLst/>
              <a:rect r="r" b="b" t="t" l="l"/>
              <a:pathLst>
                <a:path h="2194560" w="12192000">
                  <a:moveTo>
                    <a:pt x="0" y="0"/>
                  </a:moveTo>
                  <a:lnTo>
                    <a:pt x="12192000" y="0"/>
                  </a:lnTo>
                  <a:lnTo>
                    <a:pt x="12192000" y="2194560"/>
                  </a:lnTo>
                  <a:lnTo>
                    <a:pt x="0" y="2194560"/>
                  </a:lnTo>
                  <a:close/>
                </a:path>
              </a:pathLst>
            </a:custGeom>
            <a:solidFill>
              <a:srgbClr val="1E2761"/>
            </a:solidFill>
          </p:spPr>
        </p:sp>
      </p:grpSp>
      <p:grpSp>
        <p:nvGrpSpPr>
          <p:cNvPr name="Group 4" id="4"/>
          <p:cNvGrpSpPr/>
          <p:nvPr/>
        </p:nvGrpSpPr>
        <p:grpSpPr>
          <a:xfrm rot="0">
            <a:off x="914400" y="274320"/>
            <a:ext cx="6966824" cy="1097280"/>
            <a:chOff x="0" y="0"/>
            <a:chExt cx="9289099" cy="1463040"/>
          </a:xfrm>
        </p:grpSpPr>
        <p:sp>
          <p:nvSpPr>
            <p:cNvPr name="Freeform 5" id="5"/>
            <p:cNvSpPr/>
            <p:nvPr/>
          </p:nvSpPr>
          <p:spPr>
            <a:xfrm flipH="false" flipV="false" rot="0">
              <a:off x="0" y="0"/>
              <a:ext cx="9289099" cy="1463040"/>
            </a:xfrm>
            <a:custGeom>
              <a:avLst/>
              <a:gdLst/>
              <a:ahLst/>
              <a:cxnLst/>
              <a:rect r="r" b="b" t="t" l="l"/>
              <a:pathLst>
                <a:path h="1463040" w="9289099">
                  <a:moveTo>
                    <a:pt x="0" y="0"/>
                  </a:moveTo>
                  <a:lnTo>
                    <a:pt x="9289099" y="0"/>
                  </a:lnTo>
                  <a:lnTo>
                    <a:pt x="9289099" y="1463040"/>
                  </a:lnTo>
                  <a:lnTo>
                    <a:pt x="0" y="1463040"/>
                  </a:lnTo>
                  <a:close/>
                </a:path>
              </a:pathLst>
            </a:custGeom>
            <a:blipFill>
              <a:blip r:embed="rId3">
                <a:alphaModFix amt="0"/>
              </a:blip>
              <a:stretch>
                <a:fillRect l="0" t="-242275" r="-136251" b="-242275"/>
              </a:stretch>
            </a:blipFill>
          </p:spPr>
        </p:sp>
        <p:sp>
          <p:nvSpPr>
            <p:cNvPr name="TextBox 6" id="6"/>
            <p:cNvSpPr txBox="true"/>
            <p:nvPr/>
          </p:nvSpPr>
          <p:spPr>
            <a:xfrm>
              <a:off x="0" y="-85725"/>
              <a:ext cx="9289099" cy="1548765"/>
            </a:xfrm>
            <a:prstGeom prst="rect">
              <a:avLst/>
            </a:prstGeom>
          </p:spPr>
          <p:txBody>
            <a:bodyPr anchor="ctr" rtlCol="false" tIns="0" lIns="0" bIns="0" rIns="0"/>
            <a:lstStyle/>
            <a:p>
              <a:pPr algn="l">
                <a:lnSpc>
                  <a:spcPts val="5759"/>
                </a:lnSpc>
              </a:pPr>
              <a:r>
                <a:rPr lang="en-US" sz="4800" b="true">
                  <a:solidFill>
                    <a:srgbClr val="FFFFFF"/>
                  </a:solidFill>
                  <a:latin typeface="Calibri (MS) Bold"/>
                  <a:ea typeface="Calibri (MS) Bold"/>
                  <a:cs typeface="Calibri (MS) Bold"/>
                  <a:sym typeface="Calibri (MS) Bold"/>
                </a:rPr>
                <a:t>Metodología de Trabajo</a:t>
              </a:r>
            </a:p>
          </p:txBody>
        </p:sp>
      </p:grpSp>
      <p:grpSp>
        <p:nvGrpSpPr>
          <p:cNvPr name="Group 7" id="7"/>
          <p:cNvGrpSpPr/>
          <p:nvPr/>
        </p:nvGrpSpPr>
        <p:grpSpPr>
          <a:xfrm rot="0">
            <a:off x="627383" y="1907543"/>
            <a:ext cx="2494283" cy="1671323"/>
            <a:chOff x="0" y="0"/>
            <a:chExt cx="3325711" cy="2228431"/>
          </a:xfrm>
        </p:grpSpPr>
        <p:sp>
          <p:nvSpPr>
            <p:cNvPr name="Freeform 8" id="8"/>
            <p:cNvSpPr/>
            <p:nvPr/>
          </p:nvSpPr>
          <p:spPr>
            <a:xfrm flipH="false" flipV="false" rot="0">
              <a:off x="0" y="0"/>
              <a:ext cx="3325749" cy="2228469"/>
            </a:xfrm>
            <a:custGeom>
              <a:avLst/>
              <a:gdLst/>
              <a:ahLst/>
              <a:cxnLst/>
              <a:rect r="r" b="b" t="t" l="l"/>
              <a:pathLst>
                <a:path h="2228469" w="3325749">
                  <a:moveTo>
                    <a:pt x="0" y="173355"/>
                  </a:moveTo>
                  <a:cubicBezTo>
                    <a:pt x="0" y="77597"/>
                    <a:pt x="77597" y="0"/>
                    <a:pt x="173355" y="0"/>
                  </a:cubicBezTo>
                  <a:lnTo>
                    <a:pt x="3152394" y="0"/>
                  </a:lnTo>
                  <a:cubicBezTo>
                    <a:pt x="3248152" y="0"/>
                    <a:pt x="3325749" y="77597"/>
                    <a:pt x="3325749" y="173355"/>
                  </a:cubicBezTo>
                  <a:lnTo>
                    <a:pt x="3325749" y="2055114"/>
                  </a:lnTo>
                  <a:cubicBezTo>
                    <a:pt x="3325749" y="2150872"/>
                    <a:pt x="3248152" y="2228469"/>
                    <a:pt x="3152394" y="2228469"/>
                  </a:cubicBezTo>
                  <a:lnTo>
                    <a:pt x="173355" y="2228469"/>
                  </a:lnTo>
                  <a:cubicBezTo>
                    <a:pt x="77597" y="2228469"/>
                    <a:pt x="0" y="2150872"/>
                    <a:pt x="0" y="2055114"/>
                  </a:cubicBezTo>
                  <a:close/>
                </a:path>
              </a:pathLst>
            </a:custGeom>
            <a:solidFill>
              <a:srgbClr val="028090"/>
            </a:solidFill>
            <a:ln w="25400" cap="sq">
              <a:solidFill>
                <a:srgbClr val="028090"/>
              </a:solidFill>
              <a:prstDash val="solid"/>
              <a:miter/>
            </a:ln>
          </p:spPr>
        </p:sp>
      </p:grpSp>
      <p:grpSp>
        <p:nvGrpSpPr>
          <p:cNvPr name="Group 9" id="9"/>
          <p:cNvGrpSpPr/>
          <p:nvPr/>
        </p:nvGrpSpPr>
        <p:grpSpPr>
          <a:xfrm rot="0">
            <a:off x="713232" y="2011680"/>
            <a:ext cx="2322576" cy="1463040"/>
            <a:chOff x="0" y="0"/>
            <a:chExt cx="3096768" cy="1950720"/>
          </a:xfrm>
        </p:grpSpPr>
        <p:sp>
          <p:nvSpPr>
            <p:cNvPr name="Freeform 10" id="10"/>
            <p:cNvSpPr/>
            <p:nvPr/>
          </p:nvSpPr>
          <p:spPr>
            <a:xfrm flipH="false" flipV="false" rot="0">
              <a:off x="0" y="0"/>
              <a:ext cx="3096768" cy="1950720"/>
            </a:xfrm>
            <a:custGeom>
              <a:avLst/>
              <a:gdLst/>
              <a:ahLst/>
              <a:cxnLst/>
              <a:rect r="r" b="b" t="t" l="l"/>
              <a:pathLst>
                <a:path h="1950720" w="3096768">
                  <a:moveTo>
                    <a:pt x="0" y="0"/>
                  </a:moveTo>
                  <a:lnTo>
                    <a:pt x="3096768" y="0"/>
                  </a:lnTo>
                  <a:lnTo>
                    <a:pt x="3096768" y="1950720"/>
                  </a:lnTo>
                  <a:lnTo>
                    <a:pt x="0" y="1950720"/>
                  </a:lnTo>
                  <a:close/>
                </a:path>
              </a:pathLst>
            </a:custGeom>
            <a:blipFill>
              <a:blip r:embed="rId3">
                <a:alphaModFix amt="0"/>
              </a:blip>
              <a:stretch>
                <a:fillRect l="-30821" t="0" r="-30821" b="0"/>
              </a:stretch>
            </a:blipFill>
          </p:spPr>
        </p:sp>
        <p:sp>
          <p:nvSpPr>
            <p:cNvPr name="TextBox 11" id="11"/>
            <p:cNvSpPr txBox="true"/>
            <p:nvPr/>
          </p:nvSpPr>
          <p:spPr>
            <a:xfrm>
              <a:off x="0" y="-47625"/>
              <a:ext cx="3096768" cy="1998345"/>
            </a:xfrm>
            <a:prstGeom prst="rect">
              <a:avLst/>
            </a:prstGeom>
          </p:spPr>
          <p:txBody>
            <a:bodyPr anchor="ctr" rtlCol="false" tIns="0" lIns="0" bIns="0" rIns="0"/>
            <a:lstStyle/>
            <a:p>
              <a:pPr algn="ctr">
                <a:lnSpc>
                  <a:spcPts val="2759"/>
                </a:lnSpc>
              </a:pPr>
              <a:r>
                <a:rPr lang="en-US" sz="2299" b="true">
                  <a:solidFill>
                    <a:srgbClr val="FFFFFF"/>
                  </a:solidFill>
                  <a:latin typeface="Calibri (MS) Bold"/>
                  <a:ea typeface="Calibri (MS) Bold"/>
                  <a:cs typeface="Calibri (MS) Bold"/>
                  <a:sym typeface="Calibri (MS) Bold"/>
                </a:rPr>
                <a:t>Épicas</a:t>
              </a:r>
            </a:p>
          </p:txBody>
        </p:sp>
      </p:grpSp>
      <p:grpSp>
        <p:nvGrpSpPr>
          <p:cNvPr name="Group 12" id="12"/>
          <p:cNvGrpSpPr/>
          <p:nvPr/>
        </p:nvGrpSpPr>
        <p:grpSpPr>
          <a:xfrm rot="0">
            <a:off x="2997708" y="2523744"/>
            <a:ext cx="640080" cy="782817"/>
            <a:chOff x="0" y="0"/>
            <a:chExt cx="853440" cy="1043756"/>
          </a:xfrm>
        </p:grpSpPr>
        <p:sp>
          <p:nvSpPr>
            <p:cNvPr name="Freeform 13" id="13"/>
            <p:cNvSpPr/>
            <p:nvPr/>
          </p:nvSpPr>
          <p:spPr>
            <a:xfrm flipH="false" flipV="false" rot="0">
              <a:off x="0" y="0"/>
              <a:ext cx="853440" cy="1043756"/>
            </a:xfrm>
            <a:custGeom>
              <a:avLst/>
              <a:gdLst/>
              <a:ahLst/>
              <a:cxnLst/>
              <a:rect r="r" b="b" t="t" l="l"/>
              <a:pathLst>
                <a:path h="1043756" w="853440">
                  <a:moveTo>
                    <a:pt x="0" y="0"/>
                  </a:moveTo>
                  <a:lnTo>
                    <a:pt x="853440" y="0"/>
                  </a:lnTo>
                  <a:lnTo>
                    <a:pt x="853440" y="1043756"/>
                  </a:lnTo>
                  <a:lnTo>
                    <a:pt x="0" y="1043756"/>
                  </a:lnTo>
                  <a:close/>
                </a:path>
              </a:pathLst>
            </a:custGeom>
            <a:blipFill>
              <a:blip r:embed="rId3">
                <a:alphaModFix amt="0"/>
              </a:blip>
              <a:stretch>
                <a:fillRect l="-59974" t="0" r="-59974" b="29914"/>
              </a:stretch>
            </a:blipFill>
          </p:spPr>
        </p:sp>
        <p:sp>
          <p:nvSpPr>
            <p:cNvPr name="TextBox 14" id="14"/>
            <p:cNvSpPr txBox="true"/>
            <p:nvPr/>
          </p:nvSpPr>
          <p:spPr>
            <a:xfrm>
              <a:off x="0" y="-76200"/>
              <a:ext cx="853440" cy="1119956"/>
            </a:xfrm>
            <a:prstGeom prst="rect">
              <a:avLst/>
            </a:prstGeom>
          </p:spPr>
          <p:txBody>
            <a:bodyPr anchor="ctr" rtlCol="false" tIns="0" lIns="0" bIns="0" rIns="0"/>
            <a:lstStyle/>
            <a:p>
              <a:pPr algn="ctr">
                <a:lnSpc>
                  <a:spcPts val="4679"/>
                </a:lnSpc>
              </a:pPr>
              <a:r>
                <a:rPr lang="en-US" b="true" sz="3899">
                  <a:solidFill>
                    <a:srgbClr val="000000"/>
                  </a:solidFill>
                  <a:latin typeface="Calibri (MS) Bold"/>
                  <a:ea typeface="Calibri (MS) Bold"/>
                  <a:cs typeface="Calibri (MS) Bold"/>
                  <a:sym typeface="Calibri (MS) Bold"/>
                </a:rPr>
                <a:t>→</a:t>
              </a:r>
            </a:p>
          </p:txBody>
        </p:sp>
      </p:grpSp>
      <p:grpSp>
        <p:nvGrpSpPr>
          <p:cNvPr name="Group 15" id="15"/>
          <p:cNvGrpSpPr/>
          <p:nvPr/>
        </p:nvGrpSpPr>
        <p:grpSpPr>
          <a:xfrm rot="0">
            <a:off x="3498599" y="1907543"/>
            <a:ext cx="2494283" cy="1671323"/>
            <a:chOff x="0" y="0"/>
            <a:chExt cx="3325711" cy="2228431"/>
          </a:xfrm>
        </p:grpSpPr>
        <p:sp>
          <p:nvSpPr>
            <p:cNvPr name="Freeform 16" id="16"/>
            <p:cNvSpPr/>
            <p:nvPr/>
          </p:nvSpPr>
          <p:spPr>
            <a:xfrm flipH="false" flipV="false" rot="0">
              <a:off x="0" y="0"/>
              <a:ext cx="3325749" cy="2228469"/>
            </a:xfrm>
            <a:custGeom>
              <a:avLst/>
              <a:gdLst/>
              <a:ahLst/>
              <a:cxnLst/>
              <a:rect r="r" b="b" t="t" l="l"/>
              <a:pathLst>
                <a:path h="2228469" w="3325749">
                  <a:moveTo>
                    <a:pt x="0" y="173355"/>
                  </a:moveTo>
                  <a:cubicBezTo>
                    <a:pt x="0" y="77597"/>
                    <a:pt x="77597" y="0"/>
                    <a:pt x="173355" y="0"/>
                  </a:cubicBezTo>
                  <a:lnTo>
                    <a:pt x="3152394" y="0"/>
                  </a:lnTo>
                  <a:cubicBezTo>
                    <a:pt x="3248152" y="0"/>
                    <a:pt x="3325749" y="77597"/>
                    <a:pt x="3325749" y="173355"/>
                  </a:cubicBezTo>
                  <a:lnTo>
                    <a:pt x="3325749" y="2055114"/>
                  </a:lnTo>
                  <a:cubicBezTo>
                    <a:pt x="3325749" y="2150872"/>
                    <a:pt x="3248152" y="2228469"/>
                    <a:pt x="3152394" y="2228469"/>
                  </a:cubicBezTo>
                  <a:lnTo>
                    <a:pt x="173355" y="2228469"/>
                  </a:lnTo>
                  <a:cubicBezTo>
                    <a:pt x="77597" y="2228469"/>
                    <a:pt x="0" y="2150872"/>
                    <a:pt x="0" y="2055114"/>
                  </a:cubicBezTo>
                  <a:close/>
                </a:path>
              </a:pathLst>
            </a:custGeom>
            <a:solidFill>
              <a:srgbClr val="027A8C"/>
            </a:solidFill>
            <a:ln w="25400" cap="sq">
              <a:solidFill>
                <a:srgbClr val="027A8C"/>
              </a:solidFill>
              <a:prstDash val="solid"/>
              <a:miter/>
            </a:ln>
          </p:spPr>
        </p:sp>
      </p:grpSp>
      <p:grpSp>
        <p:nvGrpSpPr>
          <p:cNvPr name="Group 17" id="17"/>
          <p:cNvGrpSpPr/>
          <p:nvPr/>
        </p:nvGrpSpPr>
        <p:grpSpPr>
          <a:xfrm rot="0">
            <a:off x="3584448" y="2011680"/>
            <a:ext cx="2322576" cy="1463040"/>
            <a:chOff x="0" y="0"/>
            <a:chExt cx="3096768" cy="1950720"/>
          </a:xfrm>
        </p:grpSpPr>
        <p:sp>
          <p:nvSpPr>
            <p:cNvPr name="Freeform 18" id="18"/>
            <p:cNvSpPr/>
            <p:nvPr/>
          </p:nvSpPr>
          <p:spPr>
            <a:xfrm flipH="false" flipV="false" rot="0">
              <a:off x="0" y="0"/>
              <a:ext cx="3096768" cy="1950720"/>
            </a:xfrm>
            <a:custGeom>
              <a:avLst/>
              <a:gdLst/>
              <a:ahLst/>
              <a:cxnLst/>
              <a:rect r="r" b="b" t="t" l="l"/>
              <a:pathLst>
                <a:path h="1950720" w="3096768">
                  <a:moveTo>
                    <a:pt x="0" y="0"/>
                  </a:moveTo>
                  <a:lnTo>
                    <a:pt x="3096768" y="0"/>
                  </a:lnTo>
                  <a:lnTo>
                    <a:pt x="3096768" y="1950720"/>
                  </a:lnTo>
                  <a:lnTo>
                    <a:pt x="0" y="1950720"/>
                  </a:lnTo>
                  <a:close/>
                </a:path>
              </a:pathLst>
            </a:custGeom>
            <a:blipFill>
              <a:blip r:embed="rId3">
                <a:alphaModFix amt="0"/>
              </a:blip>
              <a:stretch>
                <a:fillRect l="-30821" t="0" r="-30821" b="0"/>
              </a:stretch>
            </a:blipFill>
          </p:spPr>
        </p:sp>
        <p:sp>
          <p:nvSpPr>
            <p:cNvPr name="TextBox 19" id="19"/>
            <p:cNvSpPr txBox="true"/>
            <p:nvPr/>
          </p:nvSpPr>
          <p:spPr>
            <a:xfrm>
              <a:off x="0" y="-47625"/>
              <a:ext cx="3096768" cy="1998345"/>
            </a:xfrm>
            <a:prstGeom prst="rect">
              <a:avLst/>
            </a:prstGeom>
          </p:spPr>
          <p:txBody>
            <a:bodyPr anchor="ctr" rtlCol="false" tIns="0" lIns="0" bIns="0" rIns="0"/>
            <a:lstStyle/>
            <a:p>
              <a:pPr algn="ctr">
                <a:lnSpc>
                  <a:spcPts val="2759"/>
                </a:lnSpc>
              </a:pPr>
              <a:r>
                <a:rPr lang="en-US" sz="2299" b="true">
                  <a:solidFill>
                    <a:srgbClr val="FFFFFF"/>
                  </a:solidFill>
                  <a:latin typeface="Calibri (MS) Bold"/>
                  <a:ea typeface="Calibri (MS) Bold"/>
                  <a:cs typeface="Calibri (MS) Bold"/>
                  <a:sym typeface="Calibri (MS) Bold"/>
                </a:rPr>
                <a:t>Historias</a:t>
              </a:r>
            </a:p>
            <a:p>
              <a:pPr algn="ctr">
                <a:lnSpc>
                  <a:spcPts val="2759"/>
                </a:lnSpc>
              </a:pPr>
              <a:r>
                <a:rPr lang="en-US" sz="2299" b="true">
                  <a:solidFill>
                    <a:srgbClr val="FFFFFF"/>
                  </a:solidFill>
                  <a:latin typeface="Calibri (MS) Bold"/>
                  <a:ea typeface="Calibri (MS) Bold"/>
                  <a:cs typeface="Calibri (MS) Bold"/>
                  <a:sym typeface="Calibri (MS) Bold"/>
                </a:rPr>
                <a:t>de usuario</a:t>
              </a:r>
            </a:p>
          </p:txBody>
        </p:sp>
      </p:grpSp>
      <p:grpSp>
        <p:nvGrpSpPr>
          <p:cNvPr name="Group 20" id="20"/>
          <p:cNvGrpSpPr/>
          <p:nvPr/>
        </p:nvGrpSpPr>
        <p:grpSpPr>
          <a:xfrm rot="0">
            <a:off x="6369815" y="1907543"/>
            <a:ext cx="2494283" cy="1671323"/>
            <a:chOff x="0" y="0"/>
            <a:chExt cx="3325711" cy="2228431"/>
          </a:xfrm>
        </p:grpSpPr>
        <p:sp>
          <p:nvSpPr>
            <p:cNvPr name="Freeform 21" id="21"/>
            <p:cNvSpPr/>
            <p:nvPr/>
          </p:nvSpPr>
          <p:spPr>
            <a:xfrm flipH="false" flipV="false" rot="0">
              <a:off x="0" y="0"/>
              <a:ext cx="3325749" cy="2228469"/>
            </a:xfrm>
            <a:custGeom>
              <a:avLst/>
              <a:gdLst/>
              <a:ahLst/>
              <a:cxnLst/>
              <a:rect r="r" b="b" t="t" l="l"/>
              <a:pathLst>
                <a:path h="2228469" w="3325749">
                  <a:moveTo>
                    <a:pt x="0" y="173355"/>
                  </a:moveTo>
                  <a:cubicBezTo>
                    <a:pt x="0" y="77597"/>
                    <a:pt x="77597" y="0"/>
                    <a:pt x="173355" y="0"/>
                  </a:cubicBezTo>
                  <a:lnTo>
                    <a:pt x="3152394" y="0"/>
                  </a:lnTo>
                  <a:cubicBezTo>
                    <a:pt x="3248152" y="0"/>
                    <a:pt x="3325749" y="77597"/>
                    <a:pt x="3325749" y="173355"/>
                  </a:cubicBezTo>
                  <a:lnTo>
                    <a:pt x="3325749" y="2055114"/>
                  </a:lnTo>
                  <a:cubicBezTo>
                    <a:pt x="3325749" y="2150872"/>
                    <a:pt x="3248152" y="2228469"/>
                    <a:pt x="3152394" y="2228469"/>
                  </a:cubicBezTo>
                  <a:lnTo>
                    <a:pt x="173355" y="2228469"/>
                  </a:lnTo>
                  <a:cubicBezTo>
                    <a:pt x="77597" y="2228469"/>
                    <a:pt x="0" y="2150872"/>
                    <a:pt x="0" y="2055114"/>
                  </a:cubicBezTo>
                  <a:close/>
                </a:path>
              </a:pathLst>
            </a:custGeom>
            <a:solidFill>
              <a:srgbClr val="025A6A"/>
            </a:solidFill>
            <a:ln w="25400" cap="sq">
              <a:solidFill>
                <a:srgbClr val="025A6A"/>
              </a:solidFill>
              <a:prstDash val="solid"/>
              <a:miter/>
            </a:ln>
          </p:spPr>
        </p:sp>
      </p:grpSp>
      <p:grpSp>
        <p:nvGrpSpPr>
          <p:cNvPr name="Group 22" id="22"/>
          <p:cNvGrpSpPr/>
          <p:nvPr/>
        </p:nvGrpSpPr>
        <p:grpSpPr>
          <a:xfrm rot="0">
            <a:off x="6455664" y="2011680"/>
            <a:ext cx="2322576" cy="1463040"/>
            <a:chOff x="0" y="0"/>
            <a:chExt cx="3096768" cy="1950720"/>
          </a:xfrm>
        </p:grpSpPr>
        <p:sp>
          <p:nvSpPr>
            <p:cNvPr name="Freeform 23" id="23"/>
            <p:cNvSpPr/>
            <p:nvPr/>
          </p:nvSpPr>
          <p:spPr>
            <a:xfrm flipH="false" flipV="false" rot="0">
              <a:off x="0" y="0"/>
              <a:ext cx="3096768" cy="1950720"/>
            </a:xfrm>
            <a:custGeom>
              <a:avLst/>
              <a:gdLst/>
              <a:ahLst/>
              <a:cxnLst/>
              <a:rect r="r" b="b" t="t" l="l"/>
              <a:pathLst>
                <a:path h="1950720" w="3096768">
                  <a:moveTo>
                    <a:pt x="0" y="0"/>
                  </a:moveTo>
                  <a:lnTo>
                    <a:pt x="3096768" y="0"/>
                  </a:lnTo>
                  <a:lnTo>
                    <a:pt x="3096768" y="1950720"/>
                  </a:lnTo>
                  <a:lnTo>
                    <a:pt x="0" y="1950720"/>
                  </a:lnTo>
                  <a:close/>
                </a:path>
              </a:pathLst>
            </a:custGeom>
            <a:blipFill>
              <a:blip r:embed="rId3">
                <a:alphaModFix amt="0"/>
              </a:blip>
              <a:stretch>
                <a:fillRect l="-30821" t="0" r="-30821" b="0"/>
              </a:stretch>
            </a:blipFill>
          </p:spPr>
        </p:sp>
        <p:sp>
          <p:nvSpPr>
            <p:cNvPr name="TextBox 24" id="24"/>
            <p:cNvSpPr txBox="true"/>
            <p:nvPr/>
          </p:nvSpPr>
          <p:spPr>
            <a:xfrm>
              <a:off x="0" y="-47625"/>
              <a:ext cx="3096768" cy="1998345"/>
            </a:xfrm>
            <a:prstGeom prst="rect">
              <a:avLst/>
            </a:prstGeom>
          </p:spPr>
          <p:txBody>
            <a:bodyPr anchor="ctr" rtlCol="false" tIns="0" lIns="0" bIns="0" rIns="0"/>
            <a:lstStyle/>
            <a:p>
              <a:pPr algn="ctr">
                <a:lnSpc>
                  <a:spcPts val="2759"/>
                </a:lnSpc>
              </a:pPr>
              <a:r>
                <a:rPr lang="en-US" sz="2299" b="true">
                  <a:solidFill>
                    <a:srgbClr val="FFFFFF"/>
                  </a:solidFill>
                  <a:latin typeface="Calibri (MS) Bold"/>
                  <a:ea typeface="Calibri (MS) Bold"/>
                  <a:cs typeface="Calibri (MS) Bold"/>
                  <a:sym typeface="Calibri (MS) Bold"/>
                </a:rPr>
                <a:t>Estimación</a:t>
              </a:r>
            </a:p>
            <a:p>
              <a:pPr algn="ctr">
                <a:lnSpc>
                  <a:spcPts val="2759"/>
                </a:lnSpc>
              </a:pPr>
              <a:r>
                <a:rPr lang="en-US" sz="2299" b="true">
                  <a:solidFill>
                    <a:srgbClr val="FFFFFF"/>
                  </a:solidFill>
                  <a:latin typeface="Calibri (MS) Bold"/>
                  <a:ea typeface="Calibri (MS) Bold"/>
                  <a:cs typeface="Calibri (MS) Bold"/>
                  <a:sym typeface="Calibri (MS) Bold"/>
                </a:rPr>
                <a:t>(Poker Planning)</a:t>
              </a:r>
            </a:p>
          </p:txBody>
        </p:sp>
      </p:grpSp>
      <p:grpSp>
        <p:nvGrpSpPr>
          <p:cNvPr name="Group 25" id="25"/>
          <p:cNvGrpSpPr/>
          <p:nvPr/>
        </p:nvGrpSpPr>
        <p:grpSpPr>
          <a:xfrm rot="0">
            <a:off x="9241031" y="1907543"/>
            <a:ext cx="2494283" cy="1671323"/>
            <a:chOff x="0" y="0"/>
            <a:chExt cx="3325711" cy="2228431"/>
          </a:xfrm>
        </p:grpSpPr>
        <p:sp>
          <p:nvSpPr>
            <p:cNvPr name="Freeform 26" id="26"/>
            <p:cNvSpPr/>
            <p:nvPr/>
          </p:nvSpPr>
          <p:spPr>
            <a:xfrm flipH="false" flipV="false" rot="0">
              <a:off x="0" y="0"/>
              <a:ext cx="3325749" cy="2228469"/>
            </a:xfrm>
            <a:custGeom>
              <a:avLst/>
              <a:gdLst/>
              <a:ahLst/>
              <a:cxnLst/>
              <a:rect r="r" b="b" t="t" l="l"/>
              <a:pathLst>
                <a:path h="2228469" w="3325749">
                  <a:moveTo>
                    <a:pt x="0" y="173355"/>
                  </a:moveTo>
                  <a:cubicBezTo>
                    <a:pt x="0" y="77597"/>
                    <a:pt x="77597" y="0"/>
                    <a:pt x="173355" y="0"/>
                  </a:cubicBezTo>
                  <a:lnTo>
                    <a:pt x="3152394" y="0"/>
                  </a:lnTo>
                  <a:cubicBezTo>
                    <a:pt x="3248152" y="0"/>
                    <a:pt x="3325749" y="77597"/>
                    <a:pt x="3325749" y="173355"/>
                  </a:cubicBezTo>
                  <a:lnTo>
                    <a:pt x="3325749" y="2055114"/>
                  </a:lnTo>
                  <a:cubicBezTo>
                    <a:pt x="3325749" y="2150872"/>
                    <a:pt x="3248152" y="2228469"/>
                    <a:pt x="3152394" y="2228469"/>
                  </a:cubicBezTo>
                  <a:lnTo>
                    <a:pt x="173355" y="2228469"/>
                  </a:lnTo>
                  <a:cubicBezTo>
                    <a:pt x="77597" y="2228469"/>
                    <a:pt x="0" y="2150872"/>
                    <a:pt x="0" y="2055114"/>
                  </a:cubicBezTo>
                  <a:close/>
                </a:path>
              </a:pathLst>
            </a:custGeom>
            <a:solidFill>
              <a:srgbClr val="1E2761"/>
            </a:solidFill>
            <a:ln w="25400" cap="sq">
              <a:solidFill>
                <a:srgbClr val="1E2761"/>
              </a:solidFill>
              <a:prstDash val="solid"/>
              <a:miter/>
            </a:ln>
          </p:spPr>
        </p:sp>
      </p:grpSp>
      <p:grpSp>
        <p:nvGrpSpPr>
          <p:cNvPr name="Group 27" id="27"/>
          <p:cNvGrpSpPr/>
          <p:nvPr/>
        </p:nvGrpSpPr>
        <p:grpSpPr>
          <a:xfrm rot="0">
            <a:off x="9326880" y="2011680"/>
            <a:ext cx="2322576" cy="1463040"/>
            <a:chOff x="0" y="0"/>
            <a:chExt cx="3096768" cy="1950720"/>
          </a:xfrm>
        </p:grpSpPr>
        <p:sp>
          <p:nvSpPr>
            <p:cNvPr name="Freeform 28" id="28"/>
            <p:cNvSpPr/>
            <p:nvPr/>
          </p:nvSpPr>
          <p:spPr>
            <a:xfrm flipH="false" flipV="false" rot="0">
              <a:off x="0" y="0"/>
              <a:ext cx="3096768" cy="1950720"/>
            </a:xfrm>
            <a:custGeom>
              <a:avLst/>
              <a:gdLst/>
              <a:ahLst/>
              <a:cxnLst/>
              <a:rect r="r" b="b" t="t" l="l"/>
              <a:pathLst>
                <a:path h="1950720" w="3096768">
                  <a:moveTo>
                    <a:pt x="0" y="0"/>
                  </a:moveTo>
                  <a:lnTo>
                    <a:pt x="3096768" y="0"/>
                  </a:lnTo>
                  <a:lnTo>
                    <a:pt x="3096768" y="1950720"/>
                  </a:lnTo>
                  <a:lnTo>
                    <a:pt x="0" y="1950720"/>
                  </a:lnTo>
                  <a:close/>
                </a:path>
              </a:pathLst>
            </a:custGeom>
            <a:blipFill>
              <a:blip r:embed="rId3">
                <a:alphaModFix amt="0"/>
              </a:blip>
              <a:stretch>
                <a:fillRect l="-30821" t="0" r="-30821" b="0"/>
              </a:stretch>
            </a:blipFill>
          </p:spPr>
        </p:sp>
        <p:sp>
          <p:nvSpPr>
            <p:cNvPr name="TextBox 29" id="29"/>
            <p:cNvSpPr txBox="true"/>
            <p:nvPr/>
          </p:nvSpPr>
          <p:spPr>
            <a:xfrm>
              <a:off x="0" y="-47625"/>
              <a:ext cx="3096768" cy="1998345"/>
            </a:xfrm>
            <a:prstGeom prst="rect">
              <a:avLst/>
            </a:prstGeom>
          </p:spPr>
          <p:txBody>
            <a:bodyPr anchor="ctr" rtlCol="false" tIns="0" lIns="0" bIns="0" rIns="0"/>
            <a:lstStyle/>
            <a:p>
              <a:pPr algn="ctr">
                <a:lnSpc>
                  <a:spcPts val="2759"/>
                </a:lnSpc>
              </a:pPr>
              <a:r>
                <a:rPr lang="en-US" sz="2299" b="true">
                  <a:solidFill>
                    <a:srgbClr val="FFFFFF"/>
                  </a:solidFill>
                  <a:latin typeface="Calibri (MS) Bold"/>
                  <a:ea typeface="Calibri (MS) Bold"/>
                  <a:cs typeface="Calibri (MS) Bold"/>
                  <a:sym typeface="Calibri (MS) Bold"/>
                </a:rPr>
                <a:t>Desarrollo</a:t>
              </a:r>
            </a:p>
            <a:p>
              <a:pPr algn="ctr">
                <a:lnSpc>
                  <a:spcPts val="2759"/>
                </a:lnSpc>
              </a:pPr>
              <a:r>
                <a:rPr lang="en-US" sz="2299" b="true">
                  <a:solidFill>
                    <a:srgbClr val="FFFFFF"/>
                  </a:solidFill>
                  <a:latin typeface="Calibri (MS) Bold"/>
                  <a:ea typeface="Calibri (MS) Bold"/>
                  <a:cs typeface="Calibri (MS) Bold"/>
                  <a:sym typeface="Calibri (MS) Bold"/>
                </a:rPr>
                <a:t>incremental</a:t>
              </a:r>
            </a:p>
          </p:txBody>
        </p:sp>
      </p:grpSp>
      <p:grpSp>
        <p:nvGrpSpPr>
          <p:cNvPr name="Group 30" id="30"/>
          <p:cNvGrpSpPr/>
          <p:nvPr/>
        </p:nvGrpSpPr>
        <p:grpSpPr>
          <a:xfrm rot="0">
            <a:off x="11614156" y="2542794"/>
            <a:ext cx="640080" cy="782817"/>
            <a:chOff x="0" y="0"/>
            <a:chExt cx="853440" cy="1043756"/>
          </a:xfrm>
        </p:grpSpPr>
        <p:sp>
          <p:nvSpPr>
            <p:cNvPr name="Freeform 31" id="31"/>
            <p:cNvSpPr/>
            <p:nvPr/>
          </p:nvSpPr>
          <p:spPr>
            <a:xfrm flipH="false" flipV="false" rot="0">
              <a:off x="0" y="0"/>
              <a:ext cx="853440" cy="1043756"/>
            </a:xfrm>
            <a:custGeom>
              <a:avLst/>
              <a:gdLst/>
              <a:ahLst/>
              <a:cxnLst/>
              <a:rect r="r" b="b" t="t" l="l"/>
              <a:pathLst>
                <a:path h="1043756" w="853440">
                  <a:moveTo>
                    <a:pt x="0" y="0"/>
                  </a:moveTo>
                  <a:lnTo>
                    <a:pt x="853440" y="0"/>
                  </a:lnTo>
                  <a:lnTo>
                    <a:pt x="853440" y="1043756"/>
                  </a:lnTo>
                  <a:lnTo>
                    <a:pt x="0" y="1043756"/>
                  </a:lnTo>
                  <a:close/>
                </a:path>
              </a:pathLst>
            </a:custGeom>
            <a:blipFill>
              <a:blip r:embed="rId3">
                <a:alphaModFix amt="0"/>
              </a:blip>
              <a:stretch>
                <a:fillRect l="-59974" t="0" r="-59974" b="29914"/>
              </a:stretch>
            </a:blipFill>
          </p:spPr>
        </p:sp>
        <p:sp>
          <p:nvSpPr>
            <p:cNvPr name="TextBox 32" id="32"/>
            <p:cNvSpPr txBox="true"/>
            <p:nvPr/>
          </p:nvSpPr>
          <p:spPr>
            <a:xfrm>
              <a:off x="0" y="-76200"/>
              <a:ext cx="853440" cy="1119956"/>
            </a:xfrm>
            <a:prstGeom prst="rect">
              <a:avLst/>
            </a:prstGeom>
          </p:spPr>
          <p:txBody>
            <a:bodyPr anchor="ctr" rtlCol="false" tIns="0" lIns="0" bIns="0" rIns="0"/>
            <a:lstStyle/>
            <a:p>
              <a:pPr algn="ctr">
                <a:lnSpc>
                  <a:spcPts val="4679"/>
                </a:lnSpc>
              </a:pPr>
              <a:r>
                <a:rPr lang="en-US" b="true" sz="3899">
                  <a:solidFill>
                    <a:srgbClr val="000000"/>
                  </a:solidFill>
                  <a:latin typeface="Calibri (MS) Bold"/>
                  <a:ea typeface="Calibri (MS) Bold"/>
                  <a:cs typeface="Calibri (MS) Bold"/>
                  <a:sym typeface="Calibri (MS) Bold"/>
                </a:rPr>
                <a:t>→</a:t>
              </a:r>
            </a:p>
          </p:txBody>
        </p:sp>
      </p:grpSp>
      <p:grpSp>
        <p:nvGrpSpPr>
          <p:cNvPr name="Group 33" id="33"/>
          <p:cNvGrpSpPr/>
          <p:nvPr/>
        </p:nvGrpSpPr>
        <p:grpSpPr>
          <a:xfrm rot="0">
            <a:off x="12112247" y="1907543"/>
            <a:ext cx="2494283" cy="1671323"/>
            <a:chOff x="0" y="0"/>
            <a:chExt cx="3325711" cy="2228431"/>
          </a:xfrm>
        </p:grpSpPr>
        <p:sp>
          <p:nvSpPr>
            <p:cNvPr name="Freeform 34" id="34"/>
            <p:cNvSpPr/>
            <p:nvPr/>
          </p:nvSpPr>
          <p:spPr>
            <a:xfrm flipH="false" flipV="false" rot="0">
              <a:off x="0" y="0"/>
              <a:ext cx="3325749" cy="2228469"/>
            </a:xfrm>
            <a:custGeom>
              <a:avLst/>
              <a:gdLst/>
              <a:ahLst/>
              <a:cxnLst/>
              <a:rect r="r" b="b" t="t" l="l"/>
              <a:pathLst>
                <a:path h="2228469" w="3325749">
                  <a:moveTo>
                    <a:pt x="0" y="173355"/>
                  </a:moveTo>
                  <a:cubicBezTo>
                    <a:pt x="0" y="77597"/>
                    <a:pt x="77597" y="0"/>
                    <a:pt x="173355" y="0"/>
                  </a:cubicBezTo>
                  <a:lnTo>
                    <a:pt x="3152394" y="0"/>
                  </a:lnTo>
                  <a:cubicBezTo>
                    <a:pt x="3248152" y="0"/>
                    <a:pt x="3325749" y="77597"/>
                    <a:pt x="3325749" y="173355"/>
                  </a:cubicBezTo>
                  <a:lnTo>
                    <a:pt x="3325749" y="2055114"/>
                  </a:lnTo>
                  <a:cubicBezTo>
                    <a:pt x="3325749" y="2150872"/>
                    <a:pt x="3248152" y="2228469"/>
                    <a:pt x="3152394" y="2228469"/>
                  </a:cubicBezTo>
                  <a:lnTo>
                    <a:pt x="173355" y="2228469"/>
                  </a:lnTo>
                  <a:cubicBezTo>
                    <a:pt x="77597" y="2228469"/>
                    <a:pt x="0" y="2150872"/>
                    <a:pt x="0" y="2055114"/>
                  </a:cubicBezTo>
                  <a:close/>
                </a:path>
              </a:pathLst>
            </a:custGeom>
            <a:solidFill>
              <a:srgbClr val="024A5A"/>
            </a:solidFill>
            <a:ln w="25400" cap="sq">
              <a:solidFill>
                <a:srgbClr val="024A5A"/>
              </a:solidFill>
              <a:prstDash val="solid"/>
              <a:miter/>
            </a:ln>
          </p:spPr>
        </p:sp>
      </p:grpSp>
      <p:grpSp>
        <p:nvGrpSpPr>
          <p:cNvPr name="Group 35" id="35"/>
          <p:cNvGrpSpPr/>
          <p:nvPr/>
        </p:nvGrpSpPr>
        <p:grpSpPr>
          <a:xfrm rot="0">
            <a:off x="12198096" y="2011680"/>
            <a:ext cx="2322576" cy="1463040"/>
            <a:chOff x="0" y="0"/>
            <a:chExt cx="3096768" cy="1950720"/>
          </a:xfrm>
        </p:grpSpPr>
        <p:sp>
          <p:nvSpPr>
            <p:cNvPr name="Freeform 36" id="36"/>
            <p:cNvSpPr/>
            <p:nvPr/>
          </p:nvSpPr>
          <p:spPr>
            <a:xfrm flipH="false" flipV="false" rot="0">
              <a:off x="0" y="0"/>
              <a:ext cx="3096768" cy="1950720"/>
            </a:xfrm>
            <a:custGeom>
              <a:avLst/>
              <a:gdLst/>
              <a:ahLst/>
              <a:cxnLst/>
              <a:rect r="r" b="b" t="t" l="l"/>
              <a:pathLst>
                <a:path h="1950720" w="3096768">
                  <a:moveTo>
                    <a:pt x="0" y="0"/>
                  </a:moveTo>
                  <a:lnTo>
                    <a:pt x="3096768" y="0"/>
                  </a:lnTo>
                  <a:lnTo>
                    <a:pt x="3096768" y="1950720"/>
                  </a:lnTo>
                  <a:lnTo>
                    <a:pt x="0" y="1950720"/>
                  </a:lnTo>
                  <a:close/>
                </a:path>
              </a:pathLst>
            </a:custGeom>
            <a:blipFill>
              <a:blip r:embed="rId3">
                <a:alphaModFix amt="0"/>
              </a:blip>
              <a:stretch>
                <a:fillRect l="-30821" t="0" r="-30821" b="0"/>
              </a:stretch>
            </a:blipFill>
          </p:spPr>
        </p:sp>
        <p:sp>
          <p:nvSpPr>
            <p:cNvPr name="TextBox 37" id="37"/>
            <p:cNvSpPr txBox="true"/>
            <p:nvPr/>
          </p:nvSpPr>
          <p:spPr>
            <a:xfrm>
              <a:off x="0" y="-47625"/>
              <a:ext cx="3096768" cy="1998345"/>
            </a:xfrm>
            <a:prstGeom prst="rect">
              <a:avLst/>
            </a:prstGeom>
          </p:spPr>
          <p:txBody>
            <a:bodyPr anchor="ctr" rtlCol="false" tIns="0" lIns="0" bIns="0" rIns="0"/>
            <a:lstStyle/>
            <a:p>
              <a:pPr algn="ctr">
                <a:lnSpc>
                  <a:spcPts val="2759"/>
                </a:lnSpc>
              </a:pPr>
              <a:r>
                <a:rPr lang="en-US" sz="2299" b="true">
                  <a:solidFill>
                    <a:srgbClr val="FFFFFF"/>
                  </a:solidFill>
                  <a:latin typeface="Calibri (MS) Bold"/>
                  <a:ea typeface="Calibri (MS) Bold"/>
                  <a:cs typeface="Calibri (MS) Bold"/>
                  <a:sym typeface="Calibri (MS) Bold"/>
                </a:rPr>
                <a:t>Pruebas</a:t>
              </a:r>
            </a:p>
          </p:txBody>
        </p:sp>
      </p:grpSp>
      <p:grpSp>
        <p:nvGrpSpPr>
          <p:cNvPr name="Group 38" id="38"/>
          <p:cNvGrpSpPr/>
          <p:nvPr/>
        </p:nvGrpSpPr>
        <p:grpSpPr>
          <a:xfrm rot="0">
            <a:off x="14483086" y="2542794"/>
            <a:ext cx="640080" cy="782817"/>
            <a:chOff x="0" y="0"/>
            <a:chExt cx="853440" cy="1043756"/>
          </a:xfrm>
        </p:grpSpPr>
        <p:sp>
          <p:nvSpPr>
            <p:cNvPr name="Freeform 39" id="39"/>
            <p:cNvSpPr/>
            <p:nvPr/>
          </p:nvSpPr>
          <p:spPr>
            <a:xfrm flipH="false" flipV="false" rot="0">
              <a:off x="0" y="0"/>
              <a:ext cx="853440" cy="1043756"/>
            </a:xfrm>
            <a:custGeom>
              <a:avLst/>
              <a:gdLst/>
              <a:ahLst/>
              <a:cxnLst/>
              <a:rect r="r" b="b" t="t" l="l"/>
              <a:pathLst>
                <a:path h="1043756" w="853440">
                  <a:moveTo>
                    <a:pt x="0" y="0"/>
                  </a:moveTo>
                  <a:lnTo>
                    <a:pt x="853440" y="0"/>
                  </a:lnTo>
                  <a:lnTo>
                    <a:pt x="853440" y="1043756"/>
                  </a:lnTo>
                  <a:lnTo>
                    <a:pt x="0" y="1043756"/>
                  </a:lnTo>
                  <a:close/>
                </a:path>
              </a:pathLst>
            </a:custGeom>
            <a:blipFill>
              <a:blip r:embed="rId3">
                <a:alphaModFix amt="0"/>
              </a:blip>
              <a:stretch>
                <a:fillRect l="-59974" t="0" r="-59974" b="29914"/>
              </a:stretch>
            </a:blipFill>
          </p:spPr>
        </p:sp>
        <p:sp>
          <p:nvSpPr>
            <p:cNvPr name="TextBox 40" id="40"/>
            <p:cNvSpPr txBox="true"/>
            <p:nvPr/>
          </p:nvSpPr>
          <p:spPr>
            <a:xfrm>
              <a:off x="0" y="-76200"/>
              <a:ext cx="853440" cy="1119956"/>
            </a:xfrm>
            <a:prstGeom prst="rect">
              <a:avLst/>
            </a:prstGeom>
          </p:spPr>
          <p:txBody>
            <a:bodyPr anchor="ctr" rtlCol="false" tIns="0" lIns="0" bIns="0" rIns="0"/>
            <a:lstStyle/>
            <a:p>
              <a:pPr algn="ctr">
                <a:lnSpc>
                  <a:spcPts val="4679"/>
                </a:lnSpc>
              </a:pPr>
              <a:r>
                <a:rPr lang="en-US" b="true" sz="3899">
                  <a:solidFill>
                    <a:srgbClr val="000000"/>
                  </a:solidFill>
                  <a:latin typeface="Calibri (MS) Bold"/>
                  <a:ea typeface="Calibri (MS) Bold"/>
                  <a:cs typeface="Calibri (MS) Bold"/>
                  <a:sym typeface="Calibri (MS) Bold"/>
                </a:rPr>
                <a:t>→</a:t>
              </a:r>
            </a:p>
          </p:txBody>
        </p:sp>
      </p:grpSp>
      <p:grpSp>
        <p:nvGrpSpPr>
          <p:cNvPr name="Group 41" id="41"/>
          <p:cNvGrpSpPr/>
          <p:nvPr/>
        </p:nvGrpSpPr>
        <p:grpSpPr>
          <a:xfrm rot="0">
            <a:off x="14983463" y="1907543"/>
            <a:ext cx="2494283" cy="1671323"/>
            <a:chOff x="0" y="0"/>
            <a:chExt cx="3325711" cy="2228431"/>
          </a:xfrm>
        </p:grpSpPr>
        <p:sp>
          <p:nvSpPr>
            <p:cNvPr name="Freeform 42" id="42"/>
            <p:cNvSpPr/>
            <p:nvPr/>
          </p:nvSpPr>
          <p:spPr>
            <a:xfrm flipH="false" flipV="false" rot="0">
              <a:off x="0" y="0"/>
              <a:ext cx="3325749" cy="2228469"/>
            </a:xfrm>
            <a:custGeom>
              <a:avLst/>
              <a:gdLst/>
              <a:ahLst/>
              <a:cxnLst/>
              <a:rect r="r" b="b" t="t" l="l"/>
              <a:pathLst>
                <a:path h="2228469" w="3325749">
                  <a:moveTo>
                    <a:pt x="0" y="173355"/>
                  </a:moveTo>
                  <a:cubicBezTo>
                    <a:pt x="0" y="77597"/>
                    <a:pt x="77597" y="0"/>
                    <a:pt x="173355" y="0"/>
                  </a:cubicBezTo>
                  <a:lnTo>
                    <a:pt x="3152394" y="0"/>
                  </a:lnTo>
                  <a:cubicBezTo>
                    <a:pt x="3248152" y="0"/>
                    <a:pt x="3325749" y="77597"/>
                    <a:pt x="3325749" y="173355"/>
                  </a:cubicBezTo>
                  <a:lnTo>
                    <a:pt x="3325749" y="2055114"/>
                  </a:lnTo>
                  <a:cubicBezTo>
                    <a:pt x="3325749" y="2150872"/>
                    <a:pt x="3248152" y="2228469"/>
                    <a:pt x="3152394" y="2228469"/>
                  </a:cubicBezTo>
                  <a:lnTo>
                    <a:pt x="173355" y="2228469"/>
                  </a:lnTo>
                  <a:cubicBezTo>
                    <a:pt x="77597" y="2228469"/>
                    <a:pt x="0" y="2150872"/>
                    <a:pt x="0" y="2055114"/>
                  </a:cubicBezTo>
                  <a:close/>
                </a:path>
              </a:pathLst>
            </a:custGeom>
            <a:solidFill>
              <a:srgbClr val="028090"/>
            </a:solidFill>
            <a:ln w="25400" cap="sq">
              <a:solidFill>
                <a:srgbClr val="028090"/>
              </a:solidFill>
              <a:prstDash val="solid"/>
              <a:miter/>
            </a:ln>
          </p:spPr>
        </p:sp>
      </p:grpSp>
      <p:grpSp>
        <p:nvGrpSpPr>
          <p:cNvPr name="Group 43" id="43"/>
          <p:cNvGrpSpPr/>
          <p:nvPr/>
        </p:nvGrpSpPr>
        <p:grpSpPr>
          <a:xfrm rot="0">
            <a:off x="15069312" y="2011680"/>
            <a:ext cx="2322576" cy="1463040"/>
            <a:chOff x="0" y="0"/>
            <a:chExt cx="3096768" cy="1950720"/>
          </a:xfrm>
        </p:grpSpPr>
        <p:sp>
          <p:nvSpPr>
            <p:cNvPr name="Freeform 44" id="44"/>
            <p:cNvSpPr/>
            <p:nvPr/>
          </p:nvSpPr>
          <p:spPr>
            <a:xfrm flipH="false" flipV="false" rot="0">
              <a:off x="0" y="0"/>
              <a:ext cx="3096768" cy="1950720"/>
            </a:xfrm>
            <a:custGeom>
              <a:avLst/>
              <a:gdLst/>
              <a:ahLst/>
              <a:cxnLst/>
              <a:rect r="r" b="b" t="t" l="l"/>
              <a:pathLst>
                <a:path h="1950720" w="3096768">
                  <a:moveTo>
                    <a:pt x="0" y="0"/>
                  </a:moveTo>
                  <a:lnTo>
                    <a:pt x="3096768" y="0"/>
                  </a:lnTo>
                  <a:lnTo>
                    <a:pt x="3096768" y="1950720"/>
                  </a:lnTo>
                  <a:lnTo>
                    <a:pt x="0" y="1950720"/>
                  </a:lnTo>
                  <a:close/>
                </a:path>
              </a:pathLst>
            </a:custGeom>
            <a:blipFill>
              <a:blip r:embed="rId3">
                <a:alphaModFix amt="0"/>
              </a:blip>
              <a:stretch>
                <a:fillRect l="-30821" t="0" r="-30821" b="0"/>
              </a:stretch>
            </a:blipFill>
          </p:spPr>
        </p:sp>
        <p:sp>
          <p:nvSpPr>
            <p:cNvPr name="TextBox 45" id="45"/>
            <p:cNvSpPr txBox="true"/>
            <p:nvPr/>
          </p:nvSpPr>
          <p:spPr>
            <a:xfrm>
              <a:off x="0" y="-47625"/>
              <a:ext cx="3096768" cy="1998345"/>
            </a:xfrm>
            <a:prstGeom prst="rect">
              <a:avLst/>
            </a:prstGeom>
          </p:spPr>
          <p:txBody>
            <a:bodyPr anchor="ctr" rtlCol="false" tIns="0" lIns="0" bIns="0" rIns="0"/>
            <a:lstStyle/>
            <a:p>
              <a:pPr algn="ctr">
                <a:lnSpc>
                  <a:spcPts val="2759"/>
                </a:lnSpc>
              </a:pPr>
              <a:r>
                <a:rPr lang="en-US" sz="2299" b="true">
                  <a:solidFill>
                    <a:srgbClr val="FFFFFF"/>
                  </a:solidFill>
                  <a:latin typeface="Calibri (MS) Bold"/>
                  <a:ea typeface="Calibri (MS) Bold"/>
                  <a:cs typeface="Calibri (MS) Bold"/>
                  <a:sym typeface="Calibri (MS) Bold"/>
                </a:rPr>
                <a:t>Revisión</a:t>
              </a:r>
            </a:p>
          </p:txBody>
        </p:sp>
      </p:grpSp>
      <p:grpSp>
        <p:nvGrpSpPr>
          <p:cNvPr name="Group 46" id="46"/>
          <p:cNvGrpSpPr/>
          <p:nvPr/>
        </p:nvGrpSpPr>
        <p:grpSpPr>
          <a:xfrm rot="0">
            <a:off x="718823" y="3919223"/>
            <a:ext cx="8803643" cy="1305563"/>
            <a:chOff x="0" y="0"/>
            <a:chExt cx="11738191" cy="1740751"/>
          </a:xfrm>
        </p:grpSpPr>
        <p:sp>
          <p:nvSpPr>
            <p:cNvPr name="Freeform 47" id="47"/>
            <p:cNvSpPr/>
            <p:nvPr/>
          </p:nvSpPr>
          <p:spPr>
            <a:xfrm flipH="false" flipV="false" rot="0">
              <a:off x="0" y="0"/>
              <a:ext cx="11738229" cy="1740789"/>
            </a:xfrm>
            <a:custGeom>
              <a:avLst/>
              <a:gdLst/>
              <a:ahLst/>
              <a:cxnLst/>
              <a:rect r="r" b="b" t="t" l="l"/>
              <a:pathLst>
                <a:path h="1740789" w="11738229">
                  <a:moveTo>
                    <a:pt x="0" y="149225"/>
                  </a:moveTo>
                  <a:cubicBezTo>
                    <a:pt x="0" y="66802"/>
                    <a:pt x="66802" y="0"/>
                    <a:pt x="149225" y="0"/>
                  </a:cubicBezTo>
                  <a:lnTo>
                    <a:pt x="11589004" y="0"/>
                  </a:lnTo>
                  <a:cubicBezTo>
                    <a:pt x="11671427" y="0"/>
                    <a:pt x="11738229" y="66802"/>
                    <a:pt x="11738229" y="149225"/>
                  </a:cubicBezTo>
                  <a:lnTo>
                    <a:pt x="11738229" y="1591564"/>
                  </a:lnTo>
                  <a:cubicBezTo>
                    <a:pt x="11738229" y="1673987"/>
                    <a:pt x="11671427" y="1740789"/>
                    <a:pt x="11589004" y="1740789"/>
                  </a:cubicBezTo>
                  <a:lnTo>
                    <a:pt x="149225" y="1740789"/>
                  </a:lnTo>
                  <a:cubicBezTo>
                    <a:pt x="66802" y="1740789"/>
                    <a:pt x="0" y="1673987"/>
                    <a:pt x="0" y="1591564"/>
                  </a:cubicBezTo>
                  <a:close/>
                </a:path>
              </a:pathLst>
            </a:custGeom>
            <a:solidFill>
              <a:srgbClr val="FFF3CD"/>
            </a:solidFill>
            <a:ln w="25400" cap="sq">
              <a:solidFill>
                <a:srgbClr val="F0A500"/>
              </a:solidFill>
              <a:prstDash val="solid"/>
              <a:miter/>
            </a:ln>
          </p:spPr>
        </p:sp>
      </p:grpSp>
      <p:grpSp>
        <p:nvGrpSpPr>
          <p:cNvPr name="Group 48" id="48"/>
          <p:cNvGrpSpPr/>
          <p:nvPr/>
        </p:nvGrpSpPr>
        <p:grpSpPr>
          <a:xfrm rot="0">
            <a:off x="1005840" y="4133729"/>
            <a:ext cx="7538279" cy="914400"/>
            <a:chOff x="0" y="0"/>
            <a:chExt cx="10051039" cy="1219200"/>
          </a:xfrm>
        </p:grpSpPr>
        <p:sp>
          <p:nvSpPr>
            <p:cNvPr name="Freeform 49" id="49"/>
            <p:cNvSpPr/>
            <p:nvPr/>
          </p:nvSpPr>
          <p:spPr>
            <a:xfrm flipH="false" flipV="false" rot="0">
              <a:off x="0" y="0"/>
              <a:ext cx="10051039" cy="1219200"/>
            </a:xfrm>
            <a:custGeom>
              <a:avLst/>
              <a:gdLst/>
              <a:ahLst/>
              <a:cxnLst/>
              <a:rect r="r" b="b" t="t" l="l"/>
              <a:pathLst>
                <a:path h="1219200" w="10051039">
                  <a:moveTo>
                    <a:pt x="0" y="0"/>
                  </a:moveTo>
                  <a:lnTo>
                    <a:pt x="10051039" y="0"/>
                  </a:lnTo>
                  <a:lnTo>
                    <a:pt x="10051039" y="1219200"/>
                  </a:lnTo>
                  <a:lnTo>
                    <a:pt x="0" y="1219200"/>
                  </a:lnTo>
                  <a:close/>
                </a:path>
              </a:pathLst>
            </a:custGeom>
            <a:blipFill>
              <a:blip r:embed="rId3">
                <a:alphaModFix amt="0"/>
              </a:blip>
              <a:stretch>
                <a:fillRect l="0" t="-129262" r="-11596" b="-129262"/>
              </a:stretch>
            </a:blipFill>
          </p:spPr>
        </p:sp>
        <p:sp>
          <p:nvSpPr>
            <p:cNvPr name="TextBox 50" id="50"/>
            <p:cNvSpPr txBox="true"/>
            <p:nvPr/>
          </p:nvSpPr>
          <p:spPr>
            <a:xfrm>
              <a:off x="0" y="-57150"/>
              <a:ext cx="10051039" cy="1276350"/>
            </a:xfrm>
            <a:prstGeom prst="rect">
              <a:avLst/>
            </a:prstGeom>
          </p:spPr>
          <p:txBody>
            <a:bodyPr anchor="ctr" rtlCol="false" tIns="0" lIns="0" bIns="0" rIns="0"/>
            <a:lstStyle/>
            <a:p>
              <a:pPr algn="l">
                <a:lnSpc>
                  <a:spcPts val="3239"/>
                </a:lnSpc>
              </a:pPr>
              <a:r>
                <a:rPr lang="en-US" sz="2699" b="true">
                  <a:solidFill>
                    <a:srgbClr val="C07000"/>
                  </a:solidFill>
                  <a:latin typeface="Calibri (MS) Bold"/>
                  <a:ea typeface="Calibri (MS) Bold"/>
                  <a:cs typeface="Calibri (MS) Bold"/>
                  <a:sym typeface="Calibri (MS) Bold"/>
                </a:rPr>
                <a:t>⚠  Estimación pendiente mediante Poker Planning</a:t>
              </a:r>
            </a:p>
          </p:txBody>
        </p:sp>
      </p:grpSp>
      <p:grpSp>
        <p:nvGrpSpPr>
          <p:cNvPr name="Group 51" id="51"/>
          <p:cNvGrpSpPr/>
          <p:nvPr/>
        </p:nvGrpSpPr>
        <p:grpSpPr>
          <a:xfrm rot="0">
            <a:off x="718823" y="5565143"/>
            <a:ext cx="8346443" cy="1646991"/>
            <a:chOff x="0" y="0"/>
            <a:chExt cx="11128591" cy="2195987"/>
          </a:xfrm>
        </p:grpSpPr>
        <p:sp>
          <p:nvSpPr>
            <p:cNvPr name="Freeform 52" id="52"/>
            <p:cNvSpPr/>
            <p:nvPr/>
          </p:nvSpPr>
          <p:spPr>
            <a:xfrm flipH="false" flipV="false" rot="0">
              <a:off x="0" y="0"/>
              <a:ext cx="11128629" cy="2196026"/>
            </a:xfrm>
            <a:custGeom>
              <a:avLst/>
              <a:gdLst/>
              <a:ahLst/>
              <a:cxnLst/>
              <a:rect r="r" b="b" t="t" l="l"/>
              <a:pathLst>
                <a:path h="2196026" w="11128629">
                  <a:moveTo>
                    <a:pt x="0" y="219645"/>
                  </a:moveTo>
                  <a:cubicBezTo>
                    <a:pt x="0" y="98370"/>
                    <a:pt x="88900" y="0"/>
                    <a:pt x="198501" y="0"/>
                  </a:cubicBezTo>
                  <a:lnTo>
                    <a:pt x="10930128" y="0"/>
                  </a:lnTo>
                  <a:cubicBezTo>
                    <a:pt x="11039729" y="0"/>
                    <a:pt x="11128629" y="98370"/>
                    <a:pt x="11128629" y="219645"/>
                  </a:cubicBezTo>
                  <a:lnTo>
                    <a:pt x="11128629" y="1976385"/>
                  </a:lnTo>
                  <a:cubicBezTo>
                    <a:pt x="11128629" y="2097660"/>
                    <a:pt x="11039729" y="2196026"/>
                    <a:pt x="10930128" y="2196026"/>
                  </a:cubicBezTo>
                  <a:lnTo>
                    <a:pt x="198501" y="2196026"/>
                  </a:lnTo>
                  <a:cubicBezTo>
                    <a:pt x="88900" y="2196026"/>
                    <a:pt x="0" y="2097660"/>
                    <a:pt x="0" y="1976385"/>
                  </a:cubicBezTo>
                  <a:close/>
                </a:path>
              </a:pathLst>
            </a:custGeom>
            <a:solidFill>
              <a:srgbClr val="FFFFFF"/>
            </a:solidFill>
            <a:ln w="25400" cap="sq">
              <a:solidFill>
                <a:srgbClr val="CADCFC"/>
              </a:solidFill>
              <a:prstDash val="solid"/>
              <a:miter/>
            </a:ln>
          </p:spPr>
        </p:sp>
      </p:grpSp>
      <p:grpSp>
        <p:nvGrpSpPr>
          <p:cNvPr name="Group 53" id="53"/>
          <p:cNvGrpSpPr/>
          <p:nvPr/>
        </p:nvGrpSpPr>
        <p:grpSpPr>
          <a:xfrm rot="0">
            <a:off x="950976" y="5888736"/>
            <a:ext cx="822960" cy="822960"/>
            <a:chOff x="0" y="0"/>
            <a:chExt cx="1097280" cy="1097280"/>
          </a:xfrm>
        </p:grpSpPr>
        <p:sp>
          <p:nvSpPr>
            <p:cNvPr name="Freeform 54" id="54"/>
            <p:cNvSpPr/>
            <p:nvPr/>
          </p:nvSpPr>
          <p:spPr>
            <a:xfrm flipH="false" flipV="false" rot="0">
              <a:off x="0" y="0"/>
              <a:ext cx="1097280" cy="1097280"/>
            </a:xfrm>
            <a:custGeom>
              <a:avLst/>
              <a:gdLst/>
              <a:ahLst/>
              <a:cxnLst/>
              <a:rect r="r" b="b" t="t" l="l"/>
              <a:pathLst>
                <a:path h="1097280" w="1097280">
                  <a:moveTo>
                    <a:pt x="0" y="0"/>
                  </a:moveTo>
                  <a:lnTo>
                    <a:pt x="1097280" y="0"/>
                  </a:lnTo>
                  <a:lnTo>
                    <a:pt x="1097280" y="1097280"/>
                  </a:lnTo>
                  <a:lnTo>
                    <a:pt x="0" y="1097280"/>
                  </a:lnTo>
                  <a:close/>
                </a:path>
              </a:pathLst>
            </a:custGeom>
            <a:blipFill>
              <a:blip r:embed="rId3">
                <a:alphaModFix amt="0"/>
              </a:blip>
              <a:stretch>
                <a:fillRect l="-78303" t="0" r="-78303" b="0"/>
              </a:stretch>
            </a:blipFill>
          </p:spPr>
        </p:sp>
        <p:sp>
          <p:nvSpPr>
            <p:cNvPr name="TextBox 55" id="55"/>
            <p:cNvSpPr txBox="true"/>
            <p:nvPr/>
          </p:nvSpPr>
          <p:spPr>
            <a:xfrm>
              <a:off x="0" y="-76200"/>
              <a:ext cx="1097280" cy="1173480"/>
            </a:xfrm>
            <a:prstGeom prst="rect">
              <a:avLst/>
            </a:prstGeom>
          </p:spPr>
          <p:txBody>
            <a:bodyPr anchor="ctr" rtlCol="false" tIns="0" lIns="0" bIns="0" rIns="0"/>
            <a:lstStyle/>
            <a:p>
              <a:pPr algn="l">
                <a:lnSpc>
                  <a:spcPts val="4679"/>
                </a:lnSpc>
              </a:pPr>
              <a:r>
                <a:rPr lang="en-US" sz="3899">
                  <a:solidFill>
                    <a:srgbClr val="000000"/>
                  </a:solidFill>
                  <a:latin typeface="Calibri (MS)"/>
                  <a:ea typeface="Calibri (MS)"/>
                  <a:cs typeface="Calibri (MS)"/>
                  <a:sym typeface="Calibri (MS)"/>
                </a:rPr>
                <a:t>📦</a:t>
              </a:r>
            </a:p>
          </p:txBody>
        </p:sp>
      </p:grpSp>
      <p:grpSp>
        <p:nvGrpSpPr>
          <p:cNvPr name="Group 56" id="56"/>
          <p:cNvGrpSpPr/>
          <p:nvPr/>
        </p:nvGrpSpPr>
        <p:grpSpPr>
          <a:xfrm rot="0">
            <a:off x="1920240" y="5760720"/>
            <a:ext cx="6949440" cy="548640"/>
            <a:chOff x="0" y="0"/>
            <a:chExt cx="9265920" cy="731520"/>
          </a:xfrm>
        </p:grpSpPr>
        <p:sp>
          <p:nvSpPr>
            <p:cNvPr name="Freeform 57" id="57"/>
            <p:cNvSpPr/>
            <p:nvPr/>
          </p:nvSpPr>
          <p:spPr>
            <a:xfrm flipH="false" flipV="false" rot="0">
              <a:off x="0" y="0"/>
              <a:ext cx="9265920" cy="731520"/>
            </a:xfrm>
            <a:custGeom>
              <a:avLst/>
              <a:gdLst/>
              <a:ahLst/>
              <a:cxnLst/>
              <a:rect r="r" b="b" t="t" l="l"/>
              <a:pathLst>
                <a:path h="731520" w="9265920">
                  <a:moveTo>
                    <a:pt x="0" y="0"/>
                  </a:moveTo>
                  <a:lnTo>
                    <a:pt x="9265920" y="0"/>
                  </a:lnTo>
                  <a:lnTo>
                    <a:pt x="9265920" y="731520"/>
                  </a:lnTo>
                  <a:lnTo>
                    <a:pt x="0" y="731520"/>
                  </a:lnTo>
                  <a:close/>
                </a:path>
              </a:pathLst>
            </a:custGeom>
            <a:blipFill>
              <a:blip r:embed="rId3">
                <a:alphaModFix amt="0"/>
              </a:blip>
              <a:stretch>
                <a:fillRect l="0" t="-196810" r="0" b="-196810"/>
              </a:stretch>
            </a:blipFill>
          </p:spPr>
        </p:sp>
        <p:sp>
          <p:nvSpPr>
            <p:cNvPr name="TextBox 58" id="58"/>
            <p:cNvSpPr txBox="true"/>
            <p:nvPr/>
          </p:nvSpPr>
          <p:spPr>
            <a:xfrm>
              <a:off x="0" y="-57150"/>
              <a:ext cx="9265920" cy="788670"/>
            </a:xfrm>
            <a:prstGeom prst="rect">
              <a:avLst/>
            </a:prstGeom>
          </p:spPr>
          <p:txBody>
            <a:bodyPr anchor="ctr" rtlCol="false" tIns="0" lIns="0" bIns="0" rIns="0"/>
            <a:lstStyle/>
            <a:p>
              <a:pPr algn="l">
                <a:lnSpc>
                  <a:spcPts val="3239"/>
                </a:lnSpc>
              </a:pPr>
              <a:r>
                <a:rPr lang="en-US" sz="2699" b="true">
                  <a:solidFill>
                    <a:srgbClr val="1E2761"/>
                  </a:solidFill>
                  <a:latin typeface="Calibri (MS) Bold"/>
                  <a:ea typeface="Calibri (MS) Bold"/>
                  <a:cs typeface="Calibri (MS) Bold"/>
                  <a:sym typeface="Calibri (MS) Bold"/>
                </a:rPr>
                <a:t>Desarrollo incremental</a:t>
              </a:r>
            </a:p>
          </p:txBody>
        </p:sp>
      </p:grpSp>
      <p:grpSp>
        <p:nvGrpSpPr>
          <p:cNvPr name="Group 59" id="59"/>
          <p:cNvGrpSpPr/>
          <p:nvPr/>
        </p:nvGrpSpPr>
        <p:grpSpPr>
          <a:xfrm rot="0">
            <a:off x="1920240" y="6345936"/>
            <a:ext cx="6949440" cy="548640"/>
            <a:chOff x="0" y="0"/>
            <a:chExt cx="9265920" cy="731520"/>
          </a:xfrm>
        </p:grpSpPr>
        <p:sp>
          <p:nvSpPr>
            <p:cNvPr name="Freeform 60" id="60"/>
            <p:cNvSpPr/>
            <p:nvPr/>
          </p:nvSpPr>
          <p:spPr>
            <a:xfrm flipH="false" flipV="false" rot="0">
              <a:off x="0" y="0"/>
              <a:ext cx="9265920" cy="731520"/>
            </a:xfrm>
            <a:custGeom>
              <a:avLst/>
              <a:gdLst/>
              <a:ahLst/>
              <a:cxnLst/>
              <a:rect r="r" b="b" t="t" l="l"/>
              <a:pathLst>
                <a:path h="731520" w="9265920">
                  <a:moveTo>
                    <a:pt x="0" y="0"/>
                  </a:moveTo>
                  <a:lnTo>
                    <a:pt x="9265920" y="0"/>
                  </a:lnTo>
                  <a:lnTo>
                    <a:pt x="9265920" y="731520"/>
                  </a:lnTo>
                  <a:lnTo>
                    <a:pt x="0" y="731520"/>
                  </a:lnTo>
                  <a:close/>
                </a:path>
              </a:pathLst>
            </a:custGeom>
            <a:blipFill>
              <a:blip r:embed="rId3">
                <a:alphaModFix amt="0"/>
              </a:blip>
              <a:stretch>
                <a:fillRect l="0" t="-196810" r="0" b="-196810"/>
              </a:stretch>
            </a:blipFill>
          </p:spPr>
        </p:sp>
        <p:sp>
          <p:nvSpPr>
            <p:cNvPr name="TextBox 61" id="61"/>
            <p:cNvSpPr txBox="true"/>
            <p:nvPr/>
          </p:nvSpPr>
          <p:spPr>
            <a:xfrm>
              <a:off x="0" y="-47625"/>
              <a:ext cx="9265920" cy="779145"/>
            </a:xfrm>
            <a:prstGeom prst="rect">
              <a:avLst/>
            </a:prstGeom>
          </p:spPr>
          <p:txBody>
            <a:bodyPr anchor="ctr" rtlCol="false" tIns="0" lIns="0" bIns="0" rIns="0"/>
            <a:lstStyle/>
            <a:p>
              <a:pPr algn="l">
                <a:lnSpc>
                  <a:spcPts val="2999"/>
                </a:lnSpc>
              </a:pPr>
              <a:r>
                <a:rPr lang="en-US" sz="2499">
                  <a:solidFill>
                    <a:srgbClr val="4A4A6A"/>
                  </a:solidFill>
                  <a:latin typeface="Calibri (MS)"/>
                  <a:ea typeface="Calibri (MS)"/>
                  <a:cs typeface="Calibri (MS)"/>
                  <a:sym typeface="Calibri (MS)"/>
                </a:rPr>
                <a:t>Cada épica agrega funcionalidad verificable al sistema</a:t>
              </a:r>
            </a:p>
          </p:txBody>
        </p:sp>
      </p:grpSp>
      <p:grpSp>
        <p:nvGrpSpPr>
          <p:cNvPr name="Group 62" id="62"/>
          <p:cNvGrpSpPr/>
          <p:nvPr/>
        </p:nvGrpSpPr>
        <p:grpSpPr>
          <a:xfrm rot="0">
            <a:off x="718823" y="7393943"/>
            <a:ext cx="8346443" cy="1646991"/>
            <a:chOff x="0" y="0"/>
            <a:chExt cx="11128591" cy="2195987"/>
          </a:xfrm>
        </p:grpSpPr>
        <p:sp>
          <p:nvSpPr>
            <p:cNvPr name="Freeform 63" id="63"/>
            <p:cNvSpPr/>
            <p:nvPr/>
          </p:nvSpPr>
          <p:spPr>
            <a:xfrm flipH="false" flipV="false" rot="0">
              <a:off x="0" y="0"/>
              <a:ext cx="11128629" cy="2196026"/>
            </a:xfrm>
            <a:custGeom>
              <a:avLst/>
              <a:gdLst/>
              <a:ahLst/>
              <a:cxnLst/>
              <a:rect r="r" b="b" t="t" l="l"/>
              <a:pathLst>
                <a:path h="2196026" w="11128629">
                  <a:moveTo>
                    <a:pt x="0" y="219645"/>
                  </a:moveTo>
                  <a:cubicBezTo>
                    <a:pt x="0" y="98370"/>
                    <a:pt x="88900" y="0"/>
                    <a:pt x="198501" y="0"/>
                  </a:cubicBezTo>
                  <a:lnTo>
                    <a:pt x="10930128" y="0"/>
                  </a:lnTo>
                  <a:cubicBezTo>
                    <a:pt x="11039729" y="0"/>
                    <a:pt x="11128629" y="98370"/>
                    <a:pt x="11128629" y="219645"/>
                  </a:cubicBezTo>
                  <a:lnTo>
                    <a:pt x="11128629" y="1976385"/>
                  </a:lnTo>
                  <a:cubicBezTo>
                    <a:pt x="11128629" y="2097660"/>
                    <a:pt x="11039729" y="2196026"/>
                    <a:pt x="10930128" y="2196026"/>
                  </a:cubicBezTo>
                  <a:lnTo>
                    <a:pt x="198501" y="2196026"/>
                  </a:lnTo>
                  <a:cubicBezTo>
                    <a:pt x="88900" y="2196026"/>
                    <a:pt x="0" y="2097660"/>
                    <a:pt x="0" y="1976385"/>
                  </a:cubicBezTo>
                  <a:close/>
                </a:path>
              </a:pathLst>
            </a:custGeom>
            <a:solidFill>
              <a:srgbClr val="FFFFFF"/>
            </a:solidFill>
            <a:ln w="25400" cap="sq">
              <a:solidFill>
                <a:srgbClr val="CADCFC"/>
              </a:solidFill>
              <a:prstDash val="solid"/>
              <a:miter/>
            </a:ln>
          </p:spPr>
        </p:sp>
      </p:grpSp>
      <p:grpSp>
        <p:nvGrpSpPr>
          <p:cNvPr name="Group 64" id="64"/>
          <p:cNvGrpSpPr/>
          <p:nvPr/>
        </p:nvGrpSpPr>
        <p:grpSpPr>
          <a:xfrm rot="0">
            <a:off x="950976" y="7717536"/>
            <a:ext cx="822960" cy="822960"/>
            <a:chOff x="0" y="0"/>
            <a:chExt cx="1097280" cy="1097280"/>
          </a:xfrm>
        </p:grpSpPr>
        <p:sp>
          <p:nvSpPr>
            <p:cNvPr name="Freeform 65" id="65"/>
            <p:cNvSpPr/>
            <p:nvPr/>
          </p:nvSpPr>
          <p:spPr>
            <a:xfrm flipH="false" flipV="false" rot="0">
              <a:off x="0" y="0"/>
              <a:ext cx="1097280" cy="1097280"/>
            </a:xfrm>
            <a:custGeom>
              <a:avLst/>
              <a:gdLst/>
              <a:ahLst/>
              <a:cxnLst/>
              <a:rect r="r" b="b" t="t" l="l"/>
              <a:pathLst>
                <a:path h="1097280" w="1097280">
                  <a:moveTo>
                    <a:pt x="0" y="0"/>
                  </a:moveTo>
                  <a:lnTo>
                    <a:pt x="1097280" y="0"/>
                  </a:lnTo>
                  <a:lnTo>
                    <a:pt x="1097280" y="1097280"/>
                  </a:lnTo>
                  <a:lnTo>
                    <a:pt x="0" y="1097280"/>
                  </a:lnTo>
                  <a:close/>
                </a:path>
              </a:pathLst>
            </a:custGeom>
            <a:blipFill>
              <a:blip r:embed="rId3">
                <a:alphaModFix amt="0"/>
              </a:blip>
              <a:stretch>
                <a:fillRect l="-78303" t="0" r="-78303" b="0"/>
              </a:stretch>
            </a:blipFill>
          </p:spPr>
        </p:sp>
        <p:sp>
          <p:nvSpPr>
            <p:cNvPr name="TextBox 66" id="66"/>
            <p:cNvSpPr txBox="true"/>
            <p:nvPr/>
          </p:nvSpPr>
          <p:spPr>
            <a:xfrm>
              <a:off x="0" y="-76200"/>
              <a:ext cx="1097280" cy="1173480"/>
            </a:xfrm>
            <a:prstGeom prst="rect">
              <a:avLst/>
            </a:prstGeom>
          </p:spPr>
          <p:txBody>
            <a:bodyPr anchor="ctr" rtlCol="false" tIns="0" lIns="0" bIns="0" rIns="0"/>
            <a:lstStyle/>
            <a:p>
              <a:pPr algn="l">
                <a:lnSpc>
                  <a:spcPts val="4679"/>
                </a:lnSpc>
              </a:pPr>
              <a:r>
                <a:rPr lang="en-US" sz="3899">
                  <a:solidFill>
                    <a:srgbClr val="000000"/>
                  </a:solidFill>
                  <a:latin typeface="Calibri (MS)"/>
                  <a:ea typeface="Calibri (MS)"/>
                  <a:cs typeface="Calibri (MS)"/>
                  <a:sym typeface="Calibri (MS)"/>
                </a:rPr>
                <a:t>📋</a:t>
              </a:r>
            </a:p>
          </p:txBody>
        </p:sp>
      </p:grpSp>
      <p:grpSp>
        <p:nvGrpSpPr>
          <p:cNvPr name="Group 67" id="67"/>
          <p:cNvGrpSpPr/>
          <p:nvPr/>
        </p:nvGrpSpPr>
        <p:grpSpPr>
          <a:xfrm rot="0">
            <a:off x="1920240" y="7589520"/>
            <a:ext cx="6949440" cy="548640"/>
            <a:chOff x="0" y="0"/>
            <a:chExt cx="9265920" cy="731520"/>
          </a:xfrm>
        </p:grpSpPr>
        <p:sp>
          <p:nvSpPr>
            <p:cNvPr name="Freeform 68" id="68"/>
            <p:cNvSpPr/>
            <p:nvPr/>
          </p:nvSpPr>
          <p:spPr>
            <a:xfrm flipH="false" flipV="false" rot="0">
              <a:off x="0" y="0"/>
              <a:ext cx="9265920" cy="731520"/>
            </a:xfrm>
            <a:custGeom>
              <a:avLst/>
              <a:gdLst/>
              <a:ahLst/>
              <a:cxnLst/>
              <a:rect r="r" b="b" t="t" l="l"/>
              <a:pathLst>
                <a:path h="731520" w="9265920">
                  <a:moveTo>
                    <a:pt x="0" y="0"/>
                  </a:moveTo>
                  <a:lnTo>
                    <a:pt x="9265920" y="0"/>
                  </a:lnTo>
                  <a:lnTo>
                    <a:pt x="9265920" y="731520"/>
                  </a:lnTo>
                  <a:lnTo>
                    <a:pt x="0" y="731520"/>
                  </a:lnTo>
                  <a:close/>
                </a:path>
              </a:pathLst>
            </a:custGeom>
            <a:blipFill>
              <a:blip r:embed="rId3">
                <a:alphaModFix amt="0"/>
              </a:blip>
              <a:stretch>
                <a:fillRect l="0" t="-196810" r="0" b="-196810"/>
              </a:stretch>
            </a:blipFill>
          </p:spPr>
        </p:sp>
        <p:sp>
          <p:nvSpPr>
            <p:cNvPr name="TextBox 69" id="69"/>
            <p:cNvSpPr txBox="true"/>
            <p:nvPr/>
          </p:nvSpPr>
          <p:spPr>
            <a:xfrm>
              <a:off x="0" y="-57150"/>
              <a:ext cx="9265920" cy="788670"/>
            </a:xfrm>
            <a:prstGeom prst="rect">
              <a:avLst/>
            </a:prstGeom>
          </p:spPr>
          <p:txBody>
            <a:bodyPr anchor="ctr" rtlCol="false" tIns="0" lIns="0" bIns="0" rIns="0"/>
            <a:lstStyle/>
            <a:p>
              <a:pPr algn="l">
                <a:lnSpc>
                  <a:spcPts val="3239"/>
                </a:lnSpc>
              </a:pPr>
              <a:r>
                <a:rPr lang="en-US" sz="2699" b="true">
                  <a:solidFill>
                    <a:srgbClr val="1E2761"/>
                  </a:solidFill>
                  <a:latin typeface="Calibri (MS) Bold"/>
                  <a:ea typeface="Calibri (MS) Bold"/>
                  <a:cs typeface="Calibri (MS) Bold"/>
                  <a:sym typeface="Calibri (MS) Bold"/>
                </a:rPr>
                <a:t>Historias de usuario</a:t>
              </a:r>
            </a:p>
          </p:txBody>
        </p:sp>
      </p:grpSp>
      <p:grpSp>
        <p:nvGrpSpPr>
          <p:cNvPr name="Group 70" id="70"/>
          <p:cNvGrpSpPr/>
          <p:nvPr/>
        </p:nvGrpSpPr>
        <p:grpSpPr>
          <a:xfrm rot="0">
            <a:off x="1920240" y="8174736"/>
            <a:ext cx="6949440" cy="866198"/>
            <a:chOff x="0" y="0"/>
            <a:chExt cx="9265920" cy="1154930"/>
          </a:xfrm>
        </p:grpSpPr>
        <p:sp>
          <p:nvSpPr>
            <p:cNvPr name="Freeform 71" id="71"/>
            <p:cNvSpPr/>
            <p:nvPr/>
          </p:nvSpPr>
          <p:spPr>
            <a:xfrm flipH="false" flipV="false" rot="0">
              <a:off x="0" y="0"/>
              <a:ext cx="9265920" cy="1154930"/>
            </a:xfrm>
            <a:custGeom>
              <a:avLst/>
              <a:gdLst/>
              <a:ahLst/>
              <a:cxnLst/>
              <a:rect r="r" b="b" t="t" l="l"/>
              <a:pathLst>
                <a:path h="1154930" w="9265920">
                  <a:moveTo>
                    <a:pt x="0" y="0"/>
                  </a:moveTo>
                  <a:lnTo>
                    <a:pt x="9265920" y="0"/>
                  </a:lnTo>
                  <a:lnTo>
                    <a:pt x="9265920" y="1154930"/>
                  </a:lnTo>
                  <a:lnTo>
                    <a:pt x="0" y="1154930"/>
                  </a:lnTo>
                  <a:close/>
                </a:path>
              </a:pathLst>
            </a:custGeom>
            <a:blipFill>
              <a:blip r:embed="rId3">
                <a:alphaModFix amt="0"/>
              </a:blip>
              <a:stretch>
                <a:fillRect l="0" t="-124657" r="0" b="-87996"/>
              </a:stretch>
            </a:blipFill>
          </p:spPr>
        </p:sp>
        <p:sp>
          <p:nvSpPr>
            <p:cNvPr name="TextBox 72" id="72"/>
            <p:cNvSpPr txBox="true"/>
            <p:nvPr/>
          </p:nvSpPr>
          <p:spPr>
            <a:xfrm>
              <a:off x="0" y="-47625"/>
              <a:ext cx="9265920" cy="1202555"/>
            </a:xfrm>
            <a:prstGeom prst="rect">
              <a:avLst/>
            </a:prstGeom>
          </p:spPr>
          <p:txBody>
            <a:bodyPr anchor="ctr" rtlCol="false" tIns="0" lIns="0" bIns="0" rIns="0"/>
            <a:lstStyle/>
            <a:p>
              <a:pPr algn="l">
                <a:lnSpc>
                  <a:spcPts val="2999"/>
                </a:lnSpc>
              </a:pPr>
              <a:r>
                <a:rPr lang="en-US" sz="2499">
                  <a:solidFill>
                    <a:srgbClr val="4A4A6A"/>
                  </a:solidFill>
                  <a:latin typeface="Calibri (MS)"/>
                  <a:ea typeface="Calibri (MS)"/>
                  <a:cs typeface="Calibri (MS)"/>
                  <a:sym typeface="Calibri (MS)"/>
                </a:rPr>
                <a:t>Requerimientos redactados desde la perspectiva del actor</a:t>
              </a:r>
            </a:p>
          </p:txBody>
        </p:sp>
      </p:grpSp>
      <p:grpSp>
        <p:nvGrpSpPr>
          <p:cNvPr name="Group 73" id="73"/>
          <p:cNvGrpSpPr/>
          <p:nvPr/>
        </p:nvGrpSpPr>
        <p:grpSpPr>
          <a:xfrm rot="0">
            <a:off x="9405623" y="5565143"/>
            <a:ext cx="8346443" cy="1646991"/>
            <a:chOff x="0" y="0"/>
            <a:chExt cx="11128591" cy="2195987"/>
          </a:xfrm>
        </p:grpSpPr>
        <p:sp>
          <p:nvSpPr>
            <p:cNvPr name="Freeform 74" id="74"/>
            <p:cNvSpPr/>
            <p:nvPr/>
          </p:nvSpPr>
          <p:spPr>
            <a:xfrm flipH="false" flipV="false" rot="0">
              <a:off x="0" y="0"/>
              <a:ext cx="11128629" cy="2196026"/>
            </a:xfrm>
            <a:custGeom>
              <a:avLst/>
              <a:gdLst/>
              <a:ahLst/>
              <a:cxnLst/>
              <a:rect r="r" b="b" t="t" l="l"/>
              <a:pathLst>
                <a:path h="2196026" w="11128629">
                  <a:moveTo>
                    <a:pt x="0" y="219645"/>
                  </a:moveTo>
                  <a:cubicBezTo>
                    <a:pt x="0" y="98370"/>
                    <a:pt x="88900" y="0"/>
                    <a:pt x="198501" y="0"/>
                  </a:cubicBezTo>
                  <a:lnTo>
                    <a:pt x="10930128" y="0"/>
                  </a:lnTo>
                  <a:cubicBezTo>
                    <a:pt x="11039729" y="0"/>
                    <a:pt x="11128629" y="98370"/>
                    <a:pt x="11128629" y="219645"/>
                  </a:cubicBezTo>
                  <a:lnTo>
                    <a:pt x="11128629" y="1976385"/>
                  </a:lnTo>
                  <a:cubicBezTo>
                    <a:pt x="11128629" y="2097660"/>
                    <a:pt x="11039729" y="2196026"/>
                    <a:pt x="10930128" y="2196026"/>
                  </a:cubicBezTo>
                  <a:lnTo>
                    <a:pt x="198501" y="2196026"/>
                  </a:lnTo>
                  <a:cubicBezTo>
                    <a:pt x="88900" y="2196026"/>
                    <a:pt x="0" y="2097660"/>
                    <a:pt x="0" y="1976385"/>
                  </a:cubicBezTo>
                  <a:close/>
                </a:path>
              </a:pathLst>
            </a:custGeom>
            <a:solidFill>
              <a:srgbClr val="FFFFFF"/>
            </a:solidFill>
            <a:ln w="25400" cap="sq">
              <a:solidFill>
                <a:srgbClr val="CADCFC"/>
              </a:solidFill>
              <a:prstDash val="solid"/>
              <a:miter/>
            </a:ln>
          </p:spPr>
        </p:sp>
      </p:grpSp>
      <p:grpSp>
        <p:nvGrpSpPr>
          <p:cNvPr name="Group 75" id="75"/>
          <p:cNvGrpSpPr/>
          <p:nvPr/>
        </p:nvGrpSpPr>
        <p:grpSpPr>
          <a:xfrm rot="0">
            <a:off x="9637776" y="5888736"/>
            <a:ext cx="822960" cy="822960"/>
            <a:chOff x="0" y="0"/>
            <a:chExt cx="1097280" cy="1097280"/>
          </a:xfrm>
        </p:grpSpPr>
        <p:sp>
          <p:nvSpPr>
            <p:cNvPr name="Freeform 76" id="76"/>
            <p:cNvSpPr/>
            <p:nvPr/>
          </p:nvSpPr>
          <p:spPr>
            <a:xfrm flipH="false" flipV="false" rot="0">
              <a:off x="0" y="0"/>
              <a:ext cx="1097280" cy="1097280"/>
            </a:xfrm>
            <a:custGeom>
              <a:avLst/>
              <a:gdLst/>
              <a:ahLst/>
              <a:cxnLst/>
              <a:rect r="r" b="b" t="t" l="l"/>
              <a:pathLst>
                <a:path h="1097280" w="1097280">
                  <a:moveTo>
                    <a:pt x="0" y="0"/>
                  </a:moveTo>
                  <a:lnTo>
                    <a:pt x="1097280" y="0"/>
                  </a:lnTo>
                  <a:lnTo>
                    <a:pt x="1097280" y="1097280"/>
                  </a:lnTo>
                  <a:lnTo>
                    <a:pt x="0" y="1097280"/>
                  </a:lnTo>
                  <a:close/>
                </a:path>
              </a:pathLst>
            </a:custGeom>
            <a:blipFill>
              <a:blip r:embed="rId3">
                <a:alphaModFix amt="0"/>
              </a:blip>
              <a:stretch>
                <a:fillRect l="-78303" t="0" r="-78303" b="0"/>
              </a:stretch>
            </a:blipFill>
          </p:spPr>
        </p:sp>
        <p:sp>
          <p:nvSpPr>
            <p:cNvPr name="TextBox 77" id="77"/>
            <p:cNvSpPr txBox="true"/>
            <p:nvPr/>
          </p:nvSpPr>
          <p:spPr>
            <a:xfrm>
              <a:off x="0" y="-76200"/>
              <a:ext cx="1097280" cy="1173480"/>
            </a:xfrm>
            <a:prstGeom prst="rect">
              <a:avLst/>
            </a:prstGeom>
          </p:spPr>
          <p:txBody>
            <a:bodyPr anchor="ctr" rtlCol="false" tIns="0" lIns="0" bIns="0" rIns="0"/>
            <a:lstStyle/>
            <a:p>
              <a:pPr algn="l">
                <a:lnSpc>
                  <a:spcPts val="4679"/>
                </a:lnSpc>
              </a:pPr>
              <a:r>
                <a:rPr lang="en-US" sz="3899">
                  <a:solidFill>
                    <a:srgbClr val="000000"/>
                  </a:solidFill>
                  <a:latin typeface="Calibri (MS)"/>
                  <a:ea typeface="Calibri (MS)"/>
                  <a:cs typeface="Calibri (MS)"/>
                  <a:sym typeface="Calibri (MS)"/>
                </a:rPr>
                <a:t>🃏</a:t>
              </a:r>
            </a:p>
          </p:txBody>
        </p:sp>
      </p:grpSp>
      <p:grpSp>
        <p:nvGrpSpPr>
          <p:cNvPr name="Group 78" id="78"/>
          <p:cNvGrpSpPr/>
          <p:nvPr/>
        </p:nvGrpSpPr>
        <p:grpSpPr>
          <a:xfrm rot="0">
            <a:off x="10607040" y="5760720"/>
            <a:ext cx="6949440" cy="548640"/>
            <a:chOff x="0" y="0"/>
            <a:chExt cx="9265920" cy="731520"/>
          </a:xfrm>
        </p:grpSpPr>
        <p:sp>
          <p:nvSpPr>
            <p:cNvPr name="Freeform 79" id="79"/>
            <p:cNvSpPr/>
            <p:nvPr/>
          </p:nvSpPr>
          <p:spPr>
            <a:xfrm flipH="false" flipV="false" rot="0">
              <a:off x="0" y="0"/>
              <a:ext cx="9265920" cy="731520"/>
            </a:xfrm>
            <a:custGeom>
              <a:avLst/>
              <a:gdLst/>
              <a:ahLst/>
              <a:cxnLst/>
              <a:rect r="r" b="b" t="t" l="l"/>
              <a:pathLst>
                <a:path h="731520" w="9265920">
                  <a:moveTo>
                    <a:pt x="0" y="0"/>
                  </a:moveTo>
                  <a:lnTo>
                    <a:pt x="9265920" y="0"/>
                  </a:lnTo>
                  <a:lnTo>
                    <a:pt x="9265920" y="731520"/>
                  </a:lnTo>
                  <a:lnTo>
                    <a:pt x="0" y="731520"/>
                  </a:lnTo>
                  <a:close/>
                </a:path>
              </a:pathLst>
            </a:custGeom>
            <a:blipFill>
              <a:blip r:embed="rId3">
                <a:alphaModFix amt="0"/>
              </a:blip>
              <a:stretch>
                <a:fillRect l="0" t="-196810" r="0" b="-196810"/>
              </a:stretch>
            </a:blipFill>
          </p:spPr>
        </p:sp>
        <p:sp>
          <p:nvSpPr>
            <p:cNvPr name="TextBox 80" id="80"/>
            <p:cNvSpPr txBox="true"/>
            <p:nvPr/>
          </p:nvSpPr>
          <p:spPr>
            <a:xfrm>
              <a:off x="0" y="-57150"/>
              <a:ext cx="9265920" cy="788670"/>
            </a:xfrm>
            <a:prstGeom prst="rect">
              <a:avLst/>
            </a:prstGeom>
          </p:spPr>
          <p:txBody>
            <a:bodyPr anchor="ctr" rtlCol="false" tIns="0" lIns="0" bIns="0" rIns="0"/>
            <a:lstStyle/>
            <a:p>
              <a:pPr algn="l">
                <a:lnSpc>
                  <a:spcPts val="3239"/>
                </a:lnSpc>
              </a:pPr>
              <a:r>
                <a:rPr lang="en-US" sz="2699" b="true">
                  <a:solidFill>
                    <a:srgbClr val="1E2761"/>
                  </a:solidFill>
                  <a:latin typeface="Calibri (MS) Bold"/>
                  <a:ea typeface="Calibri (MS) Bold"/>
                  <a:cs typeface="Calibri (MS) Bold"/>
                  <a:sym typeface="Calibri (MS) Bold"/>
                </a:rPr>
                <a:t>Poker Planning</a:t>
              </a:r>
            </a:p>
          </p:txBody>
        </p:sp>
      </p:grpSp>
      <p:grpSp>
        <p:nvGrpSpPr>
          <p:cNvPr name="Group 81" id="81"/>
          <p:cNvGrpSpPr/>
          <p:nvPr/>
        </p:nvGrpSpPr>
        <p:grpSpPr>
          <a:xfrm rot="0">
            <a:off x="10607040" y="6345936"/>
            <a:ext cx="6949440" cy="866198"/>
            <a:chOff x="0" y="0"/>
            <a:chExt cx="9265920" cy="1154930"/>
          </a:xfrm>
        </p:grpSpPr>
        <p:sp>
          <p:nvSpPr>
            <p:cNvPr name="Freeform 82" id="82"/>
            <p:cNvSpPr/>
            <p:nvPr/>
          </p:nvSpPr>
          <p:spPr>
            <a:xfrm flipH="false" flipV="false" rot="0">
              <a:off x="0" y="0"/>
              <a:ext cx="9265920" cy="1154930"/>
            </a:xfrm>
            <a:custGeom>
              <a:avLst/>
              <a:gdLst/>
              <a:ahLst/>
              <a:cxnLst/>
              <a:rect r="r" b="b" t="t" l="l"/>
              <a:pathLst>
                <a:path h="1154930" w="9265920">
                  <a:moveTo>
                    <a:pt x="0" y="0"/>
                  </a:moveTo>
                  <a:lnTo>
                    <a:pt x="9265920" y="0"/>
                  </a:lnTo>
                  <a:lnTo>
                    <a:pt x="9265920" y="1154930"/>
                  </a:lnTo>
                  <a:lnTo>
                    <a:pt x="0" y="1154930"/>
                  </a:lnTo>
                  <a:close/>
                </a:path>
              </a:pathLst>
            </a:custGeom>
            <a:blipFill>
              <a:blip r:embed="rId3">
                <a:alphaModFix amt="0"/>
              </a:blip>
              <a:stretch>
                <a:fillRect l="0" t="-124657" r="0" b="-87996"/>
              </a:stretch>
            </a:blipFill>
          </p:spPr>
        </p:sp>
        <p:sp>
          <p:nvSpPr>
            <p:cNvPr name="TextBox 83" id="83"/>
            <p:cNvSpPr txBox="true"/>
            <p:nvPr/>
          </p:nvSpPr>
          <p:spPr>
            <a:xfrm>
              <a:off x="0" y="-47625"/>
              <a:ext cx="9265920" cy="1202555"/>
            </a:xfrm>
            <a:prstGeom prst="rect">
              <a:avLst/>
            </a:prstGeom>
          </p:spPr>
          <p:txBody>
            <a:bodyPr anchor="ctr" rtlCol="false" tIns="0" lIns="0" bIns="0" rIns="0"/>
            <a:lstStyle/>
            <a:p>
              <a:pPr algn="l">
                <a:lnSpc>
                  <a:spcPts val="2999"/>
                </a:lnSpc>
              </a:pPr>
              <a:r>
                <a:rPr lang="en-US" sz="2499">
                  <a:solidFill>
                    <a:srgbClr val="4A4A6A"/>
                  </a:solidFill>
                  <a:latin typeface="Calibri (MS)"/>
                  <a:ea typeface="Calibri (MS)"/>
                  <a:cs typeface="Calibri (MS)"/>
                  <a:sym typeface="Calibri (MS)"/>
                </a:rPr>
                <a:t>Estimación consensuada del tamaño de cada épica (pendiente)</a:t>
              </a:r>
            </a:p>
          </p:txBody>
        </p:sp>
      </p:grpSp>
      <p:grpSp>
        <p:nvGrpSpPr>
          <p:cNvPr name="Group 84" id="84"/>
          <p:cNvGrpSpPr/>
          <p:nvPr/>
        </p:nvGrpSpPr>
        <p:grpSpPr>
          <a:xfrm rot="0">
            <a:off x="9405623" y="7393943"/>
            <a:ext cx="8346443" cy="1646991"/>
            <a:chOff x="0" y="0"/>
            <a:chExt cx="11128591" cy="2195987"/>
          </a:xfrm>
        </p:grpSpPr>
        <p:sp>
          <p:nvSpPr>
            <p:cNvPr name="Freeform 85" id="85"/>
            <p:cNvSpPr/>
            <p:nvPr/>
          </p:nvSpPr>
          <p:spPr>
            <a:xfrm flipH="false" flipV="false" rot="0">
              <a:off x="0" y="0"/>
              <a:ext cx="11128629" cy="2196026"/>
            </a:xfrm>
            <a:custGeom>
              <a:avLst/>
              <a:gdLst/>
              <a:ahLst/>
              <a:cxnLst/>
              <a:rect r="r" b="b" t="t" l="l"/>
              <a:pathLst>
                <a:path h="2196026" w="11128629">
                  <a:moveTo>
                    <a:pt x="0" y="219645"/>
                  </a:moveTo>
                  <a:cubicBezTo>
                    <a:pt x="0" y="98370"/>
                    <a:pt x="88900" y="0"/>
                    <a:pt x="198501" y="0"/>
                  </a:cubicBezTo>
                  <a:lnTo>
                    <a:pt x="10930128" y="0"/>
                  </a:lnTo>
                  <a:cubicBezTo>
                    <a:pt x="11039729" y="0"/>
                    <a:pt x="11128629" y="98370"/>
                    <a:pt x="11128629" y="219645"/>
                  </a:cubicBezTo>
                  <a:lnTo>
                    <a:pt x="11128629" y="1976385"/>
                  </a:lnTo>
                  <a:cubicBezTo>
                    <a:pt x="11128629" y="2097660"/>
                    <a:pt x="11039729" y="2196026"/>
                    <a:pt x="10930128" y="2196026"/>
                  </a:cubicBezTo>
                  <a:lnTo>
                    <a:pt x="198501" y="2196026"/>
                  </a:lnTo>
                  <a:cubicBezTo>
                    <a:pt x="88900" y="2196026"/>
                    <a:pt x="0" y="2097660"/>
                    <a:pt x="0" y="1976385"/>
                  </a:cubicBezTo>
                  <a:close/>
                </a:path>
              </a:pathLst>
            </a:custGeom>
            <a:solidFill>
              <a:srgbClr val="FFFFFF"/>
            </a:solidFill>
            <a:ln w="25400" cap="sq">
              <a:solidFill>
                <a:srgbClr val="CADCFC"/>
              </a:solidFill>
              <a:prstDash val="solid"/>
              <a:miter/>
            </a:ln>
          </p:spPr>
        </p:sp>
      </p:grpSp>
      <p:grpSp>
        <p:nvGrpSpPr>
          <p:cNvPr name="Group 86" id="86"/>
          <p:cNvGrpSpPr/>
          <p:nvPr/>
        </p:nvGrpSpPr>
        <p:grpSpPr>
          <a:xfrm rot="0">
            <a:off x="9637776" y="7717536"/>
            <a:ext cx="822960" cy="822960"/>
            <a:chOff x="0" y="0"/>
            <a:chExt cx="1097280" cy="1097280"/>
          </a:xfrm>
        </p:grpSpPr>
        <p:sp>
          <p:nvSpPr>
            <p:cNvPr name="Freeform 87" id="87"/>
            <p:cNvSpPr/>
            <p:nvPr/>
          </p:nvSpPr>
          <p:spPr>
            <a:xfrm flipH="false" flipV="false" rot="0">
              <a:off x="0" y="0"/>
              <a:ext cx="1097280" cy="1097280"/>
            </a:xfrm>
            <a:custGeom>
              <a:avLst/>
              <a:gdLst/>
              <a:ahLst/>
              <a:cxnLst/>
              <a:rect r="r" b="b" t="t" l="l"/>
              <a:pathLst>
                <a:path h="1097280" w="1097280">
                  <a:moveTo>
                    <a:pt x="0" y="0"/>
                  </a:moveTo>
                  <a:lnTo>
                    <a:pt x="1097280" y="0"/>
                  </a:lnTo>
                  <a:lnTo>
                    <a:pt x="1097280" y="1097280"/>
                  </a:lnTo>
                  <a:lnTo>
                    <a:pt x="0" y="1097280"/>
                  </a:lnTo>
                  <a:close/>
                </a:path>
              </a:pathLst>
            </a:custGeom>
            <a:blipFill>
              <a:blip r:embed="rId3">
                <a:alphaModFix amt="0"/>
              </a:blip>
              <a:stretch>
                <a:fillRect l="-78303" t="0" r="-78303" b="0"/>
              </a:stretch>
            </a:blipFill>
          </p:spPr>
        </p:sp>
        <p:sp>
          <p:nvSpPr>
            <p:cNvPr name="TextBox 88" id="88"/>
            <p:cNvSpPr txBox="true"/>
            <p:nvPr/>
          </p:nvSpPr>
          <p:spPr>
            <a:xfrm>
              <a:off x="0" y="-76200"/>
              <a:ext cx="1097280" cy="1173480"/>
            </a:xfrm>
            <a:prstGeom prst="rect">
              <a:avLst/>
            </a:prstGeom>
          </p:spPr>
          <p:txBody>
            <a:bodyPr anchor="ctr" rtlCol="false" tIns="0" lIns="0" bIns="0" rIns="0"/>
            <a:lstStyle/>
            <a:p>
              <a:pPr algn="l">
                <a:lnSpc>
                  <a:spcPts val="4679"/>
                </a:lnSpc>
              </a:pPr>
              <a:r>
                <a:rPr lang="en-US" sz="3899">
                  <a:solidFill>
                    <a:srgbClr val="000000"/>
                  </a:solidFill>
                  <a:latin typeface="Calibri (MS)"/>
                  <a:ea typeface="Calibri (MS)"/>
                  <a:cs typeface="Calibri (MS)"/>
                  <a:sym typeface="Calibri (MS)"/>
                </a:rPr>
                <a:t>🔄</a:t>
              </a:r>
            </a:p>
          </p:txBody>
        </p:sp>
      </p:grpSp>
      <p:grpSp>
        <p:nvGrpSpPr>
          <p:cNvPr name="Group 89" id="89"/>
          <p:cNvGrpSpPr/>
          <p:nvPr/>
        </p:nvGrpSpPr>
        <p:grpSpPr>
          <a:xfrm rot="0">
            <a:off x="10607040" y="7589520"/>
            <a:ext cx="6949440" cy="548640"/>
            <a:chOff x="0" y="0"/>
            <a:chExt cx="9265920" cy="731520"/>
          </a:xfrm>
        </p:grpSpPr>
        <p:sp>
          <p:nvSpPr>
            <p:cNvPr name="Freeform 90" id="90"/>
            <p:cNvSpPr/>
            <p:nvPr/>
          </p:nvSpPr>
          <p:spPr>
            <a:xfrm flipH="false" flipV="false" rot="0">
              <a:off x="0" y="0"/>
              <a:ext cx="9265920" cy="731520"/>
            </a:xfrm>
            <a:custGeom>
              <a:avLst/>
              <a:gdLst/>
              <a:ahLst/>
              <a:cxnLst/>
              <a:rect r="r" b="b" t="t" l="l"/>
              <a:pathLst>
                <a:path h="731520" w="9265920">
                  <a:moveTo>
                    <a:pt x="0" y="0"/>
                  </a:moveTo>
                  <a:lnTo>
                    <a:pt x="9265920" y="0"/>
                  </a:lnTo>
                  <a:lnTo>
                    <a:pt x="9265920" y="731520"/>
                  </a:lnTo>
                  <a:lnTo>
                    <a:pt x="0" y="731520"/>
                  </a:lnTo>
                  <a:close/>
                </a:path>
              </a:pathLst>
            </a:custGeom>
            <a:blipFill>
              <a:blip r:embed="rId3">
                <a:alphaModFix amt="0"/>
              </a:blip>
              <a:stretch>
                <a:fillRect l="0" t="-196810" r="0" b="-196810"/>
              </a:stretch>
            </a:blipFill>
          </p:spPr>
        </p:sp>
        <p:sp>
          <p:nvSpPr>
            <p:cNvPr name="TextBox 91" id="91"/>
            <p:cNvSpPr txBox="true"/>
            <p:nvPr/>
          </p:nvSpPr>
          <p:spPr>
            <a:xfrm>
              <a:off x="0" y="-57150"/>
              <a:ext cx="9265920" cy="788670"/>
            </a:xfrm>
            <a:prstGeom prst="rect">
              <a:avLst/>
            </a:prstGeom>
          </p:spPr>
          <p:txBody>
            <a:bodyPr anchor="ctr" rtlCol="false" tIns="0" lIns="0" bIns="0" rIns="0"/>
            <a:lstStyle/>
            <a:p>
              <a:pPr algn="l">
                <a:lnSpc>
                  <a:spcPts val="3239"/>
                </a:lnSpc>
              </a:pPr>
              <a:r>
                <a:rPr lang="en-US" sz="2699" b="true">
                  <a:solidFill>
                    <a:srgbClr val="1E2761"/>
                  </a:solidFill>
                  <a:latin typeface="Calibri (MS) Bold"/>
                  <a:ea typeface="Calibri (MS) Bold"/>
                  <a:cs typeface="Calibri (MS) Bold"/>
                  <a:sym typeface="Calibri (MS) Bold"/>
                </a:rPr>
                <a:t>Revisión continua</a:t>
              </a:r>
            </a:p>
          </p:txBody>
        </p:sp>
      </p:grpSp>
      <p:grpSp>
        <p:nvGrpSpPr>
          <p:cNvPr name="Group 92" id="92"/>
          <p:cNvGrpSpPr/>
          <p:nvPr/>
        </p:nvGrpSpPr>
        <p:grpSpPr>
          <a:xfrm rot="0">
            <a:off x="10607040" y="8174736"/>
            <a:ext cx="6949440" cy="866198"/>
            <a:chOff x="0" y="0"/>
            <a:chExt cx="9265920" cy="1154930"/>
          </a:xfrm>
        </p:grpSpPr>
        <p:sp>
          <p:nvSpPr>
            <p:cNvPr name="Freeform 93" id="93"/>
            <p:cNvSpPr/>
            <p:nvPr/>
          </p:nvSpPr>
          <p:spPr>
            <a:xfrm flipH="false" flipV="false" rot="0">
              <a:off x="0" y="0"/>
              <a:ext cx="9265920" cy="1154930"/>
            </a:xfrm>
            <a:custGeom>
              <a:avLst/>
              <a:gdLst/>
              <a:ahLst/>
              <a:cxnLst/>
              <a:rect r="r" b="b" t="t" l="l"/>
              <a:pathLst>
                <a:path h="1154930" w="9265920">
                  <a:moveTo>
                    <a:pt x="0" y="0"/>
                  </a:moveTo>
                  <a:lnTo>
                    <a:pt x="9265920" y="0"/>
                  </a:lnTo>
                  <a:lnTo>
                    <a:pt x="9265920" y="1154930"/>
                  </a:lnTo>
                  <a:lnTo>
                    <a:pt x="0" y="1154930"/>
                  </a:lnTo>
                  <a:close/>
                </a:path>
              </a:pathLst>
            </a:custGeom>
            <a:blipFill>
              <a:blip r:embed="rId3">
                <a:alphaModFix amt="0"/>
              </a:blip>
              <a:stretch>
                <a:fillRect l="0" t="-124657" r="0" b="-87996"/>
              </a:stretch>
            </a:blipFill>
          </p:spPr>
        </p:sp>
        <p:sp>
          <p:nvSpPr>
            <p:cNvPr name="TextBox 94" id="94"/>
            <p:cNvSpPr txBox="true"/>
            <p:nvPr/>
          </p:nvSpPr>
          <p:spPr>
            <a:xfrm>
              <a:off x="0" y="-47625"/>
              <a:ext cx="9265920" cy="1202555"/>
            </a:xfrm>
            <a:prstGeom prst="rect">
              <a:avLst/>
            </a:prstGeom>
          </p:spPr>
          <p:txBody>
            <a:bodyPr anchor="ctr" rtlCol="false" tIns="0" lIns="0" bIns="0" rIns="0"/>
            <a:lstStyle/>
            <a:p>
              <a:pPr algn="l">
                <a:lnSpc>
                  <a:spcPts val="2999"/>
                </a:lnSpc>
              </a:pPr>
              <a:r>
                <a:rPr lang="en-US" sz="2499">
                  <a:solidFill>
                    <a:srgbClr val="4A4A6A"/>
                  </a:solidFill>
                  <a:latin typeface="Calibri (MS)"/>
                  <a:ea typeface="Calibri (MS)"/>
                  <a:cs typeface="Calibri (MS)"/>
                  <a:sym typeface="Calibri (MS)"/>
                </a:rPr>
                <a:t>Validación del avance al finalizar cada bloque funcional</a:t>
              </a:r>
            </a:p>
          </p:txBody>
        </p:sp>
      </p:grpSp>
      <p:grpSp>
        <p:nvGrpSpPr>
          <p:cNvPr name="Group 95" id="95"/>
          <p:cNvGrpSpPr/>
          <p:nvPr/>
        </p:nvGrpSpPr>
        <p:grpSpPr>
          <a:xfrm rot="0">
            <a:off x="5868924" y="2503496"/>
            <a:ext cx="640080" cy="782817"/>
            <a:chOff x="0" y="0"/>
            <a:chExt cx="853440" cy="1043756"/>
          </a:xfrm>
        </p:grpSpPr>
        <p:sp>
          <p:nvSpPr>
            <p:cNvPr name="Freeform 96" id="96"/>
            <p:cNvSpPr/>
            <p:nvPr/>
          </p:nvSpPr>
          <p:spPr>
            <a:xfrm flipH="false" flipV="false" rot="0">
              <a:off x="0" y="0"/>
              <a:ext cx="853440" cy="1043756"/>
            </a:xfrm>
            <a:custGeom>
              <a:avLst/>
              <a:gdLst/>
              <a:ahLst/>
              <a:cxnLst/>
              <a:rect r="r" b="b" t="t" l="l"/>
              <a:pathLst>
                <a:path h="1043756" w="853440">
                  <a:moveTo>
                    <a:pt x="0" y="0"/>
                  </a:moveTo>
                  <a:lnTo>
                    <a:pt x="853440" y="0"/>
                  </a:lnTo>
                  <a:lnTo>
                    <a:pt x="853440" y="1043756"/>
                  </a:lnTo>
                  <a:lnTo>
                    <a:pt x="0" y="1043756"/>
                  </a:lnTo>
                  <a:close/>
                </a:path>
              </a:pathLst>
            </a:custGeom>
            <a:blipFill>
              <a:blip r:embed="rId3">
                <a:alphaModFix amt="0"/>
              </a:blip>
              <a:stretch>
                <a:fillRect l="-59974" t="0" r="-59974" b="29914"/>
              </a:stretch>
            </a:blipFill>
          </p:spPr>
        </p:sp>
        <p:sp>
          <p:nvSpPr>
            <p:cNvPr name="TextBox 97" id="97"/>
            <p:cNvSpPr txBox="true"/>
            <p:nvPr/>
          </p:nvSpPr>
          <p:spPr>
            <a:xfrm>
              <a:off x="0" y="-76200"/>
              <a:ext cx="853440" cy="1119956"/>
            </a:xfrm>
            <a:prstGeom prst="rect">
              <a:avLst/>
            </a:prstGeom>
          </p:spPr>
          <p:txBody>
            <a:bodyPr anchor="ctr" rtlCol="false" tIns="0" lIns="0" bIns="0" rIns="0"/>
            <a:lstStyle/>
            <a:p>
              <a:pPr algn="ctr">
                <a:lnSpc>
                  <a:spcPts val="4679"/>
                </a:lnSpc>
              </a:pPr>
              <a:r>
                <a:rPr lang="en-US" b="true" sz="3899">
                  <a:solidFill>
                    <a:srgbClr val="000000"/>
                  </a:solidFill>
                  <a:latin typeface="Calibri (MS) Bold"/>
                  <a:ea typeface="Calibri (MS) Bold"/>
                  <a:cs typeface="Calibri (MS) Bold"/>
                  <a:sym typeface="Calibri (MS) Bold"/>
                </a:rPr>
                <a:t>→</a:t>
              </a:r>
            </a:p>
          </p:txBody>
        </p:sp>
      </p:grpSp>
      <p:grpSp>
        <p:nvGrpSpPr>
          <p:cNvPr name="Group 98" id="98"/>
          <p:cNvGrpSpPr/>
          <p:nvPr/>
        </p:nvGrpSpPr>
        <p:grpSpPr>
          <a:xfrm rot="0">
            <a:off x="8745226" y="2503496"/>
            <a:ext cx="640080" cy="782817"/>
            <a:chOff x="0" y="0"/>
            <a:chExt cx="853440" cy="1043756"/>
          </a:xfrm>
        </p:grpSpPr>
        <p:sp>
          <p:nvSpPr>
            <p:cNvPr name="Freeform 99" id="99"/>
            <p:cNvSpPr/>
            <p:nvPr/>
          </p:nvSpPr>
          <p:spPr>
            <a:xfrm flipH="false" flipV="false" rot="0">
              <a:off x="0" y="0"/>
              <a:ext cx="853440" cy="1043756"/>
            </a:xfrm>
            <a:custGeom>
              <a:avLst/>
              <a:gdLst/>
              <a:ahLst/>
              <a:cxnLst/>
              <a:rect r="r" b="b" t="t" l="l"/>
              <a:pathLst>
                <a:path h="1043756" w="853440">
                  <a:moveTo>
                    <a:pt x="0" y="0"/>
                  </a:moveTo>
                  <a:lnTo>
                    <a:pt x="853440" y="0"/>
                  </a:lnTo>
                  <a:lnTo>
                    <a:pt x="853440" y="1043756"/>
                  </a:lnTo>
                  <a:lnTo>
                    <a:pt x="0" y="1043756"/>
                  </a:lnTo>
                  <a:close/>
                </a:path>
              </a:pathLst>
            </a:custGeom>
            <a:blipFill>
              <a:blip r:embed="rId3">
                <a:alphaModFix amt="0"/>
              </a:blip>
              <a:stretch>
                <a:fillRect l="-59974" t="0" r="-59974" b="29914"/>
              </a:stretch>
            </a:blipFill>
          </p:spPr>
        </p:sp>
        <p:sp>
          <p:nvSpPr>
            <p:cNvPr name="TextBox 100" id="100"/>
            <p:cNvSpPr txBox="true"/>
            <p:nvPr/>
          </p:nvSpPr>
          <p:spPr>
            <a:xfrm>
              <a:off x="0" y="-76200"/>
              <a:ext cx="853440" cy="1119956"/>
            </a:xfrm>
            <a:prstGeom prst="rect">
              <a:avLst/>
            </a:prstGeom>
          </p:spPr>
          <p:txBody>
            <a:bodyPr anchor="ctr" rtlCol="false" tIns="0" lIns="0" bIns="0" rIns="0"/>
            <a:lstStyle/>
            <a:p>
              <a:pPr algn="ctr">
                <a:lnSpc>
                  <a:spcPts val="4679"/>
                </a:lnSpc>
              </a:pPr>
              <a:r>
                <a:rPr lang="en-US" b="true" sz="3899">
                  <a:solidFill>
                    <a:srgbClr val="000000"/>
                  </a:solidFill>
                  <a:latin typeface="Calibri (MS) Bold"/>
                  <a:ea typeface="Calibri (MS) Bold"/>
                  <a:cs typeface="Calibri (MS) Bold"/>
                  <a:sym typeface="Calibri (MS) Bold"/>
                </a:rPr>
                <a:t>→</a:t>
              </a:r>
            </a:p>
          </p:txBody>
        </p:sp>
      </p:grpSp>
      <p:sp>
        <p:nvSpPr>
          <p:cNvPr name="Freeform 101" id="101"/>
          <p:cNvSpPr/>
          <p:nvPr/>
        </p:nvSpPr>
        <p:spPr>
          <a:xfrm flipH="false" flipV="false" rot="0">
            <a:off x="13644173" y="170126"/>
            <a:ext cx="4226777" cy="1056694"/>
          </a:xfrm>
          <a:custGeom>
            <a:avLst/>
            <a:gdLst/>
            <a:ahLst/>
            <a:cxnLst/>
            <a:rect r="r" b="b" t="t" l="l"/>
            <a:pathLst>
              <a:path h="1056694" w="4226777">
                <a:moveTo>
                  <a:pt x="0" y="0"/>
                </a:moveTo>
                <a:lnTo>
                  <a:pt x="4226777" y="0"/>
                </a:lnTo>
                <a:lnTo>
                  <a:pt x="4226777" y="1056694"/>
                </a:lnTo>
                <a:lnTo>
                  <a:pt x="0" y="1056694"/>
                </a:lnTo>
                <a:lnTo>
                  <a:pt x="0" y="0"/>
                </a:lnTo>
                <a:close/>
              </a:path>
            </a:pathLst>
          </a:custGeom>
          <a:blipFill>
            <a:blip r:embed="rId4"/>
            <a:stretch>
              <a:fillRect l="0" t="0" r="0" b="0"/>
            </a:stretch>
          </a:blipFill>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0009765" cy="1645920"/>
            <a:chOff x="0" y="0"/>
            <a:chExt cx="13346354" cy="2194560"/>
          </a:xfrm>
        </p:grpSpPr>
        <p:sp>
          <p:nvSpPr>
            <p:cNvPr name="Freeform 3" id="3"/>
            <p:cNvSpPr/>
            <p:nvPr/>
          </p:nvSpPr>
          <p:spPr>
            <a:xfrm flipH="false" flipV="false" rot="0">
              <a:off x="0" y="0"/>
              <a:ext cx="13346354" cy="2194560"/>
            </a:xfrm>
            <a:custGeom>
              <a:avLst/>
              <a:gdLst/>
              <a:ahLst/>
              <a:cxnLst/>
              <a:rect r="r" b="b" t="t" l="l"/>
              <a:pathLst>
                <a:path h="2194560" w="13346354">
                  <a:moveTo>
                    <a:pt x="0" y="0"/>
                  </a:moveTo>
                  <a:lnTo>
                    <a:pt x="13346354" y="0"/>
                  </a:lnTo>
                  <a:lnTo>
                    <a:pt x="13346354" y="2194560"/>
                  </a:lnTo>
                  <a:lnTo>
                    <a:pt x="0" y="2194560"/>
                  </a:lnTo>
                  <a:close/>
                </a:path>
              </a:pathLst>
            </a:custGeom>
            <a:solidFill>
              <a:srgbClr val="1E2761"/>
            </a:solidFill>
          </p:spPr>
        </p:sp>
      </p:grpSp>
      <p:grpSp>
        <p:nvGrpSpPr>
          <p:cNvPr name="Group 4" id="4"/>
          <p:cNvGrpSpPr/>
          <p:nvPr/>
        </p:nvGrpSpPr>
        <p:grpSpPr>
          <a:xfrm rot="0">
            <a:off x="754380" y="274320"/>
            <a:ext cx="9464040" cy="1097280"/>
            <a:chOff x="0" y="0"/>
            <a:chExt cx="12618720" cy="1463040"/>
          </a:xfrm>
        </p:grpSpPr>
        <p:sp>
          <p:nvSpPr>
            <p:cNvPr name="Freeform 5" id="5"/>
            <p:cNvSpPr/>
            <p:nvPr/>
          </p:nvSpPr>
          <p:spPr>
            <a:xfrm flipH="false" flipV="false" rot="0">
              <a:off x="0" y="0"/>
              <a:ext cx="12618720" cy="1463040"/>
            </a:xfrm>
            <a:custGeom>
              <a:avLst/>
              <a:gdLst/>
              <a:ahLst/>
              <a:cxnLst/>
              <a:rect r="r" b="b" t="t" l="l"/>
              <a:pathLst>
                <a:path h="1463040" w="12618720">
                  <a:moveTo>
                    <a:pt x="0" y="0"/>
                  </a:moveTo>
                  <a:lnTo>
                    <a:pt x="12618720" y="0"/>
                  </a:lnTo>
                  <a:lnTo>
                    <a:pt x="12618720" y="1463040"/>
                  </a:lnTo>
                  <a:lnTo>
                    <a:pt x="0" y="1463040"/>
                  </a:lnTo>
                  <a:close/>
                </a:path>
              </a:pathLst>
            </a:custGeom>
            <a:blipFill>
              <a:blip r:embed="rId3">
                <a:alphaModFix amt="0"/>
              </a:blip>
              <a:stretch>
                <a:fillRect l="0" t="-242275" r="-73913" b="-242275"/>
              </a:stretch>
            </a:blipFill>
          </p:spPr>
        </p:sp>
        <p:sp>
          <p:nvSpPr>
            <p:cNvPr name="TextBox 6" id="6"/>
            <p:cNvSpPr txBox="true"/>
            <p:nvPr/>
          </p:nvSpPr>
          <p:spPr>
            <a:xfrm>
              <a:off x="0" y="-76200"/>
              <a:ext cx="12618720" cy="1539240"/>
            </a:xfrm>
            <a:prstGeom prst="rect">
              <a:avLst/>
            </a:prstGeom>
          </p:spPr>
          <p:txBody>
            <a:bodyPr anchor="ctr" rtlCol="false" tIns="0" lIns="0" bIns="0" rIns="0"/>
            <a:lstStyle/>
            <a:p>
              <a:pPr algn="l">
                <a:lnSpc>
                  <a:spcPts val="5280"/>
                </a:lnSpc>
              </a:pPr>
              <a:r>
                <a:rPr lang="en-US" sz="4400" b="true">
                  <a:solidFill>
                    <a:srgbClr val="FFFFFF"/>
                  </a:solidFill>
                  <a:latin typeface="Calibri (MS) Bold"/>
                  <a:ea typeface="Calibri (MS) Bold"/>
                  <a:cs typeface="Calibri (MS) Bold"/>
                  <a:sym typeface="Calibri (MS) Bold"/>
                </a:rPr>
                <a:t>Relación con Ingeniería en Informática</a:t>
              </a:r>
            </a:p>
          </p:txBody>
        </p:sp>
      </p:grpSp>
      <p:grpSp>
        <p:nvGrpSpPr>
          <p:cNvPr name="Group 7" id="7"/>
          <p:cNvGrpSpPr/>
          <p:nvPr/>
        </p:nvGrpSpPr>
        <p:grpSpPr>
          <a:xfrm rot="0">
            <a:off x="718823" y="1907543"/>
            <a:ext cx="8437883" cy="2860043"/>
            <a:chOff x="0" y="0"/>
            <a:chExt cx="11250511" cy="3813391"/>
          </a:xfrm>
        </p:grpSpPr>
        <p:sp>
          <p:nvSpPr>
            <p:cNvPr name="Freeform 8" id="8"/>
            <p:cNvSpPr/>
            <p:nvPr/>
          </p:nvSpPr>
          <p:spPr>
            <a:xfrm flipH="false" flipV="false" rot="0">
              <a:off x="0" y="0"/>
              <a:ext cx="11250549" cy="3813429"/>
            </a:xfrm>
            <a:custGeom>
              <a:avLst/>
              <a:gdLst/>
              <a:ahLst/>
              <a:cxnLst/>
              <a:rect r="r" b="b" t="t" l="l"/>
              <a:pathLst>
                <a:path h="3813429" w="11250549">
                  <a:moveTo>
                    <a:pt x="0" y="196850"/>
                  </a:moveTo>
                  <a:cubicBezTo>
                    <a:pt x="0" y="88138"/>
                    <a:pt x="88138" y="0"/>
                    <a:pt x="196850" y="0"/>
                  </a:cubicBezTo>
                  <a:lnTo>
                    <a:pt x="11053699" y="0"/>
                  </a:lnTo>
                  <a:cubicBezTo>
                    <a:pt x="11162411" y="0"/>
                    <a:pt x="11250549" y="88138"/>
                    <a:pt x="11250549" y="196850"/>
                  </a:cubicBezTo>
                  <a:lnTo>
                    <a:pt x="11250549" y="3616579"/>
                  </a:lnTo>
                  <a:cubicBezTo>
                    <a:pt x="11250549" y="3725291"/>
                    <a:pt x="11162411" y="3813429"/>
                    <a:pt x="11053699" y="3813429"/>
                  </a:cubicBezTo>
                  <a:lnTo>
                    <a:pt x="196850" y="3813429"/>
                  </a:lnTo>
                  <a:cubicBezTo>
                    <a:pt x="88138" y="3813429"/>
                    <a:pt x="0" y="3725291"/>
                    <a:pt x="0" y="3616579"/>
                  </a:cubicBezTo>
                  <a:close/>
                </a:path>
              </a:pathLst>
            </a:custGeom>
            <a:solidFill>
              <a:srgbClr val="FFFFFF"/>
            </a:solidFill>
            <a:ln w="25400" cap="sq">
              <a:solidFill>
                <a:srgbClr val="CADCFC"/>
              </a:solidFill>
              <a:prstDash val="solid"/>
              <a:miter/>
            </a:ln>
          </p:spPr>
        </p:sp>
      </p:grpSp>
      <p:grpSp>
        <p:nvGrpSpPr>
          <p:cNvPr name="Group 9" id="9"/>
          <p:cNvGrpSpPr/>
          <p:nvPr/>
        </p:nvGrpSpPr>
        <p:grpSpPr>
          <a:xfrm rot="0">
            <a:off x="1005840" y="2194560"/>
            <a:ext cx="1005840" cy="922102"/>
            <a:chOff x="0" y="0"/>
            <a:chExt cx="1341120" cy="1229469"/>
          </a:xfrm>
        </p:grpSpPr>
        <p:sp>
          <p:nvSpPr>
            <p:cNvPr name="Freeform 10" id="10"/>
            <p:cNvSpPr/>
            <p:nvPr/>
          </p:nvSpPr>
          <p:spPr>
            <a:xfrm flipH="false" flipV="false" rot="0">
              <a:off x="0" y="0"/>
              <a:ext cx="1341120" cy="1229469"/>
            </a:xfrm>
            <a:custGeom>
              <a:avLst/>
              <a:gdLst/>
              <a:ahLst/>
              <a:cxnLst/>
              <a:rect r="r" b="b" t="t" l="l"/>
              <a:pathLst>
                <a:path h="1229469" w="1341120">
                  <a:moveTo>
                    <a:pt x="0" y="0"/>
                  </a:moveTo>
                  <a:lnTo>
                    <a:pt x="1341120" y="0"/>
                  </a:lnTo>
                  <a:lnTo>
                    <a:pt x="1341120" y="1229469"/>
                  </a:lnTo>
                  <a:lnTo>
                    <a:pt x="0" y="1229469"/>
                  </a:lnTo>
                  <a:close/>
                </a:path>
              </a:pathLst>
            </a:custGeom>
            <a:blipFill>
              <a:blip r:embed="rId3">
                <a:alphaModFix amt="0"/>
              </a:blip>
              <a:stretch>
                <a:fillRect l="-66639" t="0" r="-66639" b="835"/>
              </a:stretch>
            </a:blipFill>
          </p:spPr>
        </p:sp>
        <p:sp>
          <p:nvSpPr>
            <p:cNvPr name="TextBox 11" id="11"/>
            <p:cNvSpPr txBox="true"/>
            <p:nvPr/>
          </p:nvSpPr>
          <p:spPr>
            <a:xfrm>
              <a:off x="0" y="-95250"/>
              <a:ext cx="1341120" cy="1324719"/>
            </a:xfrm>
            <a:prstGeom prst="rect">
              <a:avLst/>
            </a:prstGeom>
          </p:spPr>
          <p:txBody>
            <a:bodyPr anchor="ctr" rtlCol="false" tIns="0" lIns="0" bIns="0" rIns="0"/>
            <a:lstStyle/>
            <a:p>
              <a:pPr algn="l">
                <a:lnSpc>
                  <a:spcPts val="5519"/>
                </a:lnSpc>
              </a:pPr>
              <a:r>
                <a:rPr lang="en-US" sz="4599">
                  <a:solidFill>
                    <a:srgbClr val="000000"/>
                  </a:solidFill>
                  <a:latin typeface="Calibri (MS)"/>
                  <a:ea typeface="Calibri (MS)"/>
                  <a:cs typeface="Calibri (MS)"/>
                  <a:sym typeface="Calibri (MS)"/>
                </a:rPr>
                <a:t>💻</a:t>
              </a:r>
            </a:p>
          </p:txBody>
        </p:sp>
      </p:grpSp>
      <p:grpSp>
        <p:nvGrpSpPr>
          <p:cNvPr name="Group 12" id="12"/>
          <p:cNvGrpSpPr/>
          <p:nvPr/>
        </p:nvGrpSpPr>
        <p:grpSpPr>
          <a:xfrm rot="0">
            <a:off x="2103120" y="2286000"/>
            <a:ext cx="6766560" cy="640080"/>
            <a:chOff x="0" y="0"/>
            <a:chExt cx="9022080" cy="853440"/>
          </a:xfrm>
        </p:grpSpPr>
        <p:sp>
          <p:nvSpPr>
            <p:cNvPr name="Freeform 13" id="13"/>
            <p:cNvSpPr/>
            <p:nvPr/>
          </p:nvSpPr>
          <p:spPr>
            <a:xfrm flipH="false" flipV="false" rot="0">
              <a:off x="0" y="0"/>
              <a:ext cx="9022080" cy="853440"/>
            </a:xfrm>
            <a:custGeom>
              <a:avLst/>
              <a:gdLst/>
              <a:ahLst/>
              <a:cxnLst/>
              <a:rect r="r" b="b" t="t" l="l"/>
              <a:pathLst>
                <a:path h="853440" w="9022080">
                  <a:moveTo>
                    <a:pt x="0" y="0"/>
                  </a:moveTo>
                  <a:lnTo>
                    <a:pt x="9022080" y="0"/>
                  </a:lnTo>
                  <a:lnTo>
                    <a:pt x="9022080" y="853440"/>
                  </a:lnTo>
                  <a:lnTo>
                    <a:pt x="0" y="853440"/>
                  </a:lnTo>
                  <a:close/>
                </a:path>
              </a:pathLst>
            </a:custGeom>
            <a:blipFill>
              <a:blip r:embed="rId3">
                <a:alphaModFix amt="0"/>
              </a:blip>
              <a:stretch>
                <a:fillRect l="0" t="-155984" r="0" b="-155984"/>
              </a:stretch>
            </a:blipFill>
          </p:spPr>
        </p:sp>
        <p:sp>
          <p:nvSpPr>
            <p:cNvPr name="TextBox 14" id="14"/>
            <p:cNvSpPr txBox="true"/>
            <p:nvPr/>
          </p:nvSpPr>
          <p:spPr>
            <a:xfrm>
              <a:off x="0" y="-66675"/>
              <a:ext cx="9022080" cy="920115"/>
            </a:xfrm>
            <a:prstGeom prst="rect">
              <a:avLst/>
            </a:prstGeom>
          </p:spPr>
          <p:txBody>
            <a:bodyPr anchor="ctr" rtlCol="false" tIns="0" lIns="0" bIns="0" rIns="0"/>
            <a:lstStyle/>
            <a:p>
              <a:pPr algn="l">
                <a:lnSpc>
                  <a:spcPts val="3359"/>
                </a:lnSpc>
              </a:pPr>
              <a:r>
                <a:rPr lang="en-US" sz="2799" b="true">
                  <a:solidFill>
                    <a:srgbClr val="1E2761"/>
                  </a:solidFill>
                  <a:latin typeface="Calibri (MS) Bold"/>
                  <a:ea typeface="Calibri (MS) Bold"/>
                  <a:cs typeface="Calibri (MS) Bold"/>
                  <a:sym typeface="Calibri (MS) Bold"/>
                </a:rPr>
                <a:t>Desarrollo de software</a:t>
              </a:r>
            </a:p>
          </p:txBody>
        </p:sp>
      </p:grpSp>
      <p:grpSp>
        <p:nvGrpSpPr>
          <p:cNvPr name="Group 15" id="15"/>
          <p:cNvGrpSpPr/>
          <p:nvPr/>
        </p:nvGrpSpPr>
        <p:grpSpPr>
          <a:xfrm rot="0">
            <a:off x="2145287" y="3224279"/>
            <a:ext cx="354587" cy="354587"/>
            <a:chOff x="0" y="0"/>
            <a:chExt cx="472783" cy="472783"/>
          </a:xfrm>
        </p:grpSpPr>
        <p:sp>
          <p:nvSpPr>
            <p:cNvPr name="Freeform 16" id="16"/>
            <p:cNvSpPr/>
            <p:nvPr/>
          </p:nvSpPr>
          <p:spPr>
            <a:xfrm flipH="false" flipV="false" rot="0">
              <a:off x="0" y="0"/>
              <a:ext cx="472821" cy="472821"/>
            </a:xfrm>
            <a:custGeom>
              <a:avLst/>
              <a:gdLst/>
              <a:ahLst/>
              <a:cxnLst/>
              <a:rect r="r" b="b" t="t" l="l"/>
              <a:pathLst>
                <a:path h="472821" w="472821">
                  <a:moveTo>
                    <a:pt x="0" y="236347"/>
                  </a:moveTo>
                  <a:cubicBezTo>
                    <a:pt x="0" y="105791"/>
                    <a:pt x="105791" y="0"/>
                    <a:pt x="236347" y="0"/>
                  </a:cubicBezTo>
                  <a:cubicBezTo>
                    <a:pt x="366903" y="0"/>
                    <a:pt x="472821" y="105791"/>
                    <a:pt x="472821" y="236347"/>
                  </a:cubicBezTo>
                  <a:cubicBezTo>
                    <a:pt x="472821" y="366903"/>
                    <a:pt x="366903" y="472821"/>
                    <a:pt x="236347" y="472821"/>
                  </a:cubicBezTo>
                  <a:cubicBezTo>
                    <a:pt x="105791" y="472821"/>
                    <a:pt x="0" y="366903"/>
                    <a:pt x="0" y="236347"/>
                  </a:cubicBezTo>
                  <a:close/>
                </a:path>
              </a:pathLst>
            </a:custGeom>
            <a:solidFill>
              <a:srgbClr val="028090"/>
            </a:solidFill>
            <a:ln w="25400" cap="sq">
              <a:solidFill>
                <a:srgbClr val="028090"/>
              </a:solidFill>
              <a:prstDash val="solid"/>
              <a:miter/>
            </a:ln>
          </p:spPr>
        </p:sp>
      </p:grpSp>
      <p:grpSp>
        <p:nvGrpSpPr>
          <p:cNvPr name="Group 17" id="17"/>
          <p:cNvGrpSpPr/>
          <p:nvPr/>
        </p:nvGrpSpPr>
        <p:grpSpPr>
          <a:xfrm rot="0">
            <a:off x="2651760" y="3163824"/>
            <a:ext cx="6217920" cy="621792"/>
            <a:chOff x="0" y="0"/>
            <a:chExt cx="8290560" cy="829056"/>
          </a:xfrm>
        </p:grpSpPr>
        <p:sp>
          <p:nvSpPr>
            <p:cNvPr name="Freeform 18" id="18"/>
            <p:cNvSpPr/>
            <p:nvPr/>
          </p:nvSpPr>
          <p:spPr>
            <a:xfrm flipH="false" flipV="false" rot="0">
              <a:off x="0" y="0"/>
              <a:ext cx="8290560" cy="829056"/>
            </a:xfrm>
            <a:custGeom>
              <a:avLst/>
              <a:gdLst/>
              <a:ahLst/>
              <a:cxnLst/>
              <a:rect r="r" b="b" t="t" l="l"/>
              <a:pathLst>
                <a:path h="829056" w="8290560">
                  <a:moveTo>
                    <a:pt x="0" y="0"/>
                  </a:moveTo>
                  <a:lnTo>
                    <a:pt x="8290560" y="0"/>
                  </a:lnTo>
                  <a:lnTo>
                    <a:pt x="8290560" y="829056"/>
                  </a:lnTo>
                  <a:lnTo>
                    <a:pt x="0" y="829056"/>
                  </a:lnTo>
                  <a:close/>
                </a:path>
              </a:pathLst>
            </a:custGeom>
            <a:blipFill>
              <a:blip r:embed="rId3">
                <a:alphaModFix amt="0"/>
              </a:blip>
              <a:stretch>
                <a:fillRect l="0" t="-144850" r="0" b="-144850"/>
              </a:stretch>
            </a:blipFill>
          </p:spPr>
        </p:sp>
        <p:sp>
          <p:nvSpPr>
            <p:cNvPr name="TextBox 19" id="19"/>
            <p:cNvSpPr txBox="true"/>
            <p:nvPr/>
          </p:nvSpPr>
          <p:spPr>
            <a:xfrm>
              <a:off x="0" y="-57150"/>
              <a:ext cx="8290560" cy="886206"/>
            </a:xfrm>
            <a:prstGeom prst="rect">
              <a:avLst/>
            </a:prstGeom>
          </p:spPr>
          <p:txBody>
            <a:bodyPr anchor="ctr" rtlCol="false" tIns="0" lIns="0" bIns="0" rIns="0"/>
            <a:lstStyle/>
            <a:p>
              <a:pPr algn="l">
                <a:lnSpc>
                  <a:spcPts val="2879"/>
                </a:lnSpc>
              </a:pPr>
              <a:r>
                <a:rPr lang="en-US" sz="2399">
                  <a:solidFill>
                    <a:srgbClr val="4A4A6A"/>
                  </a:solidFill>
                  <a:latin typeface="Calibri (MS)"/>
                  <a:ea typeface="Calibri (MS)"/>
                  <a:cs typeface="Calibri (MS)"/>
                  <a:sym typeface="Calibri (MS)"/>
                </a:rPr>
                <a:t>Diseño e implementación de sistema web</a:t>
              </a:r>
            </a:p>
          </p:txBody>
        </p:sp>
      </p:grpSp>
      <p:grpSp>
        <p:nvGrpSpPr>
          <p:cNvPr name="Group 20" id="20"/>
          <p:cNvGrpSpPr/>
          <p:nvPr/>
        </p:nvGrpSpPr>
        <p:grpSpPr>
          <a:xfrm rot="0">
            <a:off x="2145287" y="3919223"/>
            <a:ext cx="354587" cy="354587"/>
            <a:chOff x="0" y="0"/>
            <a:chExt cx="472783" cy="472783"/>
          </a:xfrm>
        </p:grpSpPr>
        <p:sp>
          <p:nvSpPr>
            <p:cNvPr name="Freeform 21" id="21"/>
            <p:cNvSpPr/>
            <p:nvPr/>
          </p:nvSpPr>
          <p:spPr>
            <a:xfrm flipH="false" flipV="false" rot="0">
              <a:off x="0" y="0"/>
              <a:ext cx="472821" cy="472821"/>
            </a:xfrm>
            <a:custGeom>
              <a:avLst/>
              <a:gdLst/>
              <a:ahLst/>
              <a:cxnLst/>
              <a:rect r="r" b="b" t="t" l="l"/>
              <a:pathLst>
                <a:path h="472821" w="472821">
                  <a:moveTo>
                    <a:pt x="0" y="236347"/>
                  </a:moveTo>
                  <a:cubicBezTo>
                    <a:pt x="0" y="105791"/>
                    <a:pt x="105791" y="0"/>
                    <a:pt x="236347" y="0"/>
                  </a:cubicBezTo>
                  <a:cubicBezTo>
                    <a:pt x="366903" y="0"/>
                    <a:pt x="472821" y="105791"/>
                    <a:pt x="472821" y="236347"/>
                  </a:cubicBezTo>
                  <a:cubicBezTo>
                    <a:pt x="472821" y="366903"/>
                    <a:pt x="366903" y="472821"/>
                    <a:pt x="236347" y="472821"/>
                  </a:cubicBezTo>
                  <a:cubicBezTo>
                    <a:pt x="105791" y="472821"/>
                    <a:pt x="0" y="366903"/>
                    <a:pt x="0" y="236347"/>
                  </a:cubicBezTo>
                  <a:close/>
                </a:path>
              </a:pathLst>
            </a:custGeom>
            <a:solidFill>
              <a:srgbClr val="028090"/>
            </a:solidFill>
            <a:ln w="25400" cap="sq">
              <a:solidFill>
                <a:srgbClr val="028090"/>
              </a:solidFill>
              <a:prstDash val="solid"/>
              <a:miter/>
            </a:ln>
          </p:spPr>
        </p:sp>
      </p:grpSp>
      <p:grpSp>
        <p:nvGrpSpPr>
          <p:cNvPr name="Group 22" id="22"/>
          <p:cNvGrpSpPr/>
          <p:nvPr/>
        </p:nvGrpSpPr>
        <p:grpSpPr>
          <a:xfrm rot="0">
            <a:off x="2651760" y="3858768"/>
            <a:ext cx="6217920" cy="621792"/>
            <a:chOff x="0" y="0"/>
            <a:chExt cx="8290560" cy="829056"/>
          </a:xfrm>
        </p:grpSpPr>
        <p:sp>
          <p:nvSpPr>
            <p:cNvPr name="Freeform 23" id="23"/>
            <p:cNvSpPr/>
            <p:nvPr/>
          </p:nvSpPr>
          <p:spPr>
            <a:xfrm flipH="false" flipV="false" rot="0">
              <a:off x="0" y="0"/>
              <a:ext cx="8290560" cy="829056"/>
            </a:xfrm>
            <a:custGeom>
              <a:avLst/>
              <a:gdLst/>
              <a:ahLst/>
              <a:cxnLst/>
              <a:rect r="r" b="b" t="t" l="l"/>
              <a:pathLst>
                <a:path h="829056" w="8290560">
                  <a:moveTo>
                    <a:pt x="0" y="0"/>
                  </a:moveTo>
                  <a:lnTo>
                    <a:pt x="8290560" y="0"/>
                  </a:lnTo>
                  <a:lnTo>
                    <a:pt x="8290560" y="829056"/>
                  </a:lnTo>
                  <a:lnTo>
                    <a:pt x="0" y="829056"/>
                  </a:lnTo>
                  <a:close/>
                </a:path>
              </a:pathLst>
            </a:custGeom>
            <a:blipFill>
              <a:blip r:embed="rId3">
                <a:alphaModFix amt="0"/>
              </a:blip>
              <a:stretch>
                <a:fillRect l="0" t="-144850" r="0" b="-144850"/>
              </a:stretch>
            </a:blipFill>
          </p:spPr>
        </p:sp>
        <p:sp>
          <p:nvSpPr>
            <p:cNvPr name="TextBox 24" id="24"/>
            <p:cNvSpPr txBox="true"/>
            <p:nvPr/>
          </p:nvSpPr>
          <p:spPr>
            <a:xfrm>
              <a:off x="0" y="-57150"/>
              <a:ext cx="8290560" cy="886206"/>
            </a:xfrm>
            <a:prstGeom prst="rect">
              <a:avLst/>
            </a:prstGeom>
          </p:spPr>
          <p:txBody>
            <a:bodyPr anchor="ctr" rtlCol="false" tIns="0" lIns="0" bIns="0" rIns="0"/>
            <a:lstStyle/>
            <a:p>
              <a:pPr algn="l">
                <a:lnSpc>
                  <a:spcPts val="2879"/>
                </a:lnSpc>
              </a:pPr>
              <a:r>
                <a:rPr lang="en-US" sz="2399">
                  <a:solidFill>
                    <a:srgbClr val="4A4A6A"/>
                  </a:solidFill>
                  <a:latin typeface="Calibri (MS)"/>
                  <a:ea typeface="Calibri (MS)"/>
                  <a:cs typeface="Calibri (MS)"/>
                  <a:sym typeface="Calibri (MS)"/>
                </a:rPr>
                <a:t>Frontend + Backend + Base de datos</a:t>
              </a:r>
            </a:p>
          </p:txBody>
        </p:sp>
      </p:grpSp>
      <p:grpSp>
        <p:nvGrpSpPr>
          <p:cNvPr name="Group 25" id="25"/>
          <p:cNvGrpSpPr/>
          <p:nvPr/>
        </p:nvGrpSpPr>
        <p:grpSpPr>
          <a:xfrm rot="0">
            <a:off x="718823" y="5199383"/>
            <a:ext cx="8437883" cy="2860043"/>
            <a:chOff x="0" y="0"/>
            <a:chExt cx="11250511" cy="3813391"/>
          </a:xfrm>
        </p:grpSpPr>
        <p:sp>
          <p:nvSpPr>
            <p:cNvPr name="Freeform 26" id="26"/>
            <p:cNvSpPr/>
            <p:nvPr/>
          </p:nvSpPr>
          <p:spPr>
            <a:xfrm flipH="false" flipV="false" rot="0">
              <a:off x="0" y="0"/>
              <a:ext cx="11250549" cy="3813429"/>
            </a:xfrm>
            <a:custGeom>
              <a:avLst/>
              <a:gdLst/>
              <a:ahLst/>
              <a:cxnLst/>
              <a:rect r="r" b="b" t="t" l="l"/>
              <a:pathLst>
                <a:path h="3813429" w="11250549">
                  <a:moveTo>
                    <a:pt x="0" y="196850"/>
                  </a:moveTo>
                  <a:cubicBezTo>
                    <a:pt x="0" y="88138"/>
                    <a:pt x="88138" y="0"/>
                    <a:pt x="196850" y="0"/>
                  </a:cubicBezTo>
                  <a:lnTo>
                    <a:pt x="11053699" y="0"/>
                  </a:lnTo>
                  <a:cubicBezTo>
                    <a:pt x="11162411" y="0"/>
                    <a:pt x="11250549" y="88138"/>
                    <a:pt x="11250549" y="196850"/>
                  </a:cubicBezTo>
                  <a:lnTo>
                    <a:pt x="11250549" y="3616579"/>
                  </a:lnTo>
                  <a:cubicBezTo>
                    <a:pt x="11250549" y="3725291"/>
                    <a:pt x="11162411" y="3813429"/>
                    <a:pt x="11053699" y="3813429"/>
                  </a:cubicBezTo>
                  <a:lnTo>
                    <a:pt x="196850" y="3813429"/>
                  </a:lnTo>
                  <a:cubicBezTo>
                    <a:pt x="88138" y="3813429"/>
                    <a:pt x="0" y="3725291"/>
                    <a:pt x="0" y="3616579"/>
                  </a:cubicBezTo>
                  <a:close/>
                </a:path>
              </a:pathLst>
            </a:custGeom>
            <a:solidFill>
              <a:srgbClr val="FFFFFF"/>
            </a:solidFill>
            <a:ln w="25400" cap="sq">
              <a:solidFill>
                <a:srgbClr val="CADCFC"/>
              </a:solidFill>
              <a:prstDash val="solid"/>
              <a:miter/>
            </a:ln>
          </p:spPr>
        </p:sp>
      </p:grpSp>
      <p:grpSp>
        <p:nvGrpSpPr>
          <p:cNvPr name="Group 27" id="27"/>
          <p:cNvGrpSpPr/>
          <p:nvPr/>
        </p:nvGrpSpPr>
        <p:grpSpPr>
          <a:xfrm rot="0">
            <a:off x="1005840" y="5486400"/>
            <a:ext cx="1005840" cy="922102"/>
            <a:chOff x="0" y="0"/>
            <a:chExt cx="1341120" cy="1229469"/>
          </a:xfrm>
        </p:grpSpPr>
        <p:sp>
          <p:nvSpPr>
            <p:cNvPr name="Freeform 28" id="28"/>
            <p:cNvSpPr/>
            <p:nvPr/>
          </p:nvSpPr>
          <p:spPr>
            <a:xfrm flipH="false" flipV="false" rot="0">
              <a:off x="0" y="0"/>
              <a:ext cx="1341120" cy="1229469"/>
            </a:xfrm>
            <a:custGeom>
              <a:avLst/>
              <a:gdLst/>
              <a:ahLst/>
              <a:cxnLst/>
              <a:rect r="r" b="b" t="t" l="l"/>
              <a:pathLst>
                <a:path h="1229469" w="1341120">
                  <a:moveTo>
                    <a:pt x="0" y="0"/>
                  </a:moveTo>
                  <a:lnTo>
                    <a:pt x="1341120" y="0"/>
                  </a:lnTo>
                  <a:lnTo>
                    <a:pt x="1341120" y="1229469"/>
                  </a:lnTo>
                  <a:lnTo>
                    <a:pt x="0" y="1229469"/>
                  </a:lnTo>
                  <a:close/>
                </a:path>
              </a:pathLst>
            </a:custGeom>
            <a:blipFill>
              <a:blip r:embed="rId3">
                <a:alphaModFix amt="0"/>
              </a:blip>
              <a:stretch>
                <a:fillRect l="-66639" t="0" r="-66639" b="835"/>
              </a:stretch>
            </a:blipFill>
          </p:spPr>
        </p:sp>
        <p:sp>
          <p:nvSpPr>
            <p:cNvPr name="TextBox 29" id="29"/>
            <p:cNvSpPr txBox="true"/>
            <p:nvPr/>
          </p:nvSpPr>
          <p:spPr>
            <a:xfrm>
              <a:off x="0" y="-95250"/>
              <a:ext cx="1341120" cy="1324719"/>
            </a:xfrm>
            <a:prstGeom prst="rect">
              <a:avLst/>
            </a:prstGeom>
          </p:spPr>
          <p:txBody>
            <a:bodyPr anchor="ctr" rtlCol="false" tIns="0" lIns="0" bIns="0" rIns="0"/>
            <a:lstStyle/>
            <a:p>
              <a:pPr algn="l">
                <a:lnSpc>
                  <a:spcPts val="5519"/>
                </a:lnSpc>
              </a:pPr>
              <a:r>
                <a:rPr lang="en-US" sz="4599">
                  <a:solidFill>
                    <a:srgbClr val="000000"/>
                  </a:solidFill>
                  <a:latin typeface="Calibri (MS)"/>
                  <a:ea typeface="Calibri (MS)"/>
                  <a:cs typeface="Calibri (MS)"/>
                  <a:sym typeface="Calibri (MS)"/>
                </a:rPr>
                <a:t>🗄️</a:t>
              </a:r>
            </a:p>
          </p:txBody>
        </p:sp>
      </p:grpSp>
      <p:grpSp>
        <p:nvGrpSpPr>
          <p:cNvPr name="Group 30" id="30"/>
          <p:cNvGrpSpPr/>
          <p:nvPr/>
        </p:nvGrpSpPr>
        <p:grpSpPr>
          <a:xfrm rot="0">
            <a:off x="2103120" y="5577840"/>
            <a:ext cx="6766560" cy="640080"/>
            <a:chOff x="0" y="0"/>
            <a:chExt cx="9022080" cy="853440"/>
          </a:xfrm>
        </p:grpSpPr>
        <p:sp>
          <p:nvSpPr>
            <p:cNvPr name="Freeform 31" id="31"/>
            <p:cNvSpPr/>
            <p:nvPr/>
          </p:nvSpPr>
          <p:spPr>
            <a:xfrm flipH="false" flipV="false" rot="0">
              <a:off x="0" y="0"/>
              <a:ext cx="9022080" cy="853440"/>
            </a:xfrm>
            <a:custGeom>
              <a:avLst/>
              <a:gdLst/>
              <a:ahLst/>
              <a:cxnLst/>
              <a:rect r="r" b="b" t="t" l="l"/>
              <a:pathLst>
                <a:path h="853440" w="9022080">
                  <a:moveTo>
                    <a:pt x="0" y="0"/>
                  </a:moveTo>
                  <a:lnTo>
                    <a:pt x="9022080" y="0"/>
                  </a:lnTo>
                  <a:lnTo>
                    <a:pt x="9022080" y="853440"/>
                  </a:lnTo>
                  <a:lnTo>
                    <a:pt x="0" y="853440"/>
                  </a:lnTo>
                  <a:close/>
                </a:path>
              </a:pathLst>
            </a:custGeom>
            <a:blipFill>
              <a:blip r:embed="rId3">
                <a:alphaModFix amt="0"/>
              </a:blip>
              <a:stretch>
                <a:fillRect l="0" t="-155984" r="0" b="-155984"/>
              </a:stretch>
            </a:blipFill>
          </p:spPr>
        </p:sp>
        <p:sp>
          <p:nvSpPr>
            <p:cNvPr name="TextBox 32" id="32"/>
            <p:cNvSpPr txBox="true"/>
            <p:nvPr/>
          </p:nvSpPr>
          <p:spPr>
            <a:xfrm>
              <a:off x="0" y="-66675"/>
              <a:ext cx="9022080" cy="920115"/>
            </a:xfrm>
            <a:prstGeom prst="rect">
              <a:avLst/>
            </a:prstGeom>
          </p:spPr>
          <p:txBody>
            <a:bodyPr anchor="ctr" rtlCol="false" tIns="0" lIns="0" bIns="0" rIns="0"/>
            <a:lstStyle/>
            <a:p>
              <a:pPr algn="l">
                <a:lnSpc>
                  <a:spcPts val="3359"/>
                </a:lnSpc>
              </a:pPr>
              <a:r>
                <a:rPr lang="en-US" sz="2799" b="true">
                  <a:solidFill>
                    <a:srgbClr val="1E2761"/>
                  </a:solidFill>
                  <a:latin typeface="Calibri (MS) Bold"/>
                  <a:ea typeface="Calibri (MS) Bold"/>
                  <a:cs typeface="Calibri (MS) Bold"/>
                  <a:sym typeface="Calibri (MS) Bold"/>
                </a:rPr>
                <a:t>Bases de datos</a:t>
              </a:r>
            </a:p>
          </p:txBody>
        </p:sp>
      </p:grpSp>
      <p:grpSp>
        <p:nvGrpSpPr>
          <p:cNvPr name="Group 33" id="33"/>
          <p:cNvGrpSpPr/>
          <p:nvPr/>
        </p:nvGrpSpPr>
        <p:grpSpPr>
          <a:xfrm rot="0">
            <a:off x="2145287" y="6516119"/>
            <a:ext cx="354587" cy="354587"/>
            <a:chOff x="0" y="0"/>
            <a:chExt cx="472783" cy="472783"/>
          </a:xfrm>
        </p:grpSpPr>
        <p:sp>
          <p:nvSpPr>
            <p:cNvPr name="Freeform 34" id="34"/>
            <p:cNvSpPr/>
            <p:nvPr/>
          </p:nvSpPr>
          <p:spPr>
            <a:xfrm flipH="false" flipV="false" rot="0">
              <a:off x="0" y="0"/>
              <a:ext cx="472821" cy="472821"/>
            </a:xfrm>
            <a:custGeom>
              <a:avLst/>
              <a:gdLst/>
              <a:ahLst/>
              <a:cxnLst/>
              <a:rect r="r" b="b" t="t" l="l"/>
              <a:pathLst>
                <a:path h="472821" w="472821">
                  <a:moveTo>
                    <a:pt x="0" y="236347"/>
                  </a:moveTo>
                  <a:cubicBezTo>
                    <a:pt x="0" y="105791"/>
                    <a:pt x="105791" y="0"/>
                    <a:pt x="236347" y="0"/>
                  </a:cubicBezTo>
                  <a:cubicBezTo>
                    <a:pt x="366903" y="0"/>
                    <a:pt x="472821" y="105791"/>
                    <a:pt x="472821" y="236347"/>
                  </a:cubicBezTo>
                  <a:cubicBezTo>
                    <a:pt x="472821" y="366903"/>
                    <a:pt x="366903" y="472821"/>
                    <a:pt x="236347" y="472821"/>
                  </a:cubicBezTo>
                  <a:cubicBezTo>
                    <a:pt x="105791" y="472821"/>
                    <a:pt x="0" y="366903"/>
                    <a:pt x="0" y="236347"/>
                  </a:cubicBezTo>
                  <a:close/>
                </a:path>
              </a:pathLst>
            </a:custGeom>
            <a:solidFill>
              <a:srgbClr val="028090"/>
            </a:solidFill>
            <a:ln w="25400" cap="sq">
              <a:solidFill>
                <a:srgbClr val="028090"/>
              </a:solidFill>
              <a:prstDash val="solid"/>
              <a:miter/>
            </a:ln>
          </p:spPr>
        </p:sp>
      </p:grpSp>
      <p:grpSp>
        <p:nvGrpSpPr>
          <p:cNvPr name="Group 35" id="35"/>
          <p:cNvGrpSpPr/>
          <p:nvPr/>
        </p:nvGrpSpPr>
        <p:grpSpPr>
          <a:xfrm rot="0">
            <a:off x="2651760" y="6455664"/>
            <a:ext cx="6217920" cy="621792"/>
            <a:chOff x="0" y="0"/>
            <a:chExt cx="8290560" cy="829056"/>
          </a:xfrm>
        </p:grpSpPr>
        <p:sp>
          <p:nvSpPr>
            <p:cNvPr name="Freeform 36" id="36"/>
            <p:cNvSpPr/>
            <p:nvPr/>
          </p:nvSpPr>
          <p:spPr>
            <a:xfrm flipH="false" flipV="false" rot="0">
              <a:off x="0" y="0"/>
              <a:ext cx="8290560" cy="829056"/>
            </a:xfrm>
            <a:custGeom>
              <a:avLst/>
              <a:gdLst/>
              <a:ahLst/>
              <a:cxnLst/>
              <a:rect r="r" b="b" t="t" l="l"/>
              <a:pathLst>
                <a:path h="829056" w="8290560">
                  <a:moveTo>
                    <a:pt x="0" y="0"/>
                  </a:moveTo>
                  <a:lnTo>
                    <a:pt x="8290560" y="0"/>
                  </a:lnTo>
                  <a:lnTo>
                    <a:pt x="8290560" y="829056"/>
                  </a:lnTo>
                  <a:lnTo>
                    <a:pt x="0" y="829056"/>
                  </a:lnTo>
                  <a:close/>
                </a:path>
              </a:pathLst>
            </a:custGeom>
            <a:blipFill>
              <a:blip r:embed="rId3">
                <a:alphaModFix amt="0"/>
              </a:blip>
              <a:stretch>
                <a:fillRect l="0" t="-144850" r="0" b="-144850"/>
              </a:stretch>
            </a:blipFill>
          </p:spPr>
        </p:sp>
        <p:sp>
          <p:nvSpPr>
            <p:cNvPr name="TextBox 37" id="37"/>
            <p:cNvSpPr txBox="true"/>
            <p:nvPr/>
          </p:nvSpPr>
          <p:spPr>
            <a:xfrm>
              <a:off x="0" y="-57150"/>
              <a:ext cx="8290560" cy="886206"/>
            </a:xfrm>
            <a:prstGeom prst="rect">
              <a:avLst/>
            </a:prstGeom>
          </p:spPr>
          <p:txBody>
            <a:bodyPr anchor="ctr" rtlCol="false" tIns="0" lIns="0" bIns="0" rIns="0"/>
            <a:lstStyle/>
            <a:p>
              <a:pPr algn="l">
                <a:lnSpc>
                  <a:spcPts val="2879"/>
                </a:lnSpc>
              </a:pPr>
              <a:r>
                <a:rPr lang="en-US" sz="2399">
                  <a:solidFill>
                    <a:srgbClr val="4A4A6A"/>
                  </a:solidFill>
                  <a:latin typeface="Calibri (MS)"/>
                  <a:ea typeface="Calibri (MS)"/>
                  <a:cs typeface="Calibri (MS)"/>
                  <a:sym typeface="Calibri (MS)"/>
                </a:rPr>
                <a:t>Almacenamiento de información de prácticas</a:t>
              </a:r>
            </a:p>
          </p:txBody>
        </p:sp>
      </p:grpSp>
      <p:grpSp>
        <p:nvGrpSpPr>
          <p:cNvPr name="Group 38" id="38"/>
          <p:cNvGrpSpPr/>
          <p:nvPr/>
        </p:nvGrpSpPr>
        <p:grpSpPr>
          <a:xfrm rot="0">
            <a:off x="2145287" y="7211063"/>
            <a:ext cx="354587" cy="354587"/>
            <a:chOff x="0" y="0"/>
            <a:chExt cx="472783" cy="472783"/>
          </a:xfrm>
        </p:grpSpPr>
        <p:sp>
          <p:nvSpPr>
            <p:cNvPr name="Freeform 39" id="39"/>
            <p:cNvSpPr/>
            <p:nvPr/>
          </p:nvSpPr>
          <p:spPr>
            <a:xfrm flipH="false" flipV="false" rot="0">
              <a:off x="0" y="0"/>
              <a:ext cx="472821" cy="472821"/>
            </a:xfrm>
            <a:custGeom>
              <a:avLst/>
              <a:gdLst/>
              <a:ahLst/>
              <a:cxnLst/>
              <a:rect r="r" b="b" t="t" l="l"/>
              <a:pathLst>
                <a:path h="472821" w="472821">
                  <a:moveTo>
                    <a:pt x="0" y="236347"/>
                  </a:moveTo>
                  <a:cubicBezTo>
                    <a:pt x="0" y="105791"/>
                    <a:pt x="105791" y="0"/>
                    <a:pt x="236347" y="0"/>
                  </a:cubicBezTo>
                  <a:cubicBezTo>
                    <a:pt x="366903" y="0"/>
                    <a:pt x="472821" y="105791"/>
                    <a:pt x="472821" y="236347"/>
                  </a:cubicBezTo>
                  <a:cubicBezTo>
                    <a:pt x="472821" y="366903"/>
                    <a:pt x="366903" y="472821"/>
                    <a:pt x="236347" y="472821"/>
                  </a:cubicBezTo>
                  <a:cubicBezTo>
                    <a:pt x="105791" y="472821"/>
                    <a:pt x="0" y="366903"/>
                    <a:pt x="0" y="236347"/>
                  </a:cubicBezTo>
                  <a:close/>
                </a:path>
              </a:pathLst>
            </a:custGeom>
            <a:solidFill>
              <a:srgbClr val="028090"/>
            </a:solidFill>
            <a:ln w="25400" cap="sq">
              <a:solidFill>
                <a:srgbClr val="028090"/>
              </a:solidFill>
              <a:prstDash val="solid"/>
              <a:miter/>
            </a:ln>
          </p:spPr>
        </p:sp>
      </p:grpSp>
      <p:grpSp>
        <p:nvGrpSpPr>
          <p:cNvPr name="Group 40" id="40"/>
          <p:cNvGrpSpPr/>
          <p:nvPr/>
        </p:nvGrpSpPr>
        <p:grpSpPr>
          <a:xfrm rot="0">
            <a:off x="2651760" y="7150608"/>
            <a:ext cx="6217920" cy="621792"/>
            <a:chOff x="0" y="0"/>
            <a:chExt cx="8290560" cy="829056"/>
          </a:xfrm>
        </p:grpSpPr>
        <p:sp>
          <p:nvSpPr>
            <p:cNvPr name="Freeform 41" id="41"/>
            <p:cNvSpPr/>
            <p:nvPr/>
          </p:nvSpPr>
          <p:spPr>
            <a:xfrm flipH="false" flipV="false" rot="0">
              <a:off x="0" y="0"/>
              <a:ext cx="8290560" cy="829056"/>
            </a:xfrm>
            <a:custGeom>
              <a:avLst/>
              <a:gdLst/>
              <a:ahLst/>
              <a:cxnLst/>
              <a:rect r="r" b="b" t="t" l="l"/>
              <a:pathLst>
                <a:path h="829056" w="8290560">
                  <a:moveTo>
                    <a:pt x="0" y="0"/>
                  </a:moveTo>
                  <a:lnTo>
                    <a:pt x="8290560" y="0"/>
                  </a:lnTo>
                  <a:lnTo>
                    <a:pt x="8290560" y="829056"/>
                  </a:lnTo>
                  <a:lnTo>
                    <a:pt x="0" y="829056"/>
                  </a:lnTo>
                  <a:close/>
                </a:path>
              </a:pathLst>
            </a:custGeom>
            <a:blipFill>
              <a:blip r:embed="rId3">
                <a:alphaModFix amt="0"/>
              </a:blip>
              <a:stretch>
                <a:fillRect l="0" t="-144850" r="0" b="-144850"/>
              </a:stretch>
            </a:blipFill>
          </p:spPr>
        </p:sp>
        <p:sp>
          <p:nvSpPr>
            <p:cNvPr name="TextBox 42" id="42"/>
            <p:cNvSpPr txBox="true"/>
            <p:nvPr/>
          </p:nvSpPr>
          <p:spPr>
            <a:xfrm>
              <a:off x="0" y="-57150"/>
              <a:ext cx="8290560" cy="886206"/>
            </a:xfrm>
            <a:prstGeom prst="rect">
              <a:avLst/>
            </a:prstGeom>
          </p:spPr>
          <p:txBody>
            <a:bodyPr anchor="ctr" rtlCol="false" tIns="0" lIns="0" bIns="0" rIns="0"/>
            <a:lstStyle/>
            <a:p>
              <a:pPr algn="l">
                <a:lnSpc>
                  <a:spcPts val="2879"/>
                </a:lnSpc>
              </a:pPr>
              <a:r>
                <a:rPr lang="en-US" sz="2399">
                  <a:solidFill>
                    <a:srgbClr val="4A4A6A"/>
                  </a:solidFill>
                  <a:latin typeface="Calibri (MS)"/>
                  <a:ea typeface="Calibri (MS)"/>
                  <a:cs typeface="Calibri (MS)"/>
                  <a:sym typeface="Calibri (MS)"/>
                </a:rPr>
                <a:t>Organización, consulta y relaciones de datos</a:t>
              </a:r>
            </a:p>
          </p:txBody>
        </p:sp>
      </p:grpSp>
      <p:grpSp>
        <p:nvGrpSpPr>
          <p:cNvPr name="Group 43" id="43"/>
          <p:cNvGrpSpPr/>
          <p:nvPr/>
        </p:nvGrpSpPr>
        <p:grpSpPr>
          <a:xfrm rot="0">
            <a:off x="9588503" y="1907543"/>
            <a:ext cx="8437883" cy="2860043"/>
            <a:chOff x="0" y="0"/>
            <a:chExt cx="11250511" cy="3813391"/>
          </a:xfrm>
        </p:grpSpPr>
        <p:sp>
          <p:nvSpPr>
            <p:cNvPr name="Freeform 44" id="44"/>
            <p:cNvSpPr/>
            <p:nvPr/>
          </p:nvSpPr>
          <p:spPr>
            <a:xfrm flipH="false" flipV="false" rot="0">
              <a:off x="0" y="0"/>
              <a:ext cx="11250549" cy="3813429"/>
            </a:xfrm>
            <a:custGeom>
              <a:avLst/>
              <a:gdLst/>
              <a:ahLst/>
              <a:cxnLst/>
              <a:rect r="r" b="b" t="t" l="l"/>
              <a:pathLst>
                <a:path h="3813429" w="11250549">
                  <a:moveTo>
                    <a:pt x="0" y="196850"/>
                  </a:moveTo>
                  <a:cubicBezTo>
                    <a:pt x="0" y="88138"/>
                    <a:pt x="88138" y="0"/>
                    <a:pt x="196850" y="0"/>
                  </a:cubicBezTo>
                  <a:lnTo>
                    <a:pt x="11053699" y="0"/>
                  </a:lnTo>
                  <a:cubicBezTo>
                    <a:pt x="11162411" y="0"/>
                    <a:pt x="11250549" y="88138"/>
                    <a:pt x="11250549" y="196850"/>
                  </a:cubicBezTo>
                  <a:lnTo>
                    <a:pt x="11250549" y="3616579"/>
                  </a:lnTo>
                  <a:cubicBezTo>
                    <a:pt x="11250549" y="3725291"/>
                    <a:pt x="11162411" y="3813429"/>
                    <a:pt x="11053699" y="3813429"/>
                  </a:cubicBezTo>
                  <a:lnTo>
                    <a:pt x="196850" y="3813429"/>
                  </a:lnTo>
                  <a:cubicBezTo>
                    <a:pt x="88138" y="3813429"/>
                    <a:pt x="0" y="3725291"/>
                    <a:pt x="0" y="3616579"/>
                  </a:cubicBezTo>
                  <a:close/>
                </a:path>
              </a:pathLst>
            </a:custGeom>
            <a:solidFill>
              <a:srgbClr val="FFFFFF"/>
            </a:solidFill>
            <a:ln w="25400" cap="sq">
              <a:solidFill>
                <a:srgbClr val="CADCFC"/>
              </a:solidFill>
              <a:prstDash val="solid"/>
              <a:miter/>
            </a:ln>
          </p:spPr>
        </p:sp>
      </p:grpSp>
      <p:grpSp>
        <p:nvGrpSpPr>
          <p:cNvPr name="Group 45" id="45"/>
          <p:cNvGrpSpPr/>
          <p:nvPr/>
        </p:nvGrpSpPr>
        <p:grpSpPr>
          <a:xfrm rot="0">
            <a:off x="9875520" y="2194560"/>
            <a:ext cx="1005840" cy="922102"/>
            <a:chOff x="0" y="0"/>
            <a:chExt cx="1341120" cy="1229469"/>
          </a:xfrm>
        </p:grpSpPr>
        <p:sp>
          <p:nvSpPr>
            <p:cNvPr name="Freeform 46" id="46"/>
            <p:cNvSpPr/>
            <p:nvPr/>
          </p:nvSpPr>
          <p:spPr>
            <a:xfrm flipH="false" flipV="false" rot="0">
              <a:off x="0" y="0"/>
              <a:ext cx="1341120" cy="1229469"/>
            </a:xfrm>
            <a:custGeom>
              <a:avLst/>
              <a:gdLst/>
              <a:ahLst/>
              <a:cxnLst/>
              <a:rect r="r" b="b" t="t" l="l"/>
              <a:pathLst>
                <a:path h="1229469" w="1341120">
                  <a:moveTo>
                    <a:pt x="0" y="0"/>
                  </a:moveTo>
                  <a:lnTo>
                    <a:pt x="1341120" y="0"/>
                  </a:lnTo>
                  <a:lnTo>
                    <a:pt x="1341120" y="1229469"/>
                  </a:lnTo>
                  <a:lnTo>
                    <a:pt x="0" y="1229469"/>
                  </a:lnTo>
                  <a:close/>
                </a:path>
              </a:pathLst>
            </a:custGeom>
            <a:blipFill>
              <a:blip r:embed="rId3">
                <a:alphaModFix amt="0"/>
              </a:blip>
              <a:stretch>
                <a:fillRect l="-66639" t="0" r="-66639" b="835"/>
              </a:stretch>
            </a:blipFill>
          </p:spPr>
        </p:sp>
        <p:sp>
          <p:nvSpPr>
            <p:cNvPr name="TextBox 47" id="47"/>
            <p:cNvSpPr txBox="true"/>
            <p:nvPr/>
          </p:nvSpPr>
          <p:spPr>
            <a:xfrm>
              <a:off x="0" y="-95250"/>
              <a:ext cx="1341120" cy="1324719"/>
            </a:xfrm>
            <a:prstGeom prst="rect">
              <a:avLst/>
            </a:prstGeom>
          </p:spPr>
          <p:txBody>
            <a:bodyPr anchor="ctr" rtlCol="false" tIns="0" lIns="0" bIns="0" rIns="0"/>
            <a:lstStyle/>
            <a:p>
              <a:pPr algn="l">
                <a:lnSpc>
                  <a:spcPts val="5519"/>
                </a:lnSpc>
              </a:pPr>
              <a:r>
                <a:rPr lang="en-US" sz="4599">
                  <a:solidFill>
                    <a:srgbClr val="000000"/>
                  </a:solidFill>
                  <a:latin typeface="Calibri (MS)"/>
                  <a:ea typeface="Calibri (MS)"/>
                  <a:cs typeface="Calibri (MS)"/>
                  <a:sym typeface="Calibri (MS)"/>
                </a:rPr>
                <a:t>⚙️</a:t>
              </a:r>
            </a:p>
          </p:txBody>
        </p:sp>
      </p:grpSp>
      <p:grpSp>
        <p:nvGrpSpPr>
          <p:cNvPr name="Group 48" id="48"/>
          <p:cNvGrpSpPr/>
          <p:nvPr/>
        </p:nvGrpSpPr>
        <p:grpSpPr>
          <a:xfrm rot="0">
            <a:off x="10972800" y="2286000"/>
            <a:ext cx="6766560" cy="640080"/>
            <a:chOff x="0" y="0"/>
            <a:chExt cx="9022080" cy="853440"/>
          </a:xfrm>
        </p:grpSpPr>
        <p:sp>
          <p:nvSpPr>
            <p:cNvPr name="Freeform 49" id="49"/>
            <p:cNvSpPr/>
            <p:nvPr/>
          </p:nvSpPr>
          <p:spPr>
            <a:xfrm flipH="false" flipV="false" rot="0">
              <a:off x="0" y="0"/>
              <a:ext cx="9022080" cy="853440"/>
            </a:xfrm>
            <a:custGeom>
              <a:avLst/>
              <a:gdLst/>
              <a:ahLst/>
              <a:cxnLst/>
              <a:rect r="r" b="b" t="t" l="l"/>
              <a:pathLst>
                <a:path h="853440" w="9022080">
                  <a:moveTo>
                    <a:pt x="0" y="0"/>
                  </a:moveTo>
                  <a:lnTo>
                    <a:pt x="9022080" y="0"/>
                  </a:lnTo>
                  <a:lnTo>
                    <a:pt x="9022080" y="853440"/>
                  </a:lnTo>
                  <a:lnTo>
                    <a:pt x="0" y="853440"/>
                  </a:lnTo>
                  <a:close/>
                </a:path>
              </a:pathLst>
            </a:custGeom>
            <a:blipFill>
              <a:blip r:embed="rId3">
                <a:alphaModFix amt="0"/>
              </a:blip>
              <a:stretch>
                <a:fillRect l="0" t="-155984" r="0" b="-155984"/>
              </a:stretch>
            </a:blipFill>
          </p:spPr>
        </p:sp>
        <p:sp>
          <p:nvSpPr>
            <p:cNvPr name="TextBox 50" id="50"/>
            <p:cNvSpPr txBox="true"/>
            <p:nvPr/>
          </p:nvSpPr>
          <p:spPr>
            <a:xfrm>
              <a:off x="0" y="-66675"/>
              <a:ext cx="9022080" cy="920115"/>
            </a:xfrm>
            <a:prstGeom prst="rect">
              <a:avLst/>
            </a:prstGeom>
          </p:spPr>
          <p:txBody>
            <a:bodyPr anchor="ctr" rtlCol="false" tIns="0" lIns="0" bIns="0" rIns="0"/>
            <a:lstStyle/>
            <a:p>
              <a:pPr algn="l">
                <a:lnSpc>
                  <a:spcPts val="3359"/>
                </a:lnSpc>
              </a:pPr>
              <a:r>
                <a:rPr lang="en-US" sz="2799" b="true">
                  <a:solidFill>
                    <a:srgbClr val="1E2761"/>
                  </a:solidFill>
                  <a:latin typeface="Calibri (MS) Bold"/>
                  <a:ea typeface="Calibri (MS) Bold"/>
                  <a:cs typeface="Calibri (MS) Bold"/>
                  <a:sym typeface="Calibri (MS) Bold"/>
                </a:rPr>
                <a:t>Ingeniería de software</a:t>
              </a:r>
            </a:p>
          </p:txBody>
        </p:sp>
      </p:grpSp>
      <p:grpSp>
        <p:nvGrpSpPr>
          <p:cNvPr name="Group 51" id="51"/>
          <p:cNvGrpSpPr/>
          <p:nvPr/>
        </p:nvGrpSpPr>
        <p:grpSpPr>
          <a:xfrm rot="0">
            <a:off x="11014967" y="3224279"/>
            <a:ext cx="354587" cy="354587"/>
            <a:chOff x="0" y="0"/>
            <a:chExt cx="472783" cy="472783"/>
          </a:xfrm>
        </p:grpSpPr>
        <p:sp>
          <p:nvSpPr>
            <p:cNvPr name="Freeform 52" id="52"/>
            <p:cNvSpPr/>
            <p:nvPr/>
          </p:nvSpPr>
          <p:spPr>
            <a:xfrm flipH="false" flipV="false" rot="0">
              <a:off x="0" y="0"/>
              <a:ext cx="472821" cy="472821"/>
            </a:xfrm>
            <a:custGeom>
              <a:avLst/>
              <a:gdLst/>
              <a:ahLst/>
              <a:cxnLst/>
              <a:rect r="r" b="b" t="t" l="l"/>
              <a:pathLst>
                <a:path h="472821" w="472821">
                  <a:moveTo>
                    <a:pt x="0" y="236347"/>
                  </a:moveTo>
                  <a:cubicBezTo>
                    <a:pt x="0" y="105791"/>
                    <a:pt x="105791" y="0"/>
                    <a:pt x="236347" y="0"/>
                  </a:cubicBezTo>
                  <a:cubicBezTo>
                    <a:pt x="366903" y="0"/>
                    <a:pt x="472821" y="105791"/>
                    <a:pt x="472821" y="236347"/>
                  </a:cubicBezTo>
                  <a:cubicBezTo>
                    <a:pt x="472821" y="366903"/>
                    <a:pt x="366903" y="472821"/>
                    <a:pt x="236347" y="472821"/>
                  </a:cubicBezTo>
                  <a:cubicBezTo>
                    <a:pt x="105791" y="472821"/>
                    <a:pt x="0" y="366903"/>
                    <a:pt x="0" y="236347"/>
                  </a:cubicBezTo>
                  <a:close/>
                </a:path>
              </a:pathLst>
            </a:custGeom>
            <a:solidFill>
              <a:srgbClr val="028090"/>
            </a:solidFill>
            <a:ln w="25400" cap="sq">
              <a:solidFill>
                <a:srgbClr val="028090"/>
              </a:solidFill>
              <a:prstDash val="solid"/>
              <a:miter/>
            </a:ln>
          </p:spPr>
        </p:sp>
      </p:grpSp>
      <p:grpSp>
        <p:nvGrpSpPr>
          <p:cNvPr name="Group 53" id="53"/>
          <p:cNvGrpSpPr/>
          <p:nvPr/>
        </p:nvGrpSpPr>
        <p:grpSpPr>
          <a:xfrm rot="0">
            <a:off x="11521440" y="3163824"/>
            <a:ext cx="6217920" cy="621792"/>
            <a:chOff x="0" y="0"/>
            <a:chExt cx="8290560" cy="829056"/>
          </a:xfrm>
        </p:grpSpPr>
        <p:sp>
          <p:nvSpPr>
            <p:cNvPr name="Freeform 54" id="54"/>
            <p:cNvSpPr/>
            <p:nvPr/>
          </p:nvSpPr>
          <p:spPr>
            <a:xfrm flipH="false" flipV="false" rot="0">
              <a:off x="0" y="0"/>
              <a:ext cx="8290560" cy="829056"/>
            </a:xfrm>
            <a:custGeom>
              <a:avLst/>
              <a:gdLst/>
              <a:ahLst/>
              <a:cxnLst/>
              <a:rect r="r" b="b" t="t" l="l"/>
              <a:pathLst>
                <a:path h="829056" w="8290560">
                  <a:moveTo>
                    <a:pt x="0" y="0"/>
                  </a:moveTo>
                  <a:lnTo>
                    <a:pt x="8290560" y="0"/>
                  </a:lnTo>
                  <a:lnTo>
                    <a:pt x="8290560" y="829056"/>
                  </a:lnTo>
                  <a:lnTo>
                    <a:pt x="0" y="829056"/>
                  </a:lnTo>
                  <a:close/>
                </a:path>
              </a:pathLst>
            </a:custGeom>
            <a:blipFill>
              <a:blip r:embed="rId3">
                <a:alphaModFix amt="0"/>
              </a:blip>
              <a:stretch>
                <a:fillRect l="0" t="-144850" r="0" b="-144850"/>
              </a:stretch>
            </a:blipFill>
          </p:spPr>
        </p:sp>
        <p:sp>
          <p:nvSpPr>
            <p:cNvPr name="TextBox 55" id="55"/>
            <p:cNvSpPr txBox="true"/>
            <p:nvPr/>
          </p:nvSpPr>
          <p:spPr>
            <a:xfrm>
              <a:off x="0" y="-57150"/>
              <a:ext cx="8290560" cy="886206"/>
            </a:xfrm>
            <a:prstGeom prst="rect">
              <a:avLst/>
            </a:prstGeom>
          </p:spPr>
          <p:txBody>
            <a:bodyPr anchor="ctr" rtlCol="false" tIns="0" lIns="0" bIns="0" rIns="0"/>
            <a:lstStyle/>
            <a:p>
              <a:pPr algn="l">
                <a:lnSpc>
                  <a:spcPts val="2879"/>
                </a:lnSpc>
              </a:pPr>
              <a:r>
                <a:rPr lang="en-US" sz="2399">
                  <a:solidFill>
                    <a:srgbClr val="4A4A6A"/>
                  </a:solidFill>
                  <a:latin typeface="Calibri (MS)"/>
                  <a:ea typeface="Calibri (MS)"/>
                  <a:cs typeface="Calibri (MS)"/>
                  <a:sym typeface="Calibri (MS)"/>
                </a:rPr>
                <a:t>Requerimientos → Modelamiento → Arquitectura</a:t>
              </a:r>
            </a:p>
          </p:txBody>
        </p:sp>
      </p:grpSp>
      <p:grpSp>
        <p:nvGrpSpPr>
          <p:cNvPr name="Group 56" id="56"/>
          <p:cNvGrpSpPr/>
          <p:nvPr/>
        </p:nvGrpSpPr>
        <p:grpSpPr>
          <a:xfrm rot="0">
            <a:off x="11014967" y="3919223"/>
            <a:ext cx="354587" cy="354587"/>
            <a:chOff x="0" y="0"/>
            <a:chExt cx="472783" cy="472783"/>
          </a:xfrm>
        </p:grpSpPr>
        <p:sp>
          <p:nvSpPr>
            <p:cNvPr name="Freeform 57" id="57"/>
            <p:cNvSpPr/>
            <p:nvPr/>
          </p:nvSpPr>
          <p:spPr>
            <a:xfrm flipH="false" flipV="false" rot="0">
              <a:off x="0" y="0"/>
              <a:ext cx="472821" cy="472821"/>
            </a:xfrm>
            <a:custGeom>
              <a:avLst/>
              <a:gdLst/>
              <a:ahLst/>
              <a:cxnLst/>
              <a:rect r="r" b="b" t="t" l="l"/>
              <a:pathLst>
                <a:path h="472821" w="472821">
                  <a:moveTo>
                    <a:pt x="0" y="236347"/>
                  </a:moveTo>
                  <a:cubicBezTo>
                    <a:pt x="0" y="105791"/>
                    <a:pt x="105791" y="0"/>
                    <a:pt x="236347" y="0"/>
                  </a:cubicBezTo>
                  <a:cubicBezTo>
                    <a:pt x="366903" y="0"/>
                    <a:pt x="472821" y="105791"/>
                    <a:pt x="472821" y="236347"/>
                  </a:cubicBezTo>
                  <a:cubicBezTo>
                    <a:pt x="472821" y="366903"/>
                    <a:pt x="366903" y="472821"/>
                    <a:pt x="236347" y="472821"/>
                  </a:cubicBezTo>
                  <a:cubicBezTo>
                    <a:pt x="105791" y="472821"/>
                    <a:pt x="0" y="366903"/>
                    <a:pt x="0" y="236347"/>
                  </a:cubicBezTo>
                  <a:close/>
                </a:path>
              </a:pathLst>
            </a:custGeom>
            <a:solidFill>
              <a:srgbClr val="028090"/>
            </a:solidFill>
            <a:ln w="25400" cap="sq">
              <a:solidFill>
                <a:srgbClr val="028090"/>
              </a:solidFill>
              <a:prstDash val="solid"/>
              <a:miter/>
            </a:ln>
          </p:spPr>
        </p:sp>
      </p:grpSp>
      <p:grpSp>
        <p:nvGrpSpPr>
          <p:cNvPr name="Group 58" id="58"/>
          <p:cNvGrpSpPr/>
          <p:nvPr/>
        </p:nvGrpSpPr>
        <p:grpSpPr>
          <a:xfrm rot="0">
            <a:off x="11521440" y="3858768"/>
            <a:ext cx="6217920" cy="621792"/>
            <a:chOff x="0" y="0"/>
            <a:chExt cx="8290560" cy="829056"/>
          </a:xfrm>
        </p:grpSpPr>
        <p:sp>
          <p:nvSpPr>
            <p:cNvPr name="Freeform 59" id="59"/>
            <p:cNvSpPr/>
            <p:nvPr/>
          </p:nvSpPr>
          <p:spPr>
            <a:xfrm flipH="false" flipV="false" rot="0">
              <a:off x="0" y="0"/>
              <a:ext cx="8290560" cy="829056"/>
            </a:xfrm>
            <a:custGeom>
              <a:avLst/>
              <a:gdLst/>
              <a:ahLst/>
              <a:cxnLst/>
              <a:rect r="r" b="b" t="t" l="l"/>
              <a:pathLst>
                <a:path h="829056" w="8290560">
                  <a:moveTo>
                    <a:pt x="0" y="0"/>
                  </a:moveTo>
                  <a:lnTo>
                    <a:pt x="8290560" y="0"/>
                  </a:lnTo>
                  <a:lnTo>
                    <a:pt x="8290560" y="829056"/>
                  </a:lnTo>
                  <a:lnTo>
                    <a:pt x="0" y="829056"/>
                  </a:lnTo>
                  <a:close/>
                </a:path>
              </a:pathLst>
            </a:custGeom>
            <a:blipFill>
              <a:blip r:embed="rId3">
                <a:alphaModFix amt="0"/>
              </a:blip>
              <a:stretch>
                <a:fillRect l="0" t="-144850" r="0" b="-144850"/>
              </a:stretch>
            </a:blipFill>
          </p:spPr>
        </p:sp>
        <p:sp>
          <p:nvSpPr>
            <p:cNvPr name="TextBox 60" id="60"/>
            <p:cNvSpPr txBox="true"/>
            <p:nvPr/>
          </p:nvSpPr>
          <p:spPr>
            <a:xfrm>
              <a:off x="0" y="-57150"/>
              <a:ext cx="8290560" cy="886206"/>
            </a:xfrm>
            <a:prstGeom prst="rect">
              <a:avLst/>
            </a:prstGeom>
          </p:spPr>
          <p:txBody>
            <a:bodyPr anchor="ctr" rtlCol="false" tIns="0" lIns="0" bIns="0" rIns="0"/>
            <a:lstStyle/>
            <a:p>
              <a:pPr algn="l">
                <a:lnSpc>
                  <a:spcPts val="2879"/>
                </a:lnSpc>
              </a:pPr>
              <a:r>
                <a:rPr lang="en-US" sz="2399">
                  <a:solidFill>
                    <a:srgbClr val="4A4A6A"/>
                  </a:solidFill>
                  <a:latin typeface="Calibri (MS)"/>
                  <a:ea typeface="Calibri (MS)"/>
                  <a:cs typeface="Calibri (MS)"/>
                  <a:sym typeface="Calibri (MS)"/>
                </a:rPr>
                <a:t>Desarrollo → Pruebas → Documentación</a:t>
              </a:r>
            </a:p>
          </p:txBody>
        </p:sp>
      </p:grpSp>
      <p:grpSp>
        <p:nvGrpSpPr>
          <p:cNvPr name="Group 61" id="61"/>
          <p:cNvGrpSpPr/>
          <p:nvPr/>
        </p:nvGrpSpPr>
        <p:grpSpPr>
          <a:xfrm rot="0">
            <a:off x="9588503" y="5199383"/>
            <a:ext cx="8437883" cy="2860043"/>
            <a:chOff x="0" y="0"/>
            <a:chExt cx="11250511" cy="3813391"/>
          </a:xfrm>
        </p:grpSpPr>
        <p:sp>
          <p:nvSpPr>
            <p:cNvPr name="Freeform 62" id="62"/>
            <p:cNvSpPr/>
            <p:nvPr/>
          </p:nvSpPr>
          <p:spPr>
            <a:xfrm flipH="false" flipV="false" rot="0">
              <a:off x="0" y="0"/>
              <a:ext cx="11250549" cy="3813429"/>
            </a:xfrm>
            <a:custGeom>
              <a:avLst/>
              <a:gdLst/>
              <a:ahLst/>
              <a:cxnLst/>
              <a:rect r="r" b="b" t="t" l="l"/>
              <a:pathLst>
                <a:path h="3813429" w="11250549">
                  <a:moveTo>
                    <a:pt x="0" y="196850"/>
                  </a:moveTo>
                  <a:cubicBezTo>
                    <a:pt x="0" y="88138"/>
                    <a:pt x="88138" y="0"/>
                    <a:pt x="196850" y="0"/>
                  </a:cubicBezTo>
                  <a:lnTo>
                    <a:pt x="11053699" y="0"/>
                  </a:lnTo>
                  <a:cubicBezTo>
                    <a:pt x="11162411" y="0"/>
                    <a:pt x="11250549" y="88138"/>
                    <a:pt x="11250549" y="196850"/>
                  </a:cubicBezTo>
                  <a:lnTo>
                    <a:pt x="11250549" y="3616579"/>
                  </a:lnTo>
                  <a:cubicBezTo>
                    <a:pt x="11250549" y="3725291"/>
                    <a:pt x="11162411" y="3813429"/>
                    <a:pt x="11053699" y="3813429"/>
                  </a:cubicBezTo>
                  <a:lnTo>
                    <a:pt x="196850" y="3813429"/>
                  </a:lnTo>
                  <a:cubicBezTo>
                    <a:pt x="88138" y="3813429"/>
                    <a:pt x="0" y="3725291"/>
                    <a:pt x="0" y="3616579"/>
                  </a:cubicBezTo>
                  <a:close/>
                </a:path>
              </a:pathLst>
            </a:custGeom>
            <a:solidFill>
              <a:srgbClr val="FFFFFF"/>
            </a:solidFill>
            <a:ln w="25400" cap="sq">
              <a:solidFill>
                <a:srgbClr val="CADCFC"/>
              </a:solidFill>
              <a:prstDash val="solid"/>
              <a:miter/>
            </a:ln>
          </p:spPr>
        </p:sp>
      </p:grpSp>
      <p:grpSp>
        <p:nvGrpSpPr>
          <p:cNvPr name="Group 63" id="63"/>
          <p:cNvGrpSpPr/>
          <p:nvPr/>
        </p:nvGrpSpPr>
        <p:grpSpPr>
          <a:xfrm rot="0">
            <a:off x="9875520" y="5486400"/>
            <a:ext cx="1005840" cy="922102"/>
            <a:chOff x="0" y="0"/>
            <a:chExt cx="1341120" cy="1229469"/>
          </a:xfrm>
        </p:grpSpPr>
        <p:sp>
          <p:nvSpPr>
            <p:cNvPr name="Freeform 64" id="64"/>
            <p:cNvSpPr/>
            <p:nvPr/>
          </p:nvSpPr>
          <p:spPr>
            <a:xfrm flipH="false" flipV="false" rot="0">
              <a:off x="0" y="0"/>
              <a:ext cx="1341120" cy="1229469"/>
            </a:xfrm>
            <a:custGeom>
              <a:avLst/>
              <a:gdLst/>
              <a:ahLst/>
              <a:cxnLst/>
              <a:rect r="r" b="b" t="t" l="l"/>
              <a:pathLst>
                <a:path h="1229469" w="1341120">
                  <a:moveTo>
                    <a:pt x="0" y="0"/>
                  </a:moveTo>
                  <a:lnTo>
                    <a:pt x="1341120" y="0"/>
                  </a:lnTo>
                  <a:lnTo>
                    <a:pt x="1341120" y="1229469"/>
                  </a:lnTo>
                  <a:lnTo>
                    <a:pt x="0" y="1229469"/>
                  </a:lnTo>
                  <a:close/>
                </a:path>
              </a:pathLst>
            </a:custGeom>
            <a:blipFill>
              <a:blip r:embed="rId3">
                <a:alphaModFix amt="0"/>
              </a:blip>
              <a:stretch>
                <a:fillRect l="-66639" t="0" r="-66639" b="835"/>
              </a:stretch>
            </a:blipFill>
          </p:spPr>
        </p:sp>
        <p:sp>
          <p:nvSpPr>
            <p:cNvPr name="TextBox 65" id="65"/>
            <p:cNvSpPr txBox="true"/>
            <p:nvPr/>
          </p:nvSpPr>
          <p:spPr>
            <a:xfrm>
              <a:off x="0" y="-95250"/>
              <a:ext cx="1341120" cy="1324719"/>
            </a:xfrm>
            <a:prstGeom prst="rect">
              <a:avLst/>
            </a:prstGeom>
          </p:spPr>
          <p:txBody>
            <a:bodyPr anchor="ctr" rtlCol="false" tIns="0" lIns="0" bIns="0" rIns="0"/>
            <a:lstStyle/>
            <a:p>
              <a:pPr algn="l">
                <a:lnSpc>
                  <a:spcPts val="5519"/>
                </a:lnSpc>
              </a:pPr>
              <a:r>
                <a:rPr lang="en-US" sz="4599">
                  <a:solidFill>
                    <a:srgbClr val="000000"/>
                  </a:solidFill>
                  <a:latin typeface="Calibri (MS)"/>
                  <a:ea typeface="Calibri (MS)"/>
                  <a:cs typeface="Calibri (MS)"/>
                  <a:sym typeface="Calibri (MS)"/>
                </a:rPr>
                <a:t>🔒</a:t>
              </a:r>
            </a:p>
          </p:txBody>
        </p:sp>
      </p:grpSp>
      <p:grpSp>
        <p:nvGrpSpPr>
          <p:cNvPr name="Group 66" id="66"/>
          <p:cNvGrpSpPr/>
          <p:nvPr/>
        </p:nvGrpSpPr>
        <p:grpSpPr>
          <a:xfrm rot="0">
            <a:off x="10972800" y="5577840"/>
            <a:ext cx="6766560" cy="640080"/>
            <a:chOff x="0" y="0"/>
            <a:chExt cx="9022080" cy="853440"/>
          </a:xfrm>
        </p:grpSpPr>
        <p:sp>
          <p:nvSpPr>
            <p:cNvPr name="Freeform 67" id="67"/>
            <p:cNvSpPr/>
            <p:nvPr/>
          </p:nvSpPr>
          <p:spPr>
            <a:xfrm flipH="false" flipV="false" rot="0">
              <a:off x="0" y="0"/>
              <a:ext cx="9022080" cy="853440"/>
            </a:xfrm>
            <a:custGeom>
              <a:avLst/>
              <a:gdLst/>
              <a:ahLst/>
              <a:cxnLst/>
              <a:rect r="r" b="b" t="t" l="l"/>
              <a:pathLst>
                <a:path h="853440" w="9022080">
                  <a:moveTo>
                    <a:pt x="0" y="0"/>
                  </a:moveTo>
                  <a:lnTo>
                    <a:pt x="9022080" y="0"/>
                  </a:lnTo>
                  <a:lnTo>
                    <a:pt x="9022080" y="853440"/>
                  </a:lnTo>
                  <a:lnTo>
                    <a:pt x="0" y="853440"/>
                  </a:lnTo>
                  <a:close/>
                </a:path>
              </a:pathLst>
            </a:custGeom>
            <a:blipFill>
              <a:blip r:embed="rId3">
                <a:alphaModFix amt="0"/>
              </a:blip>
              <a:stretch>
                <a:fillRect l="0" t="-155984" r="0" b="-155984"/>
              </a:stretch>
            </a:blipFill>
          </p:spPr>
        </p:sp>
        <p:sp>
          <p:nvSpPr>
            <p:cNvPr name="TextBox 68" id="68"/>
            <p:cNvSpPr txBox="true"/>
            <p:nvPr/>
          </p:nvSpPr>
          <p:spPr>
            <a:xfrm>
              <a:off x="0" y="-66675"/>
              <a:ext cx="9022080" cy="920115"/>
            </a:xfrm>
            <a:prstGeom prst="rect">
              <a:avLst/>
            </a:prstGeom>
          </p:spPr>
          <p:txBody>
            <a:bodyPr anchor="ctr" rtlCol="false" tIns="0" lIns="0" bIns="0" rIns="0"/>
            <a:lstStyle/>
            <a:p>
              <a:pPr algn="l">
                <a:lnSpc>
                  <a:spcPts val="3359"/>
                </a:lnSpc>
              </a:pPr>
              <a:r>
                <a:rPr lang="en-US" sz="2799" b="true">
                  <a:solidFill>
                    <a:srgbClr val="1E2761"/>
                  </a:solidFill>
                  <a:latin typeface="Calibri (MS) Bold"/>
                  <a:ea typeface="Calibri (MS) Bold"/>
                  <a:cs typeface="Calibri (MS) Bold"/>
                  <a:sym typeface="Calibri (MS) Bold"/>
                </a:rPr>
                <a:t>Seguridad y acceso</a:t>
              </a:r>
            </a:p>
          </p:txBody>
        </p:sp>
      </p:grpSp>
      <p:grpSp>
        <p:nvGrpSpPr>
          <p:cNvPr name="Group 69" id="69"/>
          <p:cNvGrpSpPr/>
          <p:nvPr/>
        </p:nvGrpSpPr>
        <p:grpSpPr>
          <a:xfrm rot="0">
            <a:off x="11014967" y="6516119"/>
            <a:ext cx="354587" cy="354587"/>
            <a:chOff x="0" y="0"/>
            <a:chExt cx="472783" cy="472783"/>
          </a:xfrm>
        </p:grpSpPr>
        <p:sp>
          <p:nvSpPr>
            <p:cNvPr name="Freeform 70" id="70"/>
            <p:cNvSpPr/>
            <p:nvPr/>
          </p:nvSpPr>
          <p:spPr>
            <a:xfrm flipH="false" flipV="false" rot="0">
              <a:off x="0" y="0"/>
              <a:ext cx="472821" cy="472821"/>
            </a:xfrm>
            <a:custGeom>
              <a:avLst/>
              <a:gdLst/>
              <a:ahLst/>
              <a:cxnLst/>
              <a:rect r="r" b="b" t="t" l="l"/>
              <a:pathLst>
                <a:path h="472821" w="472821">
                  <a:moveTo>
                    <a:pt x="0" y="236347"/>
                  </a:moveTo>
                  <a:cubicBezTo>
                    <a:pt x="0" y="105791"/>
                    <a:pt x="105791" y="0"/>
                    <a:pt x="236347" y="0"/>
                  </a:cubicBezTo>
                  <a:cubicBezTo>
                    <a:pt x="366903" y="0"/>
                    <a:pt x="472821" y="105791"/>
                    <a:pt x="472821" y="236347"/>
                  </a:cubicBezTo>
                  <a:cubicBezTo>
                    <a:pt x="472821" y="366903"/>
                    <a:pt x="366903" y="472821"/>
                    <a:pt x="236347" y="472821"/>
                  </a:cubicBezTo>
                  <a:cubicBezTo>
                    <a:pt x="105791" y="472821"/>
                    <a:pt x="0" y="366903"/>
                    <a:pt x="0" y="236347"/>
                  </a:cubicBezTo>
                  <a:close/>
                </a:path>
              </a:pathLst>
            </a:custGeom>
            <a:solidFill>
              <a:srgbClr val="028090"/>
            </a:solidFill>
            <a:ln w="25400" cap="sq">
              <a:solidFill>
                <a:srgbClr val="028090"/>
              </a:solidFill>
              <a:prstDash val="solid"/>
              <a:miter/>
            </a:ln>
          </p:spPr>
        </p:sp>
      </p:grpSp>
      <p:grpSp>
        <p:nvGrpSpPr>
          <p:cNvPr name="Group 71" id="71"/>
          <p:cNvGrpSpPr/>
          <p:nvPr/>
        </p:nvGrpSpPr>
        <p:grpSpPr>
          <a:xfrm rot="0">
            <a:off x="11521440" y="6455664"/>
            <a:ext cx="6217920" cy="621792"/>
            <a:chOff x="0" y="0"/>
            <a:chExt cx="8290560" cy="829056"/>
          </a:xfrm>
        </p:grpSpPr>
        <p:sp>
          <p:nvSpPr>
            <p:cNvPr name="Freeform 72" id="72"/>
            <p:cNvSpPr/>
            <p:nvPr/>
          </p:nvSpPr>
          <p:spPr>
            <a:xfrm flipH="false" flipV="false" rot="0">
              <a:off x="0" y="0"/>
              <a:ext cx="8290560" cy="829056"/>
            </a:xfrm>
            <a:custGeom>
              <a:avLst/>
              <a:gdLst/>
              <a:ahLst/>
              <a:cxnLst/>
              <a:rect r="r" b="b" t="t" l="l"/>
              <a:pathLst>
                <a:path h="829056" w="8290560">
                  <a:moveTo>
                    <a:pt x="0" y="0"/>
                  </a:moveTo>
                  <a:lnTo>
                    <a:pt x="8290560" y="0"/>
                  </a:lnTo>
                  <a:lnTo>
                    <a:pt x="8290560" y="829056"/>
                  </a:lnTo>
                  <a:lnTo>
                    <a:pt x="0" y="829056"/>
                  </a:lnTo>
                  <a:close/>
                </a:path>
              </a:pathLst>
            </a:custGeom>
            <a:blipFill>
              <a:blip r:embed="rId3">
                <a:alphaModFix amt="0"/>
              </a:blip>
              <a:stretch>
                <a:fillRect l="0" t="-144850" r="0" b="-144850"/>
              </a:stretch>
            </a:blipFill>
          </p:spPr>
        </p:sp>
        <p:sp>
          <p:nvSpPr>
            <p:cNvPr name="TextBox 73" id="73"/>
            <p:cNvSpPr txBox="true"/>
            <p:nvPr/>
          </p:nvSpPr>
          <p:spPr>
            <a:xfrm>
              <a:off x="0" y="-57150"/>
              <a:ext cx="8290560" cy="886206"/>
            </a:xfrm>
            <a:prstGeom prst="rect">
              <a:avLst/>
            </a:prstGeom>
          </p:spPr>
          <p:txBody>
            <a:bodyPr anchor="ctr" rtlCol="false" tIns="0" lIns="0" bIns="0" rIns="0"/>
            <a:lstStyle/>
            <a:p>
              <a:pPr algn="l">
                <a:lnSpc>
                  <a:spcPts val="2879"/>
                </a:lnSpc>
              </a:pPr>
              <a:r>
                <a:rPr lang="en-US" sz="2399">
                  <a:solidFill>
                    <a:srgbClr val="4A4A6A"/>
                  </a:solidFill>
                  <a:latin typeface="Calibri (MS)"/>
                  <a:ea typeface="Calibri (MS)"/>
                  <a:cs typeface="Calibri (MS)"/>
                  <a:sym typeface="Calibri (MS)"/>
                </a:rPr>
                <a:t>Autenticación de usuarios</a:t>
              </a:r>
            </a:p>
          </p:txBody>
        </p:sp>
      </p:grpSp>
      <p:grpSp>
        <p:nvGrpSpPr>
          <p:cNvPr name="Group 74" id="74"/>
          <p:cNvGrpSpPr/>
          <p:nvPr/>
        </p:nvGrpSpPr>
        <p:grpSpPr>
          <a:xfrm rot="0">
            <a:off x="11014967" y="7211063"/>
            <a:ext cx="354587" cy="354587"/>
            <a:chOff x="0" y="0"/>
            <a:chExt cx="472783" cy="472783"/>
          </a:xfrm>
        </p:grpSpPr>
        <p:sp>
          <p:nvSpPr>
            <p:cNvPr name="Freeform 75" id="75"/>
            <p:cNvSpPr/>
            <p:nvPr/>
          </p:nvSpPr>
          <p:spPr>
            <a:xfrm flipH="false" flipV="false" rot="0">
              <a:off x="0" y="0"/>
              <a:ext cx="472821" cy="472821"/>
            </a:xfrm>
            <a:custGeom>
              <a:avLst/>
              <a:gdLst/>
              <a:ahLst/>
              <a:cxnLst/>
              <a:rect r="r" b="b" t="t" l="l"/>
              <a:pathLst>
                <a:path h="472821" w="472821">
                  <a:moveTo>
                    <a:pt x="0" y="236347"/>
                  </a:moveTo>
                  <a:cubicBezTo>
                    <a:pt x="0" y="105791"/>
                    <a:pt x="105791" y="0"/>
                    <a:pt x="236347" y="0"/>
                  </a:cubicBezTo>
                  <a:cubicBezTo>
                    <a:pt x="366903" y="0"/>
                    <a:pt x="472821" y="105791"/>
                    <a:pt x="472821" y="236347"/>
                  </a:cubicBezTo>
                  <a:cubicBezTo>
                    <a:pt x="472821" y="366903"/>
                    <a:pt x="366903" y="472821"/>
                    <a:pt x="236347" y="472821"/>
                  </a:cubicBezTo>
                  <a:cubicBezTo>
                    <a:pt x="105791" y="472821"/>
                    <a:pt x="0" y="366903"/>
                    <a:pt x="0" y="236347"/>
                  </a:cubicBezTo>
                  <a:close/>
                </a:path>
              </a:pathLst>
            </a:custGeom>
            <a:solidFill>
              <a:srgbClr val="028090"/>
            </a:solidFill>
            <a:ln w="25400" cap="sq">
              <a:solidFill>
                <a:srgbClr val="028090"/>
              </a:solidFill>
              <a:prstDash val="solid"/>
              <a:miter/>
            </a:ln>
          </p:spPr>
        </p:sp>
      </p:grpSp>
      <p:grpSp>
        <p:nvGrpSpPr>
          <p:cNvPr name="Group 76" id="76"/>
          <p:cNvGrpSpPr/>
          <p:nvPr/>
        </p:nvGrpSpPr>
        <p:grpSpPr>
          <a:xfrm rot="0">
            <a:off x="11521440" y="7150608"/>
            <a:ext cx="6217920" cy="621792"/>
            <a:chOff x="0" y="0"/>
            <a:chExt cx="8290560" cy="829056"/>
          </a:xfrm>
        </p:grpSpPr>
        <p:sp>
          <p:nvSpPr>
            <p:cNvPr name="Freeform 77" id="77"/>
            <p:cNvSpPr/>
            <p:nvPr/>
          </p:nvSpPr>
          <p:spPr>
            <a:xfrm flipH="false" flipV="false" rot="0">
              <a:off x="0" y="0"/>
              <a:ext cx="8290560" cy="829056"/>
            </a:xfrm>
            <a:custGeom>
              <a:avLst/>
              <a:gdLst/>
              <a:ahLst/>
              <a:cxnLst/>
              <a:rect r="r" b="b" t="t" l="l"/>
              <a:pathLst>
                <a:path h="829056" w="8290560">
                  <a:moveTo>
                    <a:pt x="0" y="0"/>
                  </a:moveTo>
                  <a:lnTo>
                    <a:pt x="8290560" y="0"/>
                  </a:lnTo>
                  <a:lnTo>
                    <a:pt x="8290560" y="829056"/>
                  </a:lnTo>
                  <a:lnTo>
                    <a:pt x="0" y="829056"/>
                  </a:lnTo>
                  <a:close/>
                </a:path>
              </a:pathLst>
            </a:custGeom>
            <a:blipFill>
              <a:blip r:embed="rId3">
                <a:alphaModFix amt="0"/>
              </a:blip>
              <a:stretch>
                <a:fillRect l="0" t="-144850" r="0" b="-144850"/>
              </a:stretch>
            </a:blipFill>
          </p:spPr>
        </p:sp>
        <p:sp>
          <p:nvSpPr>
            <p:cNvPr name="TextBox 78" id="78"/>
            <p:cNvSpPr txBox="true"/>
            <p:nvPr/>
          </p:nvSpPr>
          <p:spPr>
            <a:xfrm>
              <a:off x="0" y="-57150"/>
              <a:ext cx="8290560" cy="886206"/>
            </a:xfrm>
            <a:prstGeom prst="rect">
              <a:avLst/>
            </a:prstGeom>
          </p:spPr>
          <p:txBody>
            <a:bodyPr anchor="ctr" rtlCol="false" tIns="0" lIns="0" bIns="0" rIns="0"/>
            <a:lstStyle/>
            <a:p>
              <a:pPr algn="l">
                <a:lnSpc>
                  <a:spcPts val="2879"/>
                </a:lnSpc>
              </a:pPr>
              <a:r>
                <a:rPr lang="en-US" sz="2399">
                  <a:solidFill>
                    <a:srgbClr val="4A4A6A"/>
                  </a:solidFill>
                  <a:latin typeface="Calibri (MS)"/>
                  <a:ea typeface="Calibri (MS)"/>
                  <a:cs typeface="Calibri (MS)"/>
                  <a:sym typeface="Calibri (MS)"/>
                </a:rPr>
                <a:t>Roles y permisos diferenciados</a:t>
              </a:r>
            </a:p>
          </p:txBody>
        </p:sp>
      </p:grpSp>
      <p:grpSp>
        <p:nvGrpSpPr>
          <p:cNvPr name="Group 79" id="79"/>
          <p:cNvGrpSpPr/>
          <p:nvPr/>
        </p:nvGrpSpPr>
        <p:grpSpPr>
          <a:xfrm rot="0">
            <a:off x="718823" y="8308343"/>
            <a:ext cx="16850363" cy="1750208"/>
            <a:chOff x="0" y="0"/>
            <a:chExt cx="22467151" cy="2333610"/>
          </a:xfrm>
        </p:grpSpPr>
        <p:sp>
          <p:nvSpPr>
            <p:cNvPr name="Freeform 80" id="80"/>
            <p:cNvSpPr/>
            <p:nvPr/>
          </p:nvSpPr>
          <p:spPr>
            <a:xfrm flipH="false" flipV="false" rot="0">
              <a:off x="0" y="0"/>
              <a:ext cx="22467190" cy="2333649"/>
            </a:xfrm>
            <a:custGeom>
              <a:avLst/>
              <a:gdLst/>
              <a:ahLst/>
              <a:cxnLst/>
              <a:rect r="r" b="b" t="t" l="l"/>
              <a:pathLst>
                <a:path h="2333649" w="22467190">
                  <a:moveTo>
                    <a:pt x="0" y="217821"/>
                  </a:moveTo>
                  <a:cubicBezTo>
                    <a:pt x="0" y="97534"/>
                    <a:pt x="77851" y="0"/>
                    <a:pt x="173863" y="0"/>
                  </a:cubicBezTo>
                  <a:lnTo>
                    <a:pt x="22293326" y="0"/>
                  </a:lnTo>
                  <a:cubicBezTo>
                    <a:pt x="22389339" y="0"/>
                    <a:pt x="22467190" y="97534"/>
                    <a:pt x="22467190" y="217821"/>
                  </a:cubicBezTo>
                  <a:lnTo>
                    <a:pt x="22467190" y="2115837"/>
                  </a:lnTo>
                  <a:cubicBezTo>
                    <a:pt x="22467190" y="2236124"/>
                    <a:pt x="22389339" y="2333649"/>
                    <a:pt x="22293326" y="2333649"/>
                  </a:cubicBezTo>
                  <a:lnTo>
                    <a:pt x="173863" y="2333649"/>
                  </a:lnTo>
                  <a:cubicBezTo>
                    <a:pt x="77851" y="2333649"/>
                    <a:pt x="0" y="2236124"/>
                    <a:pt x="0" y="2115837"/>
                  </a:cubicBezTo>
                  <a:close/>
                </a:path>
              </a:pathLst>
            </a:custGeom>
            <a:solidFill>
              <a:srgbClr val="028090"/>
            </a:solidFill>
            <a:ln w="25400" cap="sq">
              <a:solidFill>
                <a:srgbClr val="028090"/>
              </a:solidFill>
              <a:prstDash val="solid"/>
              <a:miter/>
            </a:ln>
          </p:spPr>
        </p:sp>
      </p:grpSp>
      <p:grpSp>
        <p:nvGrpSpPr>
          <p:cNvPr name="Group 81" id="81"/>
          <p:cNvGrpSpPr/>
          <p:nvPr/>
        </p:nvGrpSpPr>
        <p:grpSpPr>
          <a:xfrm rot="0">
            <a:off x="1097280" y="8449056"/>
            <a:ext cx="4023360" cy="548640"/>
            <a:chOff x="0" y="0"/>
            <a:chExt cx="5364480" cy="731520"/>
          </a:xfrm>
        </p:grpSpPr>
        <p:sp>
          <p:nvSpPr>
            <p:cNvPr name="Freeform 82" id="82"/>
            <p:cNvSpPr/>
            <p:nvPr/>
          </p:nvSpPr>
          <p:spPr>
            <a:xfrm flipH="false" flipV="false" rot="0">
              <a:off x="0" y="0"/>
              <a:ext cx="5364480" cy="731520"/>
            </a:xfrm>
            <a:custGeom>
              <a:avLst/>
              <a:gdLst/>
              <a:ahLst/>
              <a:cxnLst/>
              <a:rect r="r" b="b" t="t" l="l"/>
              <a:pathLst>
                <a:path h="731520" w="5364480">
                  <a:moveTo>
                    <a:pt x="0" y="0"/>
                  </a:moveTo>
                  <a:lnTo>
                    <a:pt x="5364480" y="0"/>
                  </a:lnTo>
                  <a:lnTo>
                    <a:pt x="5364480" y="731520"/>
                  </a:lnTo>
                  <a:lnTo>
                    <a:pt x="0" y="731520"/>
                  </a:lnTo>
                  <a:close/>
                </a:path>
              </a:pathLst>
            </a:custGeom>
            <a:blipFill>
              <a:blip r:embed="rId3">
                <a:alphaModFix amt="0"/>
              </a:blip>
              <a:stretch>
                <a:fillRect l="0" t="-92890" r="0" b="-92890"/>
              </a:stretch>
            </a:blipFill>
          </p:spPr>
        </p:sp>
        <p:sp>
          <p:nvSpPr>
            <p:cNvPr name="TextBox 83" id="83"/>
            <p:cNvSpPr txBox="true"/>
            <p:nvPr/>
          </p:nvSpPr>
          <p:spPr>
            <a:xfrm>
              <a:off x="0" y="-57150"/>
              <a:ext cx="5364480" cy="788670"/>
            </a:xfrm>
            <a:prstGeom prst="rect">
              <a:avLst/>
            </a:prstGeom>
          </p:spPr>
          <p:txBody>
            <a:bodyPr anchor="ctr" rtlCol="false" tIns="0" lIns="0" bIns="0" rIns="0"/>
            <a:lstStyle/>
            <a:p>
              <a:pPr algn="l">
                <a:lnSpc>
                  <a:spcPts val="3119"/>
                </a:lnSpc>
              </a:pPr>
              <a:r>
                <a:rPr lang="en-US" sz="2599" b="true">
                  <a:solidFill>
                    <a:srgbClr val="FFFFFF"/>
                  </a:solidFill>
                  <a:latin typeface="Calibri (MS) Bold"/>
                  <a:ea typeface="Calibri (MS) Bold"/>
                  <a:cs typeface="Calibri (MS) Bold"/>
                  <a:sym typeface="Calibri (MS) Bold"/>
                </a:rPr>
                <a:t>Intereses profesionales:</a:t>
              </a:r>
            </a:p>
          </p:txBody>
        </p:sp>
      </p:grpSp>
      <p:grpSp>
        <p:nvGrpSpPr>
          <p:cNvPr name="Group 84" id="84"/>
          <p:cNvGrpSpPr/>
          <p:nvPr/>
        </p:nvGrpSpPr>
        <p:grpSpPr>
          <a:xfrm rot="0">
            <a:off x="1097280" y="9015984"/>
            <a:ext cx="16093440" cy="909228"/>
            <a:chOff x="0" y="0"/>
            <a:chExt cx="21457920" cy="1212303"/>
          </a:xfrm>
        </p:grpSpPr>
        <p:sp>
          <p:nvSpPr>
            <p:cNvPr name="Freeform 85" id="85"/>
            <p:cNvSpPr/>
            <p:nvPr/>
          </p:nvSpPr>
          <p:spPr>
            <a:xfrm flipH="false" flipV="false" rot="0">
              <a:off x="0" y="0"/>
              <a:ext cx="21457920" cy="1212303"/>
            </a:xfrm>
            <a:custGeom>
              <a:avLst/>
              <a:gdLst/>
              <a:ahLst/>
              <a:cxnLst/>
              <a:rect r="r" b="b" t="t" l="l"/>
              <a:pathLst>
                <a:path h="1212303" w="21457920">
                  <a:moveTo>
                    <a:pt x="0" y="0"/>
                  </a:moveTo>
                  <a:lnTo>
                    <a:pt x="21457920" y="0"/>
                  </a:lnTo>
                  <a:lnTo>
                    <a:pt x="21457920" y="1212303"/>
                  </a:lnTo>
                  <a:lnTo>
                    <a:pt x="0" y="1212303"/>
                  </a:lnTo>
                  <a:close/>
                </a:path>
              </a:pathLst>
            </a:custGeom>
            <a:blipFill>
              <a:blip r:embed="rId3">
                <a:alphaModFix amt="0"/>
              </a:blip>
              <a:stretch>
                <a:fillRect l="0" t="-314716" r="0" b="-275058"/>
              </a:stretch>
            </a:blipFill>
          </p:spPr>
        </p:sp>
        <p:sp>
          <p:nvSpPr>
            <p:cNvPr name="TextBox 86" id="86"/>
            <p:cNvSpPr txBox="true"/>
            <p:nvPr/>
          </p:nvSpPr>
          <p:spPr>
            <a:xfrm>
              <a:off x="0" y="-57150"/>
              <a:ext cx="21457920" cy="1269453"/>
            </a:xfrm>
            <a:prstGeom prst="rect">
              <a:avLst/>
            </a:prstGeom>
          </p:spPr>
          <p:txBody>
            <a:bodyPr anchor="ctr" rtlCol="false" tIns="0" lIns="0" bIns="0" rIns="0"/>
            <a:lstStyle/>
            <a:p>
              <a:pPr algn="l">
                <a:lnSpc>
                  <a:spcPts val="3119"/>
                </a:lnSpc>
              </a:pPr>
              <a:r>
                <a:rPr lang="en-US" sz="2599">
                  <a:solidFill>
                    <a:srgbClr val="CADCFC"/>
                  </a:solidFill>
                  <a:latin typeface="Calibri (MS)"/>
                  <a:ea typeface="Calibri (MS)"/>
                  <a:cs typeface="Calibri (MS)"/>
                  <a:sym typeface="Calibri (MS)"/>
                </a:rPr>
                <a:t>Participar en el ciclo completo de desarrollo de software y fortalecer competencias técnicas aplicadas a una problemática real.</a:t>
              </a:r>
            </a:p>
          </p:txBody>
        </p:sp>
      </p:grpSp>
      <p:sp>
        <p:nvSpPr>
          <p:cNvPr name="Freeform 87" id="87"/>
          <p:cNvSpPr/>
          <p:nvPr/>
        </p:nvSpPr>
        <p:spPr>
          <a:xfrm flipH="false" flipV="false" rot="0">
            <a:off x="13644173" y="170126"/>
            <a:ext cx="4226777" cy="1056694"/>
          </a:xfrm>
          <a:custGeom>
            <a:avLst/>
            <a:gdLst/>
            <a:ahLst/>
            <a:cxnLst/>
            <a:rect r="r" b="b" t="t" l="l"/>
            <a:pathLst>
              <a:path h="1056694" w="4226777">
                <a:moveTo>
                  <a:pt x="0" y="0"/>
                </a:moveTo>
                <a:lnTo>
                  <a:pt x="4226777" y="0"/>
                </a:lnTo>
                <a:lnTo>
                  <a:pt x="4226777" y="1056694"/>
                </a:lnTo>
                <a:lnTo>
                  <a:pt x="0" y="1056694"/>
                </a:lnTo>
                <a:lnTo>
                  <a:pt x="0" y="0"/>
                </a:lnTo>
                <a:close/>
              </a:path>
            </a:pathLst>
          </a:custGeom>
          <a:blipFill>
            <a:blip r:embed="rId4"/>
            <a:stretch>
              <a:fillRect l="0" t="0" r="0" b="0"/>
            </a:stretch>
          </a:blipFill>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6400800" cy="10287000"/>
            <a:chOff x="0" y="0"/>
            <a:chExt cx="8534400" cy="13716000"/>
          </a:xfrm>
        </p:grpSpPr>
        <p:sp>
          <p:nvSpPr>
            <p:cNvPr name="Freeform 3" id="3"/>
            <p:cNvSpPr/>
            <p:nvPr/>
          </p:nvSpPr>
          <p:spPr>
            <a:xfrm flipH="false" flipV="false" rot="0">
              <a:off x="0" y="0"/>
              <a:ext cx="8534400" cy="13716000"/>
            </a:xfrm>
            <a:custGeom>
              <a:avLst/>
              <a:gdLst/>
              <a:ahLst/>
              <a:cxnLst/>
              <a:rect r="r" b="b" t="t" l="l"/>
              <a:pathLst>
                <a:path h="13716000" w="8534400">
                  <a:moveTo>
                    <a:pt x="0" y="0"/>
                  </a:moveTo>
                  <a:lnTo>
                    <a:pt x="8534400" y="0"/>
                  </a:lnTo>
                  <a:lnTo>
                    <a:pt x="8534400" y="13716000"/>
                  </a:lnTo>
                  <a:lnTo>
                    <a:pt x="0" y="13716000"/>
                  </a:lnTo>
                  <a:close/>
                </a:path>
              </a:pathLst>
            </a:custGeom>
            <a:solidFill>
              <a:srgbClr val="1E2761"/>
            </a:solidFill>
          </p:spPr>
        </p:sp>
      </p:grpSp>
      <p:grpSp>
        <p:nvGrpSpPr>
          <p:cNvPr name="Group 4" id="4"/>
          <p:cNvGrpSpPr/>
          <p:nvPr/>
        </p:nvGrpSpPr>
        <p:grpSpPr>
          <a:xfrm rot="0">
            <a:off x="457200" y="1097280"/>
            <a:ext cx="5486400" cy="1463040"/>
            <a:chOff x="0" y="0"/>
            <a:chExt cx="7315200" cy="1950720"/>
          </a:xfrm>
        </p:grpSpPr>
        <p:sp>
          <p:nvSpPr>
            <p:cNvPr name="Freeform 5" id="5"/>
            <p:cNvSpPr/>
            <p:nvPr/>
          </p:nvSpPr>
          <p:spPr>
            <a:xfrm flipH="false" flipV="false" rot="0">
              <a:off x="0" y="0"/>
              <a:ext cx="7315200" cy="1950720"/>
            </a:xfrm>
            <a:custGeom>
              <a:avLst/>
              <a:gdLst/>
              <a:ahLst/>
              <a:cxnLst/>
              <a:rect r="r" b="b" t="t" l="l"/>
              <a:pathLst>
                <a:path h="1950720" w="7315200">
                  <a:moveTo>
                    <a:pt x="0" y="0"/>
                  </a:moveTo>
                  <a:lnTo>
                    <a:pt x="7315200" y="0"/>
                  </a:lnTo>
                  <a:lnTo>
                    <a:pt x="7315200" y="1950720"/>
                  </a:lnTo>
                  <a:lnTo>
                    <a:pt x="0" y="1950720"/>
                  </a:lnTo>
                  <a:close/>
                </a:path>
              </a:pathLst>
            </a:custGeom>
            <a:blipFill>
              <a:blip r:embed="rId3">
                <a:alphaModFix amt="0"/>
              </a:blip>
              <a:stretch>
                <a:fillRect l="0" t="-23068" r="0" b="-23068"/>
              </a:stretch>
            </a:blipFill>
          </p:spPr>
        </p:sp>
        <p:sp>
          <p:nvSpPr>
            <p:cNvPr name="TextBox 6" id="6"/>
            <p:cNvSpPr txBox="true"/>
            <p:nvPr/>
          </p:nvSpPr>
          <p:spPr>
            <a:xfrm>
              <a:off x="0" y="-85725"/>
              <a:ext cx="7315200" cy="2036445"/>
            </a:xfrm>
            <a:prstGeom prst="rect">
              <a:avLst/>
            </a:prstGeom>
          </p:spPr>
          <p:txBody>
            <a:bodyPr anchor="ctr" rtlCol="false" tIns="0" lIns="0" bIns="0" rIns="0"/>
            <a:lstStyle/>
            <a:p>
              <a:pPr algn="l">
                <a:lnSpc>
                  <a:spcPts val="4799"/>
                </a:lnSpc>
              </a:pPr>
              <a:r>
                <a:rPr lang="en-US" sz="3999" b="true">
                  <a:solidFill>
                    <a:srgbClr val="FFFFFF"/>
                  </a:solidFill>
                  <a:latin typeface="Calibri (MS) Bold"/>
                  <a:ea typeface="Calibri (MS) Bold"/>
                  <a:cs typeface="Calibri (MS) Bold"/>
                  <a:sym typeface="Calibri (MS) Bold"/>
                </a:rPr>
                <a:t>FACTIBILIDAD</a:t>
              </a:r>
            </a:p>
            <a:p>
              <a:pPr algn="l">
                <a:lnSpc>
                  <a:spcPts val="4799"/>
                </a:lnSpc>
              </a:pPr>
              <a:r>
                <a:rPr lang="en-US" sz="3999" b="true">
                  <a:solidFill>
                    <a:srgbClr val="FFFFFF"/>
                  </a:solidFill>
                  <a:latin typeface="Calibri (MS) Bold"/>
                  <a:ea typeface="Calibri (MS) Bold"/>
                  <a:cs typeface="Calibri (MS) Bold"/>
                  <a:sym typeface="Calibri (MS) Bold"/>
                </a:rPr>
                <a:t>DEL PROYECTO</a:t>
              </a:r>
            </a:p>
          </p:txBody>
        </p:sp>
      </p:grpSp>
      <p:grpSp>
        <p:nvGrpSpPr>
          <p:cNvPr name="Group 7" id="7"/>
          <p:cNvGrpSpPr/>
          <p:nvPr/>
        </p:nvGrpSpPr>
        <p:grpSpPr>
          <a:xfrm rot="0">
            <a:off x="457200" y="2651760"/>
            <a:ext cx="3291840" cy="91440"/>
            <a:chOff x="0" y="0"/>
            <a:chExt cx="4389120" cy="121920"/>
          </a:xfrm>
        </p:grpSpPr>
        <p:sp>
          <p:nvSpPr>
            <p:cNvPr name="Freeform 8" id="8"/>
            <p:cNvSpPr/>
            <p:nvPr/>
          </p:nvSpPr>
          <p:spPr>
            <a:xfrm flipH="false" flipV="false" rot="0">
              <a:off x="0" y="0"/>
              <a:ext cx="4389120" cy="121920"/>
            </a:xfrm>
            <a:custGeom>
              <a:avLst/>
              <a:gdLst/>
              <a:ahLst/>
              <a:cxnLst/>
              <a:rect r="r" b="b" t="t" l="l"/>
              <a:pathLst>
                <a:path h="121920" w="4389120">
                  <a:moveTo>
                    <a:pt x="0" y="0"/>
                  </a:moveTo>
                  <a:lnTo>
                    <a:pt x="4389120" y="0"/>
                  </a:lnTo>
                  <a:lnTo>
                    <a:pt x="4389120" y="121920"/>
                  </a:lnTo>
                  <a:lnTo>
                    <a:pt x="0" y="121920"/>
                  </a:lnTo>
                  <a:close/>
                </a:path>
              </a:pathLst>
            </a:custGeom>
            <a:solidFill>
              <a:srgbClr val="02C39A"/>
            </a:solidFill>
          </p:spPr>
        </p:sp>
      </p:grpSp>
      <p:grpSp>
        <p:nvGrpSpPr>
          <p:cNvPr name="Group 9" id="9"/>
          <p:cNvGrpSpPr/>
          <p:nvPr/>
        </p:nvGrpSpPr>
        <p:grpSpPr>
          <a:xfrm rot="0">
            <a:off x="347853" y="3564636"/>
            <a:ext cx="5694683" cy="1397003"/>
            <a:chOff x="0" y="0"/>
            <a:chExt cx="7592911" cy="1862671"/>
          </a:xfrm>
        </p:grpSpPr>
        <p:sp>
          <p:nvSpPr>
            <p:cNvPr name="Freeform 10" id="10"/>
            <p:cNvSpPr/>
            <p:nvPr/>
          </p:nvSpPr>
          <p:spPr>
            <a:xfrm flipH="false" flipV="false" rot="0">
              <a:off x="0" y="0"/>
              <a:ext cx="7592823" cy="1862582"/>
            </a:xfrm>
            <a:custGeom>
              <a:avLst/>
              <a:gdLst/>
              <a:ahLst/>
              <a:cxnLst/>
              <a:rect r="r" b="b" t="t" l="l"/>
              <a:pathLst>
                <a:path h="1862582" w="7592823">
                  <a:moveTo>
                    <a:pt x="0" y="148971"/>
                  </a:moveTo>
                  <a:cubicBezTo>
                    <a:pt x="0" y="66675"/>
                    <a:pt x="66675" y="0"/>
                    <a:pt x="148971" y="0"/>
                  </a:cubicBezTo>
                  <a:lnTo>
                    <a:pt x="7443851" y="0"/>
                  </a:lnTo>
                  <a:cubicBezTo>
                    <a:pt x="7526148" y="0"/>
                    <a:pt x="7592823" y="66675"/>
                    <a:pt x="7592823" y="148971"/>
                  </a:cubicBezTo>
                  <a:lnTo>
                    <a:pt x="7592823" y="1713611"/>
                  </a:lnTo>
                  <a:cubicBezTo>
                    <a:pt x="7592823" y="1795907"/>
                    <a:pt x="7526148" y="1862582"/>
                    <a:pt x="7443851" y="1862582"/>
                  </a:cubicBezTo>
                  <a:lnTo>
                    <a:pt x="148971" y="1862582"/>
                  </a:lnTo>
                  <a:cubicBezTo>
                    <a:pt x="66675" y="1862709"/>
                    <a:pt x="0" y="1795907"/>
                    <a:pt x="0" y="1713611"/>
                  </a:cubicBezTo>
                  <a:close/>
                </a:path>
              </a:pathLst>
            </a:custGeom>
            <a:solidFill>
              <a:srgbClr val="112050"/>
            </a:solidFill>
            <a:ln w="25400" cap="sq">
              <a:solidFill>
                <a:srgbClr val="028090"/>
              </a:solidFill>
              <a:prstDash val="solid"/>
              <a:miter/>
            </a:ln>
          </p:spPr>
        </p:sp>
      </p:grpSp>
      <p:grpSp>
        <p:nvGrpSpPr>
          <p:cNvPr name="Group 11" id="11"/>
          <p:cNvGrpSpPr/>
          <p:nvPr/>
        </p:nvGrpSpPr>
        <p:grpSpPr>
          <a:xfrm rot="0">
            <a:off x="543430" y="3668773"/>
            <a:ext cx="5303520" cy="512064"/>
            <a:chOff x="0" y="0"/>
            <a:chExt cx="7071360" cy="682752"/>
          </a:xfrm>
        </p:grpSpPr>
        <p:sp>
          <p:nvSpPr>
            <p:cNvPr name="Freeform 12" id="12"/>
            <p:cNvSpPr/>
            <p:nvPr/>
          </p:nvSpPr>
          <p:spPr>
            <a:xfrm flipH="false" flipV="false" rot="0">
              <a:off x="0" y="0"/>
              <a:ext cx="7071360" cy="682752"/>
            </a:xfrm>
            <a:custGeom>
              <a:avLst/>
              <a:gdLst/>
              <a:ahLst/>
              <a:cxnLst/>
              <a:rect r="r" b="b" t="t" l="l"/>
              <a:pathLst>
                <a:path h="682752" w="7071360">
                  <a:moveTo>
                    <a:pt x="0" y="0"/>
                  </a:moveTo>
                  <a:lnTo>
                    <a:pt x="7071360" y="0"/>
                  </a:lnTo>
                  <a:lnTo>
                    <a:pt x="7071360" y="682752"/>
                  </a:lnTo>
                  <a:lnTo>
                    <a:pt x="0" y="682752"/>
                  </a:lnTo>
                  <a:close/>
                </a:path>
              </a:pathLst>
            </a:custGeom>
            <a:blipFill>
              <a:blip r:embed="rId3">
                <a:alphaModFix amt="0"/>
              </a:blip>
              <a:stretch>
                <a:fillRect l="0" t="-151809" r="0" b="-151809"/>
              </a:stretch>
            </a:blipFill>
          </p:spPr>
        </p:sp>
        <p:sp>
          <p:nvSpPr>
            <p:cNvPr name="TextBox 13" id="13"/>
            <p:cNvSpPr txBox="true"/>
            <p:nvPr/>
          </p:nvSpPr>
          <p:spPr>
            <a:xfrm>
              <a:off x="0" y="-38100"/>
              <a:ext cx="7071360" cy="720852"/>
            </a:xfrm>
            <a:prstGeom prst="rect">
              <a:avLst/>
            </a:prstGeom>
          </p:spPr>
          <p:txBody>
            <a:bodyPr anchor="ctr" rtlCol="false" tIns="0" lIns="0" bIns="0" rIns="0"/>
            <a:lstStyle/>
            <a:p>
              <a:pPr algn="l">
                <a:lnSpc>
                  <a:spcPts val="2160"/>
                </a:lnSpc>
              </a:pPr>
              <a:r>
                <a:rPr lang="en-US" b="true" sz="1800" spc="199">
                  <a:solidFill>
                    <a:srgbClr val="02C39A"/>
                  </a:solidFill>
                  <a:latin typeface="Calibri (MS) Bold"/>
                  <a:ea typeface="Calibri (MS) Bold"/>
                  <a:cs typeface="Calibri (MS) Bold"/>
                  <a:sym typeface="Calibri (MS) Bold"/>
                </a:rPr>
                <a:t>ALCANCE</a:t>
              </a:r>
            </a:p>
          </p:txBody>
        </p:sp>
      </p:grpSp>
      <p:grpSp>
        <p:nvGrpSpPr>
          <p:cNvPr name="Group 14" id="14"/>
          <p:cNvGrpSpPr/>
          <p:nvPr/>
        </p:nvGrpSpPr>
        <p:grpSpPr>
          <a:xfrm rot="0">
            <a:off x="543430" y="4199125"/>
            <a:ext cx="5303520" cy="548640"/>
            <a:chOff x="0" y="0"/>
            <a:chExt cx="7071360" cy="731520"/>
          </a:xfrm>
        </p:grpSpPr>
        <p:sp>
          <p:nvSpPr>
            <p:cNvPr name="Freeform 15" id="15"/>
            <p:cNvSpPr/>
            <p:nvPr/>
          </p:nvSpPr>
          <p:spPr>
            <a:xfrm flipH="false" flipV="false" rot="0">
              <a:off x="0" y="0"/>
              <a:ext cx="7071360" cy="731520"/>
            </a:xfrm>
            <a:custGeom>
              <a:avLst/>
              <a:gdLst/>
              <a:ahLst/>
              <a:cxnLst/>
              <a:rect r="r" b="b" t="t" l="l"/>
              <a:pathLst>
                <a:path h="731520" w="7071360">
                  <a:moveTo>
                    <a:pt x="0" y="0"/>
                  </a:moveTo>
                  <a:lnTo>
                    <a:pt x="7071360" y="0"/>
                  </a:lnTo>
                  <a:lnTo>
                    <a:pt x="7071360" y="731520"/>
                  </a:lnTo>
                  <a:lnTo>
                    <a:pt x="0" y="731520"/>
                  </a:lnTo>
                  <a:close/>
                </a:path>
              </a:pathLst>
            </a:custGeom>
            <a:blipFill>
              <a:blip r:embed="rId3">
                <a:alphaModFix amt="0"/>
              </a:blip>
              <a:stretch>
                <a:fillRect l="0" t="-138355" r="0" b="-138355"/>
              </a:stretch>
            </a:blipFill>
          </p:spPr>
        </p:sp>
        <p:sp>
          <p:nvSpPr>
            <p:cNvPr name="TextBox 16" id="16"/>
            <p:cNvSpPr txBox="true"/>
            <p:nvPr/>
          </p:nvSpPr>
          <p:spPr>
            <a:xfrm>
              <a:off x="0" y="-38100"/>
              <a:ext cx="7071360" cy="769620"/>
            </a:xfrm>
            <a:prstGeom prst="rect">
              <a:avLst/>
            </a:prstGeom>
          </p:spPr>
          <p:txBody>
            <a:bodyPr anchor="ctr" rtlCol="false" tIns="0" lIns="0" bIns="0" rIns="0"/>
            <a:lstStyle/>
            <a:p>
              <a:pPr algn="l">
                <a:lnSpc>
                  <a:spcPts val="2400"/>
                </a:lnSpc>
              </a:pPr>
              <a:r>
                <a:rPr lang="en-US" sz="2000">
                  <a:solidFill>
                    <a:srgbClr val="CADCFC"/>
                  </a:solidFill>
                  <a:latin typeface="Calibri (MS)"/>
                  <a:ea typeface="Calibri (MS)"/>
                  <a:cs typeface="Calibri (MS)"/>
                  <a:sym typeface="Calibri (MS)"/>
                </a:rPr>
                <a:t>PMV claramente delimitado en 7 épicas</a:t>
              </a:r>
            </a:p>
          </p:txBody>
        </p:sp>
      </p:grpSp>
      <p:grpSp>
        <p:nvGrpSpPr>
          <p:cNvPr name="Group 17" id="17"/>
          <p:cNvGrpSpPr/>
          <p:nvPr/>
        </p:nvGrpSpPr>
        <p:grpSpPr>
          <a:xfrm rot="0">
            <a:off x="347853" y="5173980"/>
            <a:ext cx="5694683" cy="1397003"/>
            <a:chOff x="0" y="0"/>
            <a:chExt cx="7592911" cy="1862671"/>
          </a:xfrm>
        </p:grpSpPr>
        <p:sp>
          <p:nvSpPr>
            <p:cNvPr name="Freeform 18" id="18"/>
            <p:cNvSpPr/>
            <p:nvPr/>
          </p:nvSpPr>
          <p:spPr>
            <a:xfrm flipH="false" flipV="false" rot="0">
              <a:off x="0" y="0"/>
              <a:ext cx="7592823" cy="1862582"/>
            </a:xfrm>
            <a:custGeom>
              <a:avLst/>
              <a:gdLst/>
              <a:ahLst/>
              <a:cxnLst/>
              <a:rect r="r" b="b" t="t" l="l"/>
              <a:pathLst>
                <a:path h="1862582" w="7592823">
                  <a:moveTo>
                    <a:pt x="0" y="148971"/>
                  </a:moveTo>
                  <a:cubicBezTo>
                    <a:pt x="0" y="66675"/>
                    <a:pt x="66675" y="0"/>
                    <a:pt x="148971" y="0"/>
                  </a:cubicBezTo>
                  <a:lnTo>
                    <a:pt x="7443851" y="0"/>
                  </a:lnTo>
                  <a:cubicBezTo>
                    <a:pt x="7526148" y="0"/>
                    <a:pt x="7592823" y="66675"/>
                    <a:pt x="7592823" y="148971"/>
                  </a:cubicBezTo>
                  <a:lnTo>
                    <a:pt x="7592823" y="1713611"/>
                  </a:lnTo>
                  <a:cubicBezTo>
                    <a:pt x="7592823" y="1795907"/>
                    <a:pt x="7526148" y="1862582"/>
                    <a:pt x="7443851" y="1862582"/>
                  </a:cubicBezTo>
                  <a:lnTo>
                    <a:pt x="148971" y="1862582"/>
                  </a:lnTo>
                  <a:cubicBezTo>
                    <a:pt x="66675" y="1862709"/>
                    <a:pt x="0" y="1795907"/>
                    <a:pt x="0" y="1713611"/>
                  </a:cubicBezTo>
                  <a:close/>
                </a:path>
              </a:pathLst>
            </a:custGeom>
            <a:solidFill>
              <a:srgbClr val="112050"/>
            </a:solidFill>
            <a:ln w="25400" cap="sq">
              <a:solidFill>
                <a:srgbClr val="028090"/>
              </a:solidFill>
              <a:prstDash val="solid"/>
              <a:miter/>
            </a:ln>
          </p:spPr>
        </p:sp>
      </p:grpSp>
      <p:grpSp>
        <p:nvGrpSpPr>
          <p:cNvPr name="Group 19" id="19"/>
          <p:cNvGrpSpPr/>
          <p:nvPr/>
        </p:nvGrpSpPr>
        <p:grpSpPr>
          <a:xfrm rot="0">
            <a:off x="543430" y="5278117"/>
            <a:ext cx="5303520" cy="512064"/>
            <a:chOff x="0" y="0"/>
            <a:chExt cx="7071360" cy="682752"/>
          </a:xfrm>
        </p:grpSpPr>
        <p:sp>
          <p:nvSpPr>
            <p:cNvPr name="Freeform 20" id="20"/>
            <p:cNvSpPr/>
            <p:nvPr/>
          </p:nvSpPr>
          <p:spPr>
            <a:xfrm flipH="false" flipV="false" rot="0">
              <a:off x="0" y="0"/>
              <a:ext cx="7071360" cy="682752"/>
            </a:xfrm>
            <a:custGeom>
              <a:avLst/>
              <a:gdLst/>
              <a:ahLst/>
              <a:cxnLst/>
              <a:rect r="r" b="b" t="t" l="l"/>
              <a:pathLst>
                <a:path h="682752" w="7071360">
                  <a:moveTo>
                    <a:pt x="0" y="0"/>
                  </a:moveTo>
                  <a:lnTo>
                    <a:pt x="7071360" y="0"/>
                  </a:lnTo>
                  <a:lnTo>
                    <a:pt x="7071360" y="682752"/>
                  </a:lnTo>
                  <a:lnTo>
                    <a:pt x="0" y="682752"/>
                  </a:lnTo>
                  <a:close/>
                </a:path>
              </a:pathLst>
            </a:custGeom>
            <a:blipFill>
              <a:blip r:embed="rId3">
                <a:alphaModFix amt="0"/>
              </a:blip>
              <a:stretch>
                <a:fillRect l="0" t="-151809" r="0" b="-151809"/>
              </a:stretch>
            </a:blipFill>
          </p:spPr>
        </p:sp>
        <p:sp>
          <p:nvSpPr>
            <p:cNvPr name="TextBox 21" id="21"/>
            <p:cNvSpPr txBox="true"/>
            <p:nvPr/>
          </p:nvSpPr>
          <p:spPr>
            <a:xfrm>
              <a:off x="0" y="-38100"/>
              <a:ext cx="7071360" cy="720852"/>
            </a:xfrm>
            <a:prstGeom prst="rect">
              <a:avLst/>
            </a:prstGeom>
          </p:spPr>
          <p:txBody>
            <a:bodyPr anchor="ctr" rtlCol="false" tIns="0" lIns="0" bIns="0" rIns="0"/>
            <a:lstStyle/>
            <a:p>
              <a:pPr algn="l">
                <a:lnSpc>
                  <a:spcPts val="2160"/>
                </a:lnSpc>
              </a:pPr>
              <a:r>
                <a:rPr lang="en-US" b="true" sz="1800" spc="199">
                  <a:solidFill>
                    <a:srgbClr val="02C39A"/>
                  </a:solidFill>
                  <a:latin typeface="Calibri (MS) Bold"/>
                  <a:ea typeface="Calibri (MS) Bold"/>
                  <a:cs typeface="Calibri (MS) Bold"/>
                  <a:sym typeface="Calibri (MS) Bold"/>
                </a:rPr>
                <a:t>TIEMPO</a:t>
              </a:r>
            </a:p>
          </p:txBody>
        </p:sp>
      </p:grpSp>
      <p:grpSp>
        <p:nvGrpSpPr>
          <p:cNvPr name="Group 22" id="22"/>
          <p:cNvGrpSpPr/>
          <p:nvPr/>
        </p:nvGrpSpPr>
        <p:grpSpPr>
          <a:xfrm rot="0">
            <a:off x="543430" y="5808469"/>
            <a:ext cx="5303520" cy="548640"/>
            <a:chOff x="0" y="0"/>
            <a:chExt cx="7071360" cy="731520"/>
          </a:xfrm>
        </p:grpSpPr>
        <p:sp>
          <p:nvSpPr>
            <p:cNvPr name="Freeform 23" id="23"/>
            <p:cNvSpPr/>
            <p:nvPr/>
          </p:nvSpPr>
          <p:spPr>
            <a:xfrm flipH="false" flipV="false" rot="0">
              <a:off x="0" y="0"/>
              <a:ext cx="7071360" cy="731520"/>
            </a:xfrm>
            <a:custGeom>
              <a:avLst/>
              <a:gdLst/>
              <a:ahLst/>
              <a:cxnLst/>
              <a:rect r="r" b="b" t="t" l="l"/>
              <a:pathLst>
                <a:path h="731520" w="7071360">
                  <a:moveTo>
                    <a:pt x="0" y="0"/>
                  </a:moveTo>
                  <a:lnTo>
                    <a:pt x="7071360" y="0"/>
                  </a:lnTo>
                  <a:lnTo>
                    <a:pt x="7071360" y="731520"/>
                  </a:lnTo>
                  <a:lnTo>
                    <a:pt x="0" y="731520"/>
                  </a:lnTo>
                  <a:close/>
                </a:path>
              </a:pathLst>
            </a:custGeom>
            <a:blipFill>
              <a:blip r:embed="rId3">
                <a:alphaModFix amt="0"/>
              </a:blip>
              <a:stretch>
                <a:fillRect l="0" t="-138355" r="0" b="-138355"/>
              </a:stretch>
            </a:blipFill>
          </p:spPr>
        </p:sp>
        <p:sp>
          <p:nvSpPr>
            <p:cNvPr name="TextBox 24" id="24"/>
            <p:cNvSpPr txBox="true"/>
            <p:nvPr/>
          </p:nvSpPr>
          <p:spPr>
            <a:xfrm>
              <a:off x="0" y="-38100"/>
              <a:ext cx="7071360" cy="769620"/>
            </a:xfrm>
            <a:prstGeom prst="rect">
              <a:avLst/>
            </a:prstGeom>
          </p:spPr>
          <p:txBody>
            <a:bodyPr anchor="ctr" rtlCol="false" tIns="0" lIns="0" bIns="0" rIns="0"/>
            <a:lstStyle/>
            <a:p>
              <a:pPr algn="l">
                <a:lnSpc>
                  <a:spcPts val="2400"/>
                </a:lnSpc>
              </a:pPr>
              <a:r>
                <a:rPr lang="en-US" sz="2000">
                  <a:solidFill>
                    <a:srgbClr val="CADCFC"/>
                  </a:solidFill>
                  <a:latin typeface="Calibri (MS)"/>
                  <a:ea typeface="Calibri (MS)"/>
                  <a:cs typeface="Calibri (MS)"/>
                  <a:sym typeface="Calibri (MS)"/>
                </a:rPr>
                <a:t>Semanas 5–14 de la asignatura</a:t>
              </a:r>
            </a:p>
          </p:txBody>
        </p:sp>
      </p:grpSp>
      <p:grpSp>
        <p:nvGrpSpPr>
          <p:cNvPr name="Group 25" id="25"/>
          <p:cNvGrpSpPr/>
          <p:nvPr/>
        </p:nvGrpSpPr>
        <p:grpSpPr>
          <a:xfrm rot="0">
            <a:off x="347853" y="6783324"/>
            <a:ext cx="5694683" cy="1397003"/>
            <a:chOff x="0" y="0"/>
            <a:chExt cx="7592911" cy="1862671"/>
          </a:xfrm>
        </p:grpSpPr>
        <p:sp>
          <p:nvSpPr>
            <p:cNvPr name="Freeform 26" id="26"/>
            <p:cNvSpPr/>
            <p:nvPr/>
          </p:nvSpPr>
          <p:spPr>
            <a:xfrm flipH="false" flipV="false" rot="0">
              <a:off x="0" y="0"/>
              <a:ext cx="7592823" cy="1862582"/>
            </a:xfrm>
            <a:custGeom>
              <a:avLst/>
              <a:gdLst/>
              <a:ahLst/>
              <a:cxnLst/>
              <a:rect r="r" b="b" t="t" l="l"/>
              <a:pathLst>
                <a:path h="1862582" w="7592823">
                  <a:moveTo>
                    <a:pt x="0" y="148971"/>
                  </a:moveTo>
                  <a:cubicBezTo>
                    <a:pt x="0" y="66675"/>
                    <a:pt x="66675" y="0"/>
                    <a:pt x="148971" y="0"/>
                  </a:cubicBezTo>
                  <a:lnTo>
                    <a:pt x="7443851" y="0"/>
                  </a:lnTo>
                  <a:cubicBezTo>
                    <a:pt x="7526148" y="0"/>
                    <a:pt x="7592823" y="66675"/>
                    <a:pt x="7592823" y="148971"/>
                  </a:cubicBezTo>
                  <a:lnTo>
                    <a:pt x="7592823" y="1713611"/>
                  </a:lnTo>
                  <a:cubicBezTo>
                    <a:pt x="7592823" y="1795907"/>
                    <a:pt x="7526148" y="1862582"/>
                    <a:pt x="7443851" y="1862582"/>
                  </a:cubicBezTo>
                  <a:lnTo>
                    <a:pt x="148971" y="1862582"/>
                  </a:lnTo>
                  <a:cubicBezTo>
                    <a:pt x="66675" y="1862709"/>
                    <a:pt x="0" y="1795907"/>
                    <a:pt x="0" y="1713611"/>
                  </a:cubicBezTo>
                  <a:close/>
                </a:path>
              </a:pathLst>
            </a:custGeom>
            <a:solidFill>
              <a:srgbClr val="112050"/>
            </a:solidFill>
            <a:ln w="25400" cap="sq">
              <a:solidFill>
                <a:srgbClr val="028090"/>
              </a:solidFill>
              <a:prstDash val="solid"/>
              <a:miter/>
            </a:ln>
          </p:spPr>
        </p:sp>
      </p:grpSp>
      <p:grpSp>
        <p:nvGrpSpPr>
          <p:cNvPr name="Group 27" id="27"/>
          <p:cNvGrpSpPr/>
          <p:nvPr/>
        </p:nvGrpSpPr>
        <p:grpSpPr>
          <a:xfrm rot="0">
            <a:off x="543430" y="6887461"/>
            <a:ext cx="5303520" cy="512064"/>
            <a:chOff x="0" y="0"/>
            <a:chExt cx="7071360" cy="682752"/>
          </a:xfrm>
        </p:grpSpPr>
        <p:sp>
          <p:nvSpPr>
            <p:cNvPr name="Freeform 28" id="28"/>
            <p:cNvSpPr/>
            <p:nvPr/>
          </p:nvSpPr>
          <p:spPr>
            <a:xfrm flipH="false" flipV="false" rot="0">
              <a:off x="0" y="0"/>
              <a:ext cx="7071360" cy="682752"/>
            </a:xfrm>
            <a:custGeom>
              <a:avLst/>
              <a:gdLst/>
              <a:ahLst/>
              <a:cxnLst/>
              <a:rect r="r" b="b" t="t" l="l"/>
              <a:pathLst>
                <a:path h="682752" w="7071360">
                  <a:moveTo>
                    <a:pt x="0" y="0"/>
                  </a:moveTo>
                  <a:lnTo>
                    <a:pt x="7071360" y="0"/>
                  </a:lnTo>
                  <a:lnTo>
                    <a:pt x="7071360" y="682752"/>
                  </a:lnTo>
                  <a:lnTo>
                    <a:pt x="0" y="682752"/>
                  </a:lnTo>
                  <a:close/>
                </a:path>
              </a:pathLst>
            </a:custGeom>
            <a:blipFill>
              <a:blip r:embed="rId3">
                <a:alphaModFix amt="0"/>
              </a:blip>
              <a:stretch>
                <a:fillRect l="0" t="-151809" r="0" b="-151809"/>
              </a:stretch>
            </a:blipFill>
          </p:spPr>
        </p:sp>
        <p:sp>
          <p:nvSpPr>
            <p:cNvPr name="TextBox 29" id="29"/>
            <p:cNvSpPr txBox="true"/>
            <p:nvPr/>
          </p:nvSpPr>
          <p:spPr>
            <a:xfrm>
              <a:off x="0" y="-38100"/>
              <a:ext cx="7071360" cy="720852"/>
            </a:xfrm>
            <a:prstGeom prst="rect">
              <a:avLst/>
            </a:prstGeom>
          </p:spPr>
          <p:txBody>
            <a:bodyPr anchor="ctr" rtlCol="false" tIns="0" lIns="0" bIns="0" rIns="0"/>
            <a:lstStyle/>
            <a:p>
              <a:pPr algn="l">
                <a:lnSpc>
                  <a:spcPts val="2160"/>
                </a:lnSpc>
              </a:pPr>
              <a:r>
                <a:rPr lang="en-US" b="true" sz="1800" spc="199">
                  <a:solidFill>
                    <a:srgbClr val="02C39A"/>
                  </a:solidFill>
                  <a:latin typeface="Calibri (MS) Bold"/>
                  <a:ea typeface="Calibri (MS) Bold"/>
                  <a:cs typeface="Calibri (MS) Bold"/>
                  <a:sym typeface="Calibri (MS) Bold"/>
                </a:rPr>
                <a:t>ARQUITECTURA</a:t>
              </a:r>
            </a:p>
          </p:txBody>
        </p:sp>
      </p:grpSp>
      <p:grpSp>
        <p:nvGrpSpPr>
          <p:cNvPr name="Group 30" id="30"/>
          <p:cNvGrpSpPr/>
          <p:nvPr/>
        </p:nvGrpSpPr>
        <p:grpSpPr>
          <a:xfrm rot="0">
            <a:off x="543430" y="7417813"/>
            <a:ext cx="5303520" cy="548640"/>
            <a:chOff x="0" y="0"/>
            <a:chExt cx="7071360" cy="731520"/>
          </a:xfrm>
        </p:grpSpPr>
        <p:sp>
          <p:nvSpPr>
            <p:cNvPr name="Freeform 31" id="31"/>
            <p:cNvSpPr/>
            <p:nvPr/>
          </p:nvSpPr>
          <p:spPr>
            <a:xfrm flipH="false" flipV="false" rot="0">
              <a:off x="0" y="0"/>
              <a:ext cx="7071360" cy="731520"/>
            </a:xfrm>
            <a:custGeom>
              <a:avLst/>
              <a:gdLst/>
              <a:ahLst/>
              <a:cxnLst/>
              <a:rect r="r" b="b" t="t" l="l"/>
              <a:pathLst>
                <a:path h="731520" w="7071360">
                  <a:moveTo>
                    <a:pt x="0" y="0"/>
                  </a:moveTo>
                  <a:lnTo>
                    <a:pt x="7071360" y="0"/>
                  </a:lnTo>
                  <a:lnTo>
                    <a:pt x="7071360" y="731520"/>
                  </a:lnTo>
                  <a:lnTo>
                    <a:pt x="0" y="731520"/>
                  </a:lnTo>
                  <a:close/>
                </a:path>
              </a:pathLst>
            </a:custGeom>
            <a:blipFill>
              <a:blip r:embed="rId3">
                <a:alphaModFix amt="0"/>
              </a:blip>
              <a:stretch>
                <a:fillRect l="0" t="-138355" r="0" b="-138355"/>
              </a:stretch>
            </a:blipFill>
          </p:spPr>
        </p:sp>
        <p:sp>
          <p:nvSpPr>
            <p:cNvPr name="TextBox 32" id="32"/>
            <p:cNvSpPr txBox="true"/>
            <p:nvPr/>
          </p:nvSpPr>
          <p:spPr>
            <a:xfrm>
              <a:off x="0" y="-38100"/>
              <a:ext cx="7071360" cy="769620"/>
            </a:xfrm>
            <a:prstGeom prst="rect">
              <a:avLst/>
            </a:prstGeom>
          </p:spPr>
          <p:txBody>
            <a:bodyPr anchor="ctr" rtlCol="false" tIns="0" lIns="0" bIns="0" rIns="0"/>
            <a:lstStyle/>
            <a:p>
              <a:pPr algn="l">
                <a:lnSpc>
                  <a:spcPts val="2400"/>
                </a:lnSpc>
              </a:pPr>
              <a:r>
                <a:rPr lang="en-US" sz="2000">
                  <a:solidFill>
                    <a:srgbClr val="CADCFC"/>
                  </a:solidFill>
                  <a:latin typeface="Calibri (MS)"/>
                  <a:ea typeface="Calibri (MS)"/>
                  <a:cs typeface="Calibri (MS)"/>
                  <a:sym typeface="Calibri (MS)"/>
                </a:rPr>
                <a:t>Monolítica modular, simple de desplegar</a:t>
              </a:r>
            </a:p>
          </p:txBody>
        </p:sp>
      </p:grpSp>
      <p:grpSp>
        <p:nvGrpSpPr>
          <p:cNvPr name="Group 33" id="33"/>
          <p:cNvGrpSpPr/>
          <p:nvPr/>
        </p:nvGrpSpPr>
        <p:grpSpPr>
          <a:xfrm rot="0">
            <a:off x="6693408" y="865127"/>
            <a:ext cx="5486400" cy="640080"/>
            <a:chOff x="0" y="0"/>
            <a:chExt cx="7315200" cy="853440"/>
          </a:xfrm>
        </p:grpSpPr>
        <p:sp>
          <p:nvSpPr>
            <p:cNvPr name="Freeform 34" id="34"/>
            <p:cNvSpPr/>
            <p:nvPr/>
          </p:nvSpPr>
          <p:spPr>
            <a:xfrm flipH="false" flipV="false" rot="0">
              <a:off x="0" y="0"/>
              <a:ext cx="7315200" cy="853440"/>
            </a:xfrm>
            <a:custGeom>
              <a:avLst/>
              <a:gdLst/>
              <a:ahLst/>
              <a:cxnLst/>
              <a:rect r="r" b="b" t="t" l="l"/>
              <a:pathLst>
                <a:path h="853440" w="7315200">
                  <a:moveTo>
                    <a:pt x="0" y="0"/>
                  </a:moveTo>
                  <a:lnTo>
                    <a:pt x="7315200" y="0"/>
                  </a:lnTo>
                  <a:lnTo>
                    <a:pt x="7315200" y="853440"/>
                  </a:lnTo>
                  <a:lnTo>
                    <a:pt x="0" y="853440"/>
                  </a:lnTo>
                  <a:close/>
                </a:path>
              </a:pathLst>
            </a:custGeom>
            <a:blipFill>
              <a:blip r:embed="rId3">
                <a:alphaModFix amt="0"/>
              </a:blip>
              <a:stretch>
                <a:fillRect l="0" t="-117014" r="0" b="-117014"/>
              </a:stretch>
            </a:blipFill>
          </p:spPr>
        </p:sp>
        <p:sp>
          <p:nvSpPr>
            <p:cNvPr name="TextBox 35" id="35"/>
            <p:cNvSpPr txBox="true"/>
            <p:nvPr/>
          </p:nvSpPr>
          <p:spPr>
            <a:xfrm>
              <a:off x="0" y="-66675"/>
              <a:ext cx="7315200" cy="920115"/>
            </a:xfrm>
            <a:prstGeom prst="rect">
              <a:avLst/>
            </a:prstGeom>
          </p:spPr>
          <p:txBody>
            <a:bodyPr anchor="ctr" rtlCol="false" tIns="0" lIns="0" bIns="0" rIns="0"/>
            <a:lstStyle/>
            <a:p>
              <a:pPr algn="l">
                <a:lnSpc>
                  <a:spcPts val="3359"/>
                </a:lnSpc>
              </a:pPr>
              <a:r>
                <a:rPr lang="en-US" sz="2799" b="true">
                  <a:solidFill>
                    <a:srgbClr val="1E2761"/>
                  </a:solidFill>
                  <a:latin typeface="Calibri (MS) Bold"/>
                  <a:ea typeface="Calibri (MS) Bold"/>
                  <a:cs typeface="Calibri (MS) Bold"/>
                  <a:sym typeface="Calibri (MS) Bold"/>
                </a:rPr>
                <a:t>Recursos</a:t>
              </a:r>
            </a:p>
          </p:txBody>
        </p:sp>
      </p:grpSp>
      <p:grpSp>
        <p:nvGrpSpPr>
          <p:cNvPr name="Group 36" id="36"/>
          <p:cNvGrpSpPr/>
          <p:nvPr/>
        </p:nvGrpSpPr>
        <p:grpSpPr>
          <a:xfrm rot="0">
            <a:off x="6680711" y="1711966"/>
            <a:ext cx="354587" cy="354587"/>
            <a:chOff x="0" y="0"/>
            <a:chExt cx="472783" cy="472783"/>
          </a:xfrm>
        </p:grpSpPr>
        <p:sp>
          <p:nvSpPr>
            <p:cNvPr name="Freeform 37" id="37"/>
            <p:cNvSpPr/>
            <p:nvPr/>
          </p:nvSpPr>
          <p:spPr>
            <a:xfrm flipH="false" flipV="false" rot="0">
              <a:off x="0" y="0"/>
              <a:ext cx="472821" cy="472821"/>
            </a:xfrm>
            <a:custGeom>
              <a:avLst/>
              <a:gdLst/>
              <a:ahLst/>
              <a:cxnLst/>
              <a:rect r="r" b="b" t="t" l="l"/>
              <a:pathLst>
                <a:path h="472821" w="472821">
                  <a:moveTo>
                    <a:pt x="0" y="236347"/>
                  </a:moveTo>
                  <a:cubicBezTo>
                    <a:pt x="0" y="105791"/>
                    <a:pt x="105791" y="0"/>
                    <a:pt x="236347" y="0"/>
                  </a:cubicBezTo>
                  <a:cubicBezTo>
                    <a:pt x="366903" y="0"/>
                    <a:pt x="472821" y="105791"/>
                    <a:pt x="472821" y="236347"/>
                  </a:cubicBezTo>
                  <a:cubicBezTo>
                    <a:pt x="472821" y="366903"/>
                    <a:pt x="366903" y="472821"/>
                    <a:pt x="236347" y="472821"/>
                  </a:cubicBezTo>
                  <a:cubicBezTo>
                    <a:pt x="105791" y="472821"/>
                    <a:pt x="0" y="366903"/>
                    <a:pt x="0" y="236347"/>
                  </a:cubicBezTo>
                  <a:close/>
                </a:path>
              </a:pathLst>
            </a:custGeom>
            <a:solidFill>
              <a:srgbClr val="028090"/>
            </a:solidFill>
            <a:ln w="25400" cap="sq">
              <a:solidFill>
                <a:srgbClr val="028090"/>
              </a:solidFill>
              <a:prstDash val="solid"/>
              <a:miter/>
            </a:ln>
          </p:spPr>
        </p:sp>
      </p:grpSp>
      <p:grpSp>
        <p:nvGrpSpPr>
          <p:cNvPr name="Group 38" id="38"/>
          <p:cNvGrpSpPr/>
          <p:nvPr/>
        </p:nvGrpSpPr>
        <p:grpSpPr>
          <a:xfrm rot="0">
            <a:off x="7205472" y="1669799"/>
            <a:ext cx="5120640" cy="548640"/>
            <a:chOff x="0" y="0"/>
            <a:chExt cx="6827520" cy="731520"/>
          </a:xfrm>
        </p:grpSpPr>
        <p:sp>
          <p:nvSpPr>
            <p:cNvPr name="Freeform 39" id="39"/>
            <p:cNvSpPr/>
            <p:nvPr/>
          </p:nvSpPr>
          <p:spPr>
            <a:xfrm flipH="false" flipV="false" rot="0">
              <a:off x="0" y="0"/>
              <a:ext cx="6827520" cy="731520"/>
            </a:xfrm>
            <a:custGeom>
              <a:avLst/>
              <a:gdLst/>
              <a:ahLst/>
              <a:cxnLst/>
              <a:rect r="r" b="b" t="t" l="l"/>
              <a:pathLst>
                <a:path h="731520" w="6827520">
                  <a:moveTo>
                    <a:pt x="0" y="0"/>
                  </a:moveTo>
                  <a:lnTo>
                    <a:pt x="6827520" y="0"/>
                  </a:lnTo>
                  <a:lnTo>
                    <a:pt x="6827520" y="731520"/>
                  </a:lnTo>
                  <a:lnTo>
                    <a:pt x="0" y="731520"/>
                  </a:lnTo>
                  <a:close/>
                </a:path>
              </a:pathLst>
            </a:custGeom>
            <a:blipFill>
              <a:blip r:embed="rId3">
                <a:alphaModFix amt="0"/>
              </a:blip>
              <a:stretch>
                <a:fillRect l="0" t="-131860" r="0" b="-131860"/>
              </a:stretch>
            </a:blipFill>
          </p:spPr>
        </p:sp>
        <p:sp>
          <p:nvSpPr>
            <p:cNvPr name="TextBox 40" id="40"/>
            <p:cNvSpPr txBox="true"/>
            <p:nvPr/>
          </p:nvSpPr>
          <p:spPr>
            <a:xfrm>
              <a:off x="0" y="-47625"/>
              <a:ext cx="6827520" cy="779145"/>
            </a:xfrm>
            <a:prstGeom prst="rect">
              <a:avLst/>
            </a:prstGeom>
          </p:spPr>
          <p:txBody>
            <a:bodyPr anchor="ctr" rtlCol="false" tIns="0" lIns="0" bIns="0" rIns="0"/>
            <a:lstStyle/>
            <a:p>
              <a:pPr algn="l">
                <a:lnSpc>
                  <a:spcPts val="2639"/>
                </a:lnSpc>
              </a:pPr>
              <a:r>
                <a:rPr lang="en-US" sz="2199">
                  <a:solidFill>
                    <a:srgbClr val="1A1A2E"/>
                  </a:solidFill>
                  <a:latin typeface="Calibri (MS)"/>
                  <a:ea typeface="Calibri (MS)"/>
                  <a:cs typeface="Calibri (MS)"/>
                  <a:sym typeface="Calibri (MS)"/>
                </a:rPr>
                <a:t>Equipos de desarrollo</a:t>
              </a:r>
            </a:p>
          </p:txBody>
        </p:sp>
      </p:grpSp>
      <p:grpSp>
        <p:nvGrpSpPr>
          <p:cNvPr name="Group 41" id="41"/>
          <p:cNvGrpSpPr/>
          <p:nvPr/>
        </p:nvGrpSpPr>
        <p:grpSpPr>
          <a:xfrm rot="0">
            <a:off x="6680711" y="2352046"/>
            <a:ext cx="354587" cy="354587"/>
            <a:chOff x="0" y="0"/>
            <a:chExt cx="472783" cy="472783"/>
          </a:xfrm>
        </p:grpSpPr>
        <p:sp>
          <p:nvSpPr>
            <p:cNvPr name="Freeform 42" id="42"/>
            <p:cNvSpPr/>
            <p:nvPr/>
          </p:nvSpPr>
          <p:spPr>
            <a:xfrm flipH="false" flipV="false" rot="0">
              <a:off x="0" y="0"/>
              <a:ext cx="472821" cy="472821"/>
            </a:xfrm>
            <a:custGeom>
              <a:avLst/>
              <a:gdLst/>
              <a:ahLst/>
              <a:cxnLst/>
              <a:rect r="r" b="b" t="t" l="l"/>
              <a:pathLst>
                <a:path h="472821" w="472821">
                  <a:moveTo>
                    <a:pt x="0" y="236347"/>
                  </a:moveTo>
                  <a:cubicBezTo>
                    <a:pt x="0" y="105791"/>
                    <a:pt x="105791" y="0"/>
                    <a:pt x="236347" y="0"/>
                  </a:cubicBezTo>
                  <a:cubicBezTo>
                    <a:pt x="366903" y="0"/>
                    <a:pt x="472821" y="105791"/>
                    <a:pt x="472821" y="236347"/>
                  </a:cubicBezTo>
                  <a:cubicBezTo>
                    <a:pt x="472821" y="366903"/>
                    <a:pt x="366903" y="472821"/>
                    <a:pt x="236347" y="472821"/>
                  </a:cubicBezTo>
                  <a:cubicBezTo>
                    <a:pt x="105791" y="472821"/>
                    <a:pt x="0" y="366903"/>
                    <a:pt x="0" y="236347"/>
                  </a:cubicBezTo>
                  <a:close/>
                </a:path>
              </a:pathLst>
            </a:custGeom>
            <a:solidFill>
              <a:srgbClr val="028090"/>
            </a:solidFill>
            <a:ln w="25400" cap="sq">
              <a:solidFill>
                <a:srgbClr val="028090"/>
              </a:solidFill>
              <a:prstDash val="solid"/>
              <a:miter/>
            </a:ln>
          </p:spPr>
        </p:sp>
      </p:grpSp>
      <p:grpSp>
        <p:nvGrpSpPr>
          <p:cNvPr name="Group 43" id="43"/>
          <p:cNvGrpSpPr/>
          <p:nvPr/>
        </p:nvGrpSpPr>
        <p:grpSpPr>
          <a:xfrm rot="0">
            <a:off x="7205472" y="2309879"/>
            <a:ext cx="5120640" cy="548640"/>
            <a:chOff x="0" y="0"/>
            <a:chExt cx="6827520" cy="731520"/>
          </a:xfrm>
        </p:grpSpPr>
        <p:sp>
          <p:nvSpPr>
            <p:cNvPr name="Freeform 44" id="44"/>
            <p:cNvSpPr/>
            <p:nvPr/>
          </p:nvSpPr>
          <p:spPr>
            <a:xfrm flipH="false" flipV="false" rot="0">
              <a:off x="0" y="0"/>
              <a:ext cx="6827520" cy="731520"/>
            </a:xfrm>
            <a:custGeom>
              <a:avLst/>
              <a:gdLst/>
              <a:ahLst/>
              <a:cxnLst/>
              <a:rect r="r" b="b" t="t" l="l"/>
              <a:pathLst>
                <a:path h="731520" w="6827520">
                  <a:moveTo>
                    <a:pt x="0" y="0"/>
                  </a:moveTo>
                  <a:lnTo>
                    <a:pt x="6827520" y="0"/>
                  </a:lnTo>
                  <a:lnTo>
                    <a:pt x="6827520" y="731520"/>
                  </a:lnTo>
                  <a:lnTo>
                    <a:pt x="0" y="731520"/>
                  </a:lnTo>
                  <a:close/>
                </a:path>
              </a:pathLst>
            </a:custGeom>
            <a:blipFill>
              <a:blip r:embed="rId3">
                <a:alphaModFix amt="0"/>
              </a:blip>
              <a:stretch>
                <a:fillRect l="0" t="-131860" r="0" b="-131860"/>
              </a:stretch>
            </a:blipFill>
          </p:spPr>
        </p:sp>
        <p:sp>
          <p:nvSpPr>
            <p:cNvPr name="TextBox 45" id="45"/>
            <p:cNvSpPr txBox="true"/>
            <p:nvPr/>
          </p:nvSpPr>
          <p:spPr>
            <a:xfrm>
              <a:off x="0" y="-47625"/>
              <a:ext cx="6827520" cy="779145"/>
            </a:xfrm>
            <a:prstGeom prst="rect">
              <a:avLst/>
            </a:prstGeom>
          </p:spPr>
          <p:txBody>
            <a:bodyPr anchor="ctr" rtlCol="false" tIns="0" lIns="0" bIns="0" rIns="0"/>
            <a:lstStyle/>
            <a:p>
              <a:pPr algn="l">
                <a:lnSpc>
                  <a:spcPts val="2639"/>
                </a:lnSpc>
              </a:pPr>
              <a:r>
                <a:rPr lang="en-US" sz="2199">
                  <a:solidFill>
                    <a:srgbClr val="1A1A2E"/>
                  </a:solidFill>
                  <a:latin typeface="Calibri (MS)"/>
                  <a:ea typeface="Calibri (MS)"/>
                  <a:cs typeface="Calibri (MS)"/>
                  <a:sym typeface="Calibri (MS)"/>
                </a:rPr>
                <a:t>Herramientas de programación</a:t>
              </a:r>
            </a:p>
          </p:txBody>
        </p:sp>
      </p:grpSp>
      <p:grpSp>
        <p:nvGrpSpPr>
          <p:cNvPr name="Group 46" id="46"/>
          <p:cNvGrpSpPr/>
          <p:nvPr/>
        </p:nvGrpSpPr>
        <p:grpSpPr>
          <a:xfrm rot="0">
            <a:off x="6680711" y="2992126"/>
            <a:ext cx="354587" cy="354587"/>
            <a:chOff x="0" y="0"/>
            <a:chExt cx="472783" cy="472783"/>
          </a:xfrm>
        </p:grpSpPr>
        <p:sp>
          <p:nvSpPr>
            <p:cNvPr name="Freeform 47" id="47"/>
            <p:cNvSpPr/>
            <p:nvPr/>
          </p:nvSpPr>
          <p:spPr>
            <a:xfrm flipH="false" flipV="false" rot="0">
              <a:off x="0" y="0"/>
              <a:ext cx="472821" cy="472821"/>
            </a:xfrm>
            <a:custGeom>
              <a:avLst/>
              <a:gdLst/>
              <a:ahLst/>
              <a:cxnLst/>
              <a:rect r="r" b="b" t="t" l="l"/>
              <a:pathLst>
                <a:path h="472821" w="472821">
                  <a:moveTo>
                    <a:pt x="0" y="236347"/>
                  </a:moveTo>
                  <a:cubicBezTo>
                    <a:pt x="0" y="105791"/>
                    <a:pt x="105791" y="0"/>
                    <a:pt x="236347" y="0"/>
                  </a:cubicBezTo>
                  <a:cubicBezTo>
                    <a:pt x="366903" y="0"/>
                    <a:pt x="472821" y="105791"/>
                    <a:pt x="472821" y="236347"/>
                  </a:cubicBezTo>
                  <a:cubicBezTo>
                    <a:pt x="472821" y="366903"/>
                    <a:pt x="366903" y="472821"/>
                    <a:pt x="236347" y="472821"/>
                  </a:cubicBezTo>
                  <a:cubicBezTo>
                    <a:pt x="105791" y="472821"/>
                    <a:pt x="0" y="366903"/>
                    <a:pt x="0" y="236347"/>
                  </a:cubicBezTo>
                  <a:close/>
                </a:path>
              </a:pathLst>
            </a:custGeom>
            <a:solidFill>
              <a:srgbClr val="028090"/>
            </a:solidFill>
            <a:ln w="25400" cap="sq">
              <a:solidFill>
                <a:srgbClr val="028090"/>
              </a:solidFill>
              <a:prstDash val="solid"/>
              <a:miter/>
            </a:ln>
          </p:spPr>
        </p:sp>
      </p:grpSp>
      <p:grpSp>
        <p:nvGrpSpPr>
          <p:cNvPr name="Group 48" id="48"/>
          <p:cNvGrpSpPr/>
          <p:nvPr/>
        </p:nvGrpSpPr>
        <p:grpSpPr>
          <a:xfrm rot="0">
            <a:off x="7205472" y="2949959"/>
            <a:ext cx="5120640" cy="548640"/>
            <a:chOff x="0" y="0"/>
            <a:chExt cx="6827520" cy="731520"/>
          </a:xfrm>
        </p:grpSpPr>
        <p:sp>
          <p:nvSpPr>
            <p:cNvPr name="Freeform 49" id="49"/>
            <p:cNvSpPr/>
            <p:nvPr/>
          </p:nvSpPr>
          <p:spPr>
            <a:xfrm flipH="false" flipV="false" rot="0">
              <a:off x="0" y="0"/>
              <a:ext cx="6827520" cy="731520"/>
            </a:xfrm>
            <a:custGeom>
              <a:avLst/>
              <a:gdLst/>
              <a:ahLst/>
              <a:cxnLst/>
              <a:rect r="r" b="b" t="t" l="l"/>
              <a:pathLst>
                <a:path h="731520" w="6827520">
                  <a:moveTo>
                    <a:pt x="0" y="0"/>
                  </a:moveTo>
                  <a:lnTo>
                    <a:pt x="6827520" y="0"/>
                  </a:lnTo>
                  <a:lnTo>
                    <a:pt x="6827520" y="731520"/>
                  </a:lnTo>
                  <a:lnTo>
                    <a:pt x="0" y="731520"/>
                  </a:lnTo>
                  <a:close/>
                </a:path>
              </a:pathLst>
            </a:custGeom>
            <a:blipFill>
              <a:blip r:embed="rId3">
                <a:alphaModFix amt="0"/>
              </a:blip>
              <a:stretch>
                <a:fillRect l="0" t="-131860" r="0" b="-131860"/>
              </a:stretch>
            </a:blipFill>
          </p:spPr>
        </p:sp>
        <p:sp>
          <p:nvSpPr>
            <p:cNvPr name="TextBox 50" id="50"/>
            <p:cNvSpPr txBox="true"/>
            <p:nvPr/>
          </p:nvSpPr>
          <p:spPr>
            <a:xfrm>
              <a:off x="0" y="-47625"/>
              <a:ext cx="6827520" cy="779145"/>
            </a:xfrm>
            <a:prstGeom prst="rect">
              <a:avLst/>
            </a:prstGeom>
          </p:spPr>
          <p:txBody>
            <a:bodyPr anchor="ctr" rtlCol="false" tIns="0" lIns="0" bIns="0" rIns="0"/>
            <a:lstStyle/>
            <a:p>
              <a:pPr algn="l">
                <a:lnSpc>
                  <a:spcPts val="2639"/>
                </a:lnSpc>
              </a:pPr>
              <a:r>
                <a:rPr lang="en-US" sz="2199">
                  <a:solidFill>
                    <a:srgbClr val="1A1A2E"/>
                  </a:solidFill>
                  <a:latin typeface="Calibri (MS)"/>
                  <a:ea typeface="Calibri (MS)"/>
                  <a:cs typeface="Calibri (MS)"/>
                  <a:sym typeface="Calibri (MS)"/>
                </a:rPr>
                <a:t>Repositorio de código (Git)</a:t>
              </a:r>
            </a:p>
          </p:txBody>
        </p:sp>
      </p:grpSp>
      <p:grpSp>
        <p:nvGrpSpPr>
          <p:cNvPr name="Group 51" id="51"/>
          <p:cNvGrpSpPr/>
          <p:nvPr/>
        </p:nvGrpSpPr>
        <p:grpSpPr>
          <a:xfrm rot="0">
            <a:off x="6680711" y="3632206"/>
            <a:ext cx="354587" cy="354587"/>
            <a:chOff x="0" y="0"/>
            <a:chExt cx="472783" cy="472783"/>
          </a:xfrm>
        </p:grpSpPr>
        <p:sp>
          <p:nvSpPr>
            <p:cNvPr name="Freeform 52" id="52"/>
            <p:cNvSpPr/>
            <p:nvPr/>
          </p:nvSpPr>
          <p:spPr>
            <a:xfrm flipH="false" flipV="false" rot="0">
              <a:off x="0" y="0"/>
              <a:ext cx="472821" cy="472821"/>
            </a:xfrm>
            <a:custGeom>
              <a:avLst/>
              <a:gdLst/>
              <a:ahLst/>
              <a:cxnLst/>
              <a:rect r="r" b="b" t="t" l="l"/>
              <a:pathLst>
                <a:path h="472821" w="472821">
                  <a:moveTo>
                    <a:pt x="0" y="236347"/>
                  </a:moveTo>
                  <a:cubicBezTo>
                    <a:pt x="0" y="105791"/>
                    <a:pt x="105791" y="0"/>
                    <a:pt x="236347" y="0"/>
                  </a:cubicBezTo>
                  <a:cubicBezTo>
                    <a:pt x="366903" y="0"/>
                    <a:pt x="472821" y="105791"/>
                    <a:pt x="472821" y="236347"/>
                  </a:cubicBezTo>
                  <a:cubicBezTo>
                    <a:pt x="472821" y="366903"/>
                    <a:pt x="366903" y="472821"/>
                    <a:pt x="236347" y="472821"/>
                  </a:cubicBezTo>
                  <a:cubicBezTo>
                    <a:pt x="105791" y="472821"/>
                    <a:pt x="0" y="366903"/>
                    <a:pt x="0" y="236347"/>
                  </a:cubicBezTo>
                  <a:close/>
                </a:path>
              </a:pathLst>
            </a:custGeom>
            <a:solidFill>
              <a:srgbClr val="028090"/>
            </a:solidFill>
            <a:ln w="25400" cap="sq">
              <a:solidFill>
                <a:srgbClr val="028090"/>
              </a:solidFill>
              <a:prstDash val="solid"/>
              <a:miter/>
            </a:ln>
          </p:spPr>
        </p:sp>
      </p:grpSp>
      <p:grpSp>
        <p:nvGrpSpPr>
          <p:cNvPr name="Group 53" id="53"/>
          <p:cNvGrpSpPr/>
          <p:nvPr/>
        </p:nvGrpSpPr>
        <p:grpSpPr>
          <a:xfrm rot="0">
            <a:off x="7205472" y="3590039"/>
            <a:ext cx="5120640" cy="548640"/>
            <a:chOff x="0" y="0"/>
            <a:chExt cx="6827520" cy="731520"/>
          </a:xfrm>
        </p:grpSpPr>
        <p:sp>
          <p:nvSpPr>
            <p:cNvPr name="Freeform 54" id="54"/>
            <p:cNvSpPr/>
            <p:nvPr/>
          </p:nvSpPr>
          <p:spPr>
            <a:xfrm flipH="false" flipV="false" rot="0">
              <a:off x="0" y="0"/>
              <a:ext cx="6827520" cy="731520"/>
            </a:xfrm>
            <a:custGeom>
              <a:avLst/>
              <a:gdLst/>
              <a:ahLst/>
              <a:cxnLst/>
              <a:rect r="r" b="b" t="t" l="l"/>
              <a:pathLst>
                <a:path h="731520" w="6827520">
                  <a:moveTo>
                    <a:pt x="0" y="0"/>
                  </a:moveTo>
                  <a:lnTo>
                    <a:pt x="6827520" y="0"/>
                  </a:lnTo>
                  <a:lnTo>
                    <a:pt x="6827520" y="731520"/>
                  </a:lnTo>
                  <a:lnTo>
                    <a:pt x="0" y="731520"/>
                  </a:lnTo>
                  <a:close/>
                </a:path>
              </a:pathLst>
            </a:custGeom>
            <a:blipFill>
              <a:blip r:embed="rId3">
                <a:alphaModFix amt="0"/>
              </a:blip>
              <a:stretch>
                <a:fillRect l="0" t="-131860" r="0" b="-131860"/>
              </a:stretch>
            </a:blipFill>
          </p:spPr>
        </p:sp>
        <p:sp>
          <p:nvSpPr>
            <p:cNvPr name="TextBox 55" id="55"/>
            <p:cNvSpPr txBox="true"/>
            <p:nvPr/>
          </p:nvSpPr>
          <p:spPr>
            <a:xfrm>
              <a:off x="0" y="-47625"/>
              <a:ext cx="6827520" cy="779145"/>
            </a:xfrm>
            <a:prstGeom prst="rect">
              <a:avLst/>
            </a:prstGeom>
          </p:spPr>
          <p:txBody>
            <a:bodyPr anchor="ctr" rtlCol="false" tIns="0" lIns="0" bIns="0" rIns="0"/>
            <a:lstStyle/>
            <a:p>
              <a:pPr algn="l">
                <a:lnSpc>
                  <a:spcPts val="2639"/>
                </a:lnSpc>
              </a:pPr>
              <a:r>
                <a:rPr lang="en-US" sz="2199">
                  <a:solidFill>
                    <a:srgbClr val="1A1A2E"/>
                  </a:solidFill>
                  <a:latin typeface="Calibri (MS)"/>
                  <a:ea typeface="Calibri (MS)"/>
                  <a:cs typeface="Calibri (MS)"/>
                  <a:sym typeface="Calibri (MS)"/>
                </a:rPr>
                <a:t>Base de datos</a:t>
              </a:r>
            </a:p>
          </p:txBody>
        </p:sp>
      </p:grpSp>
      <p:grpSp>
        <p:nvGrpSpPr>
          <p:cNvPr name="Group 56" id="56"/>
          <p:cNvGrpSpPr/>
          <p:nvPr/>
        </p:nvGrpSpPr>
        <p:grpSpPr>
          <a:xfrm rot="0">
            <a:off x="6680711" y="4272286"/>
            <a:ext cx="354587" cy="354587"/>
            <a:chOff x="0" y="0"/>
            <a:chExt cx="472783" cy="472783"/>
          </a:xfrm>
        </p:grpSpPr>
        <p:sp>
          <p:nvSpPr>
            <p:cNvPr name="Freeform 57" id="57"/>
            <p:cNvSpPr/>
            <p:nvPr/>
          </p:nvSpPr>
          <p:spPr>
            <a:xfrm flipH="false" flipV="false" rot="0">
              <a:off x="0" y="0"/>
              <a:ext cx="472821" cy="472821"/>
            </a:xfrm>
            <a:custGeom>
              <a:avLst/>
              <a:gdLst/>
              <a:ahLst/>
              <a:cxnLst/>
              <a:rect r="r" b="b" t="t" l="l"/>
              <a:pathLst>
                <a:path h="472821" w="472821">
                  <a:moveTo>
                    <a:pt x="0" y="236347"/>
                  </a:moveTo>
                  <a:cubicBezTo>
                    <a:pt x="0" y="105791"/>
                    <a:pt x="105791" y="0"/>
                    <a:pt x="236347" y="0"/>
                  </a:cubicBezTo>
                  <a:cubicBezTo>
                    <a:pt x="366903" y="0"/>
                    <a:pt x="472821" y="105791"/>
                    <a:pt x="472821" y="236347"/>
                  </a:cubicBezTo>
                  <a:cubicBezTo>
                    <a:pt x="472821" y="366903"/>
                    <a:pt x="366903" y="472821"/>
                    <a:pt x="236347" y="472821"/>
                  </a:cubicBezTo>
                  <a:cubicBezTo>
                    <a:pt x="105791" y="472821"/>
                    <a:pt x="0" y="366903"/>
                    <a:pt x="0" y="236347"/>
                  </a:cubicBezTo>
                  <a:close/>
                </a:path>
              </a:pathLst>
            </a:custGeom>
            <a:solidFill>
              <a:srgbClr val="028090"/>
            </a:solidFill>
            <a:ln w="25400" cap="sq">
              <a:solidFill>
                <a:srgbClr val="028090"/>
              </a:solidFill>
              <a:prstDash val="solid"/>
              <a:miter/>
            </a:ln>
          </p:spPr>
        </p:sp>
      </p:grpSp>
      <p:grpSp>
        <p:nvGrpSpPr>
          <p:cNvPr name="Group 58" id="58"/>
          <p:cNvGrpSpPr/>
          <p:nvPr/>
        </p:nvGrpSpPr>
        <p:grpSpPr>
          <a:xfrm rot="0">
            <a:off x="7205472" y="4230119"/>
            <a:ext cx="5120640" cy="548640"/>
            <a:chOff x="0" y="0"/>
            <a:chExt cx="6827520" cy="731520"/>
          </a:xfrm>
        </p:grpSpPr>
        <p:sp>
          <p:nvSpPr>
            <p:cNvPr name="Freeform 59" id="59"/>
            <p:cNvSpPr/>
            <p:nvPr/>
          </p:nvSpPr>
          <p:spPr>
            <a:xfrm flipH="false" flipV="false" rot="0">
              <a:off x="0" y="0"/>
              <a:ext cx="6827520" cy="731520"/>
            </a:xfrm>
            <a:custGeom>
              <a:avLst/>
              <a:gdLst/>
              <a:ahLst/>
              <a:cxnLst/>
              <a:rect r="r" b="b" t="t" l="l"/>
              <a:pathLst>
                <a:path h="731520" w="6827520">
                  <a:moveTo>
                    <a:pt x="0" y="0"/>
                  </a:moveTo>
                  <a:lnTo>
                    <a:pt x="6827520" y="0"/>
                  </a:lnTo>
                  <a:lnTo>
                    <a:pt x="6827520" y="731520"/>
                  </a:lnTo>
                  <a:lnTo>
                    <a:pt x="0" y="731520"/>
                  </a:lnTo>
                  <a:close/>
                </a:path>
              </a:pathLst>
            </a:custGeom>
            <a:blipFill>
              <a:blip r:embed="rId3">
                <a:alphaModFix amt="0"/>
              </a:blip>
              <a:stretch>
                <a:fillRect l="0" t="-131860" r="0" b="-131860"/>
              </a:stretch>
            </a:blipFill>
          </p:spPr>
        </p:sp>
        <p:sp>
          <p:nvSpPr>
            <p:cNvPr name="TextBox 60" id="60"/>
            <p:cNvSpPr txBox="true"/>
            <p:nvPr/>
          </p:nvSpPr>
          <p:spPr>
            <a:xfrm>
              <a:off x="0" y="-47625"/>
              <a:ext cx="6827520" cy="779145"/>
            </a:xfrm>
            <a:prstGeom prst="rect">
              <a:avLst/>
            </a:prstGeom>
          </p:spPr>
          <p:txBody>
            <a:bodyPr anchor="ctr" rtlCol="false" tIns="0" lIns="0" bIns="0" rIns="0"/>
            <a:lstStyle/>
            <a:p>
              <a:pPr algn="l">
                <a:lnSpc>
                  <a:spcPts val="2639"/>
                </a:lnSpc>
              </a:pPr>
              <a:r>
                <a:rPr lang="en-US" sz="2199">
                  <a:solidFill>
                    <a:srgbClr val="1A1A2E"/>
                  </a:solidFill>
                  <a:latin typeface="Calibri (MS)"/>
                  <a:ea typeface="Calibri (MS)"/>
                  <a:cs typeface="Calibri (MS)"/>
                  <a:sym typeface="Calibri (MS)"/>
                </a:rPr>
                <a:t>Documentación del proceso</a:t>
              </a:r>
            </a:p>
          </p:txBody>
        </p:sp>
      </p:grpSp>
      <p:grpSp>
        <p:nvGrpSpPr>
          <p:cNvPr name="Group 61" id="61"/>
          <p:cNvGrpSpPr/>
          <p:nvPr/>
        </p:nvGrpSpPr>
        <p:grpSpPr>
          <a:xfrm rot="0">
            <a:off x="6680711" y="4912366"/>
            <a:ext cx="354587" cy="354587"/>
            <a:chOff x="0" y="0"/>
            <a:chExt cx="472783" cy="472783"/>
          </a:xfrm>
        </p:grpSpPr>
        <p:sp>
          <p:nvSpPr>
            <p:cNvPr name="Freeform 62" id="62"/>
            <p:cNvSpPr/>
            <p:nvPr/>
          </p:nvSpPr>
          <p:spPr>
            <a:xfrm flipH="false" flipV="false" rot="0">
              <a:off x="0" y="0"/>
              <a:ext cx="472821" cy="472821"/>
            </a:xfrm>
            <a:custGeom>
              <a:avLst/>
              <a:gdLst/>
              <a:ahLst/>
              <a:cxnLst/>
              <a:rect r="r" b="b" t="t" l="l"/>
              <a:pathLst>
                <a:path h="472821" w="472821">
                  <a:moveTo>
                    <a:pt x="0" y="236347"/>
                  </a:moveTo>
                  <a:cubicBezTo>
                    <a:pt x="0" y="105791"/>
                    <a:pt x="105791" y="0"/>
                    <a:pt x="236347" y="0"/>
                  </a:cubicBezTo>
                  <a:cubicBezTo>
                    <a:pt x="366903" y="0"/>
                    <a:pt x="472821" y="105791"/>
                    <a:pt x="472821" y="236347"/>
                  </a:cubicBezTo>
                  <a:cubicBezTo>
                    <a:pt x="472821" y="366903"/>
                    <a:pt x="366903" y="472821"/>
                    <a:pt x="236347" y="472821"/>
                  </a:cubicBezTo>
                  <a:cubicBezTo>
                    <a:pt x="105791" y="472821"/>
                    <a:pt x="0" y="366903"/>
                    <a:pt x="0" y="236347"/>
                  </a:cubicBezTo>
                  <a:close/>
                </a:path>
              </a:pathLst>
            </a:custGeom>
            <a:solidFill>
              <a:srgbClr val="028090"/>
            </a:solidFill>
            <a:ln w="25400" cap="sq">
              <a:solidFill>
                <a:srgbClr val="028090"/>
              </a:solidFill>
              <a:prstDash val="solid"/>
              <a:miter/>
            </a:ln>
          </p:spPr>
        </p:sp>
      </p:grpSp>
      <p:grpSp>
        <p:nvGrpSpPr>
          <p:cNvPr name="Group 63" id="63"/>
          <p:cNvGrpSpPr/>
          <p:nvPr/>
        </p:nvGrpSpPr>
        <p:grpSpPr>
          <a:xfrm rot="0">
            <a:off x="7205472" y="4870199"/>
            <a:ext cx="5120640" cy="548640"/>
            <a:chOff x="0" y="0"/>
            <a:chExt cx="6827520" cy="731520"/>
          </a:xfrm>
        </p:grpSpPr>
        <p:sp>
          <p:nvSpPr>
            <p:cNvPr name="Freeform 64" id="64"/>
            <p:cNvSpPr/>
            <p:nvPr/>
          </p:nvSpPr>
          <p:spPr>
            <a:xfrm flipH="false" flipV="false" rot="0">
              <a:off x="0" y="0"/>
              <a:ext cx="6827520" cy="731520"/>
            </a:xfrm>
            <a:custGeom>
              <a:avLst/>
              <a:gdLst/>
              <a:ahLst/>
              <a:cxnLst/>
              <a:rect r="r" b="b" t="t" l="l"/>
              <a:pathLst>
                <a:path h="731520" w="6827520">
                  <a:moveTo>
                    <a:pt x="0" y="0"/>
                  </a:moveTo>
                  <a:lnTo>
                    <a:pt x="6827520" y="0"/>
                  </a:lnTo>
                  <a:lnTo>
                    <a:pt x="6827520" y="731520"/>
                  </a:lnTo>
                  <a:lnTo>
                    <a:pt x="0" y="731520"/>
                  </a:lnTo>
                  <a:close/>
                </a:path>
              </a:pathLst>
            </a:custGeom>
            <a:blipFill>
              <a:blip r:embed="rId3">
                <a:alphaModFix amt="0"/>
              </a:blip>
              <a:stretch>
                <a:fillRect l="0" t="-131860" r="0" b="-131860"/>
              </a:stretch>
            </a:blipFill>
          </p:spPr>
        </p:sp>
        <p:sp>
          <p:nvSpPr>
            <p:cNvPr name="TextBox 65" id="65"/>
            <p:cNvSpPr txBox="true"/>
            <p:nvPr/>
          </p:nvSpPr>
          <p:spPr>
            <a:xfrm>
              <a:off x="0" y="-47625"/>
              <a:ext cx="6827520" cy="779145"/>
            </a:xfrm>
            <a:prstGeom prst="rect">
              <a:avLst/>
            </a:prstGeom>
          </p:spPr>
          <p:txBody>
            <a:bodyPr anchor="ctr" rtlCol="false" tIns="0" lIns="0" bIns="0" rIns="0"/>
            <a:lstStyle/>
            <a:p>
              <a:pPr algn="l">
                <a:lnSpc>
                  <a:spcPts val="2639"/>
                </a:lnSpc>
              </a:pPr>
              <a:r>
                <a:rPr lang="en-US" sz="2199">
                  <a:solidFill>
                    <a:srgbClr val="1A1A2E"/>
                  </a:solidFill>
                  <a:latin typeface="Calibri (MS)"/>
                  <a:ea typeface="Calibri (MS)"/>
                  <a:cs typeface="Calibri (MS)"/>
                  <a:sym typeface="Calibri (MS)"/>
                </a:rPr>
                <a:t>Competencias de la carrera</a:t>
              </a:r>
            </a:p>
          </p:txBody>
        </p:sp>
      </p:grpSp>
      <p:grpSp>
        <p:nvGrpSpPr>
          <p:cNvPr name="Group 66" id="66"/>
          <p:cNvGrpSpPr/>
          <p:nvPr/>
        </p:nvGrpSpPr>
        <p:grpSpPr>
          <a:xfrm rot="0">
            <a:off x="12621387" y="1505207"/>
            <a:ext cx="5146043" cy="3500247"/>
            <a:chOff x="0" y="0"/>
            <a:chExt cx="6861391" cy="4666996"/>
          </a:xfrm>
        </p:grpSpPr>
        <p:sp>
          <p:nvSpPr>
            <p:cNvPr name="Freeform 67" id="67"/>
            <p:cNvSpPr/>
            <p:nvPr/>
          </p:nvSpPr>
          <p:spPr>
            <a:xfrm flipH="false" flipV="false" rot="0">
              <a:off x="0" y="0"/>
              <a:ext cx="6861302" cy="4666921"/>
            </a:xfrm>
            <a:custGeom>
              <a:avLst/>
              <a:gdLst/>
              <a:ahLst/>
              <a:cxnLst/>
              <a:rect r="r" b="b" t="t" l="l"/>
              <a:pathLst>
                <a:path h="4666921" w="6861302">
                  <a:moveTo>
                    <a:pt x="0" y="145164"/>
                  </a:moveTo>
                  <a:cubicBezTo>
                    <a:pt x="0" y="64959"/>
                    <a:pt x="76835" y="0"/>
                    <a:pt x="171704" y="0"/>
                  </a:cubicBezTo>
                  <a:lnTo>
                    <a:pt x="6689598" y="0"/>
                  </a:lnTo>
                  <a:cubicBezTo>
                    <a:pt x="6784467" y="0"/>
                    <a:pt x="6861302" y="64959"/>
                    <a:pt x="6861302" y="145164"/>
                  </a:cubicBezTo>
                  <a:lnTo>
                    <a:pt x="6861302" y="4521757"/>
                  </a:lnTo>
                  <a:cubicBezTo>
                    <a:pt x="6861302" y="4601963"/>
                    <a:pt x="6784467" y="4666921"/>
                    <a:pt x="6689598" y="4666921"/>
                  </a:cubicBezTo>
                  <a:lnTo>
                    <a:pt x="171704" y="4666921"/>
                  </a:lnTo>
                  <a:cubicBezTo>
                    <a:pt x="76835" y="4667034"/>
                    <a:pt x="0" y="4601962"/>
                    <a:pt x="0" y="4521757"/>
                  </a:cubicBezTo>
                  <a:close/>
                </a:path>
              </a:pathLst>
            </a:custGeom>
            <a:solidFill>
              <a:srgbClr val="E8F8F0"/>
            </a:solidFill>
            <a:ln w="25400" cap="sq">
              <a:solidFill>
                <a:srgbClr val="02C39A"/>
              </a:solidFill>
              <a:prstDash val="solid"/>
              <a:miter/>
            </a:ln>
          </p:spPr>
        </p:sp>
      </p:grpSp>
      <p:grpSp>
        <p:nvGrpSpPr>
          <p:cNvPr name="Group 68" id="68"/>
          <p:cNvGrpSpPr/>
          <p:nvPr/>
        </p:nvGrpSpPr>
        <p:grpSpPr>
          <a:xfrm rot="0">
            <a:off x="12816969" y="1814713"/>
            <a:ext cx="4754880" cy="640080"/>
            <a:chOff x="0" y="0"/>
            <a:chExt cx="6339840" cy="853440"/>
          </a:xfrm>
        </p:grpSpPr>
        <p:sp>
          <p:nvSpPr>
            <p:cNvPr name="Freeform 69" id="69"/>
            <p:cNvSpPr/>
            <p:nvPr/>
          </p:nvSpPr>
          <p:spPr>
            <a:xfrm flipH="false" flipV="false" rot="0">
              <a:off x="0" y="0"/>
              <a:ext cx="6339840" cy="853440"/>
            </a:xfrm>
            <a:custGeom>
              <a:avLst/>
              <a:gdLst/>
              <a:ahLst/>
              <a:cxnLst/>
              <a:rect r="r" b="b" t="t" l="l"/>
              <a:pathLst>
                <a:path h="853440" w="6339840">
                  <a:moveTo>
                    <a:pt x="0" y="0"/>
                  </a:moveTo>
                  <a:lnTo>
                    <a:pt x="6339840" y="0"/>
                  </a:lnTo>
                  <a:lnTo>
                    <a:pt x="6339840" y="853440"/>
                  </a:lnTo>
                  <a:lnTo>
                    <a:pt x="0" y="853440"/>
                  </a:lnTo>
                  <a:close/>
                </a:path>
              </a:pathLst>
            </a:custGeom>
            <a:blipFill>
              <a:blip r:embed="rId3">
                <a:alphaModFix amt="0"/>
              </a:blip>
              <a:stretch>
                <a:fillRect l="0" t="-94745" r="0" b="-94745"/>
              </a:stretch>
            </a:blipFill>
          </p:spPr>
        </p:sp>
        <p:sp>
          <p:nvSpPr>
            <p:cNvPr name="TextBox 70" id="70"/>
            <p:cNvSpPr txBox="true"/>
            <p:nvPr/>
          </p:nvSpPr>
          <p:spPr>
            <a:xfrm>
              <a:off x="0" y="-38100"/>
              <a:ext cx="6339840" cy="891540"/>
            </a:xfrm>
            <a:prstGeom prst="rect">
              <a:avLst/>
            </a:prstGeom>
          </p:spPr>
          <p:txBody>
            <a:bodyPr anchor="ctr" rtlCol="false" tIns="0" lIns="0" bIns="0" rIns="0"/>
            <a:lstStyle/>
            <a:p>
              <a:pPr algn="l">
                <a:lnSpc>
                  <a:spcPts val="2879"/>
                </a:lnSpc>
              </a:pPr>
              <a:r>
                <a:rPr lang="en-US" sz="2400" b="true">
                  <a:solidFill>
                    <a:srgbClr val="027A4A"/>
                  </a:solidFill>
                  <a:latin typeface="Calibri (MS) Bold"/>
                  <a:ea typeface="Calibri (MS) Bold"/>
                  <a:cs typeface="Calibri (MS) Bold"/>
                  <a:sym typeface="Calibri (MS) Bold"/>
                </a:rPr>
                <a:t>✓ Facilitadores</a:t>
              </a:r>
            </a:p>
          </p:txBody>
        </p:sp>
      </p:grpSp>
      <p:grpSp>
        <p:nvGrpSpPr>
          <p:cNvPr name="Group 71" id="71"/>
          <p:cNvGrpSpPr/>
          <p:nvPr/>
        </p:nvGrpSpPr>
        <p:grpSpPr>
          <a:xfrm rot="0">
            <a:off x="12816964" y="2597668"/>
            <a:ext cx="4754880" cy="768096"/>
            <a:chOff x="0" y="0"/>
            <a:chExt cx="6339840" cy="1024128"/>
          </a:xfrm>
        </p:grpSpPr>
        <p:sp>
          <p:nvSpPr>
            <p:cNvPr name="Freeform 72" id="72"/>
            <p:cNvSpPr/>
            <p:nvPr/>
          </p:nvSpPr>
          <p:spPr>
            <a:xfrm flipH="false" flipV="false" rot="0">
              <a:off x="0" y="0"/>
              <a:ext cx="6339840" cy="1024128"/>
            </a:xfrm>
            <a:custGeom>
              <a:avLst/>
              <a:gdLst/>
              <a:ahLst/>
              <a:cxnLst/>
              <a:rect r="r" b="b" t="t" l="l"/>
              <a:pathLst>
                <a:path h="1024128" w="6339840">
                  <a:moveTo>
                    <a:pt x="0" y="0"/>
                  </a:moveTo>
                  <a:lnTo>
                    <a:pt x="6339840" y="0"/>
                  </a:lnTo>
                  <a:lnTo>
                    <a:pt x="6339840" y="1024128"/>
                  </a:lnTo>
                  <a:lnTo>
                    <a:pt x="0" y="1024128"/>
                  </a:lnTo>
                  <a:close/>
                </a:path>
              </a:pathLst>
            </a:custGeom>
            <a:blipFill>
              <a:blip r:embed="rId3">
                <a:alphaModFix amt="0"/>
              </a:blip>
              <a:stretch>
                <a:fillRect l="0" t="-70621" r="0" b="-70621"/>
              </a:stretch>
            </a:blipFill>
          </p:spPr>
        </p:sp>
        <p:sp>
          <p:nvSpPr>
            <p:cNvPr name="TextBox 73" id="73"/>
            <p:cNvSpPr txBox="true"/>
            <p:nvPr/>
          </p:nvSpPr>
          <p:spPr>
            <a:xfrm>
              <a:off x="0" y="-47625"/>
              <a:ext cx="6339840" cy="1071753"/>
            </a:xfrm>
            <a:prstGeom prst="rect">
              <a:avLst/>
            </a:prstGeom>
          </p:spPr>
          <p:txBody>
            <a:bodyPr anchor="ctr" rtlCol="false" tIns="0" lIns="0" bIns="0" rIns="0"/>
            <a:lstStyle/>
            <a:p>
              <a:pPr algn="l">
                <a:lnSpc>
                  <a:spcPts val="2639"/>
                </a:lnSpc>
              </a:pPr>
              <a:r>
                <a:rPr lang="en-US" sz="2199">
                  <a:solidFill>
                    <a:srgbClr val="027A4A"/>
                  </a:solidFill>
                  <a:latin typeface="Calibri (MS)"/>
                  <a:ea typeface="Calibri (MS)"/>
                  <a:cs typeface="Calibri (MS)"/>
                  <a:sym typeface="Calibri (MS)"/>
                </a:rPr>
                <a:t>+ Proceso documentado</a:t>
              </a:r>
            </a:p>
          </p:txBody>
        </p:sp>
      </p:grpSp>
      <p:grpSp>
        <p:nvGrpSpPr>
          <p:cNvPr name="Group 74" id="74"/>
          <p:cNvGrpSpPr/>
          <p:nvPr/>
        </p:nvGrpSpPr>
        <p:grpSpPr>
          <a:xfrm rot="0">
            <a:off x="12816964" y="3365764"/>
            <a:ext cx="4754880" cy="768096"/>
            <a:chOff x="0" y="0"/>
            <a:chExt cx="6339840" cy="1024128"/>
          </a:xfrm>
        </p:grpSpPr>
        <p:sp>
          <p:nvSpPr>
            <p:cNvPr name="Freeform 75" id="75"/>
            <p:cNvSpPr/>
            <p:nvPr/>
          </p:nvSpPr>
          <p:spPr>
            <a:xfrm flipH="false" flipV="false" rot="0">
              <a:off x="0" y="0"/>
              <a:ext cx="6339840" cy="1024128"/>
            </a:xfrm>
            <a:custGeom>
              <a:avLst/>
              <a:gdLst/>
              <a:ahLst/>
              <a:cxnLst/>
              <a:rect r="r" b="b" t="t" l="l"/>
              <a:pathLst>
                <a:path h="1024128" w="6339840">
                  <a:moveTo>
                    <a:pt x="0" y="0"/>
                  </a:moveTo>
                  <a:lnTo>
                    <a:pt x="6339840" y="0"/>
                  </a:lnTo>
                  <a:lnTo>
                    <a:pt x="6339840" y="1024128"/>
                  </a:lnTo>
                  <a:lnTo>
                    <a:pt x="0" y="1024128"/>
                  </a:lnTo>
                  <a:close/>
                </a:path>
              </a:pathLst>
            </a:custGeom>
            <a:blipFill>
              <a:blip r:embed="rId3">
                <a:alphaModFix amt="0"/>
              </a:blip>
              <a:stretch>
                <a:fillRect l="0" t="-70621" r="0" b="-70621"/>
              </a:stretch>
            </a:blipFill>
          </p:spPr>
        </p:sp>
        <p:sp>
          <p:nvSpPr>
            <p:cNvPr name="TextBox 76" id="76"/>
            <p:cNvSpPr txBox="true"/>
            <p:nvPr/>
          </p:nvSpPr>
          <p:spPr>
            <a:xfrm>
              <a:off x="0" y="-47625"/>
              <a:ext cx="6339840" cy="1071753"/>
            </a:xfrm>
            <a:prstGeom prst="rect">
              <a:avLst/>
            </a:prstGeom>
          </p:spPr>
          <p:txBody>
            <a:bodyPr anchor="ctr" rtlCol="false" tIns="0" lIns="0" bIns="0" rIns="0"/>
            <a:lstStyle/>
            <a:p>
              <a:pPr algn="l">
                <a:lnSpc>
                  <a:spcPts val="2639"/>
                </a:lnSpc>
              </a:pPr>
              <a:r>
                <a:rPr lang="en-US" sz="2199">
                  <a:solidFill>
                    <a:srgbClr val="027A4A"/>
                  </a:solidFill>
                  <a:latin typeface="Calibri (MS)"/>
                  <a:ea typeface="Calibri (MS)"/>
                  <a:cs typeface="Calibri (MS)"/>
                  <a:sym typeface="Calibri (MS)"/>
                </a:rPr>
                <a:t>+ PMV definido</a:t>
              </a:r>
            </a:p>
          </p:txBody>
        </p:sp>
      </p:grpSp>
      <p:grpSp>
        <p:nvGrpSpPr>
          <p:cNvPr name="Group 77" id="77"/>
          <p:cNvGrpSpPr/>
          <p:nvPr/>
        </p:nvGrpSpPr>
        <p:grpSpPr>
          <a:xfrm rot="0">
            <a:off x="12816964" y="4102103"/>
            <a:ext cx="4754880" cy="768096"/>
            <a:chOff x="0" y="0"/>
            <a:chExt cx="6339840" cy="1024128"/>
          </a:xfrm>
        </p:grpSpPr>
        <p:sp>
          <p:nvSpPr>
            <p:cNvPr name="Freeform 78" id="78"/>
            <p:cNvSpPr/>
            <p:nvPr/>
          </p:nvSpPr>
          <p:spPr>
            <a:xfrm flipH="false" flipV="false" rot="0">
              <a:off x="0" y="0"/>
              <a:ext cx="6339840" cy="1024128"/>
            </a:xfrm>
            <a:custGeom>
              <a:avLst/>
              <a:gdLst/>
              <a:ahLst/>
              <a:cxnLst/>
              <a:rect r="r" b="b" t="t" l="l"/>
              <a:pathLst>
                <a:path h="1024128" w="6339840">
                  <a:moveTo>
                    <a:pt x="0" y="0"/>
                  </a:moveTo>
                  <a:lnTo>
                    <a:pt x="6339840" y="0"/>
                  </a:lnTo>
                  <a:lnTo>
                    <a:pt x="6339840" y="1024128"/>
                  </a:lnTo>
                  <a:lnTo>
                    <a:pt x="0" y="1024128"/>
                  </a:lnTo>
                  <a:close/>
                </a:path>
              </a:pathLst>
            </a:custGeom>
            <a:blipFill>
              <a:blip r:embed="rId3">
                <a:alphaModFix amt="0"/>
              </a:blip>
              <a:stretch>
                <a:fillRect l="0" t="-70621" r="0" b="-70621"/>
              </a:stretch>
            </a:blipFill>
          </p:spPr>
        </p:sp>
        <p:sp>
          <p:nvSpPr>
            <p:cNvPr name="TextBox 79" id="79"/>
            <p:cNvSpPr txBox="true"/>
            <p:nvPr/>
          </p:nvSpPr>
          <p:spPr>
            <a:xfrm>
              <a:off x="0" y="-47625"/>
              <a:ext cx="6339840" cy="1071753"/>
            </a:xfrm>
            <a:prstGeom prst="rect">
              <a:avLst/>
            </a:prstGeom>
          </p:spPr>
          <p:txBody>
            <a:bodyPr anchor="ctr" rtlCol="false" tIns="0" lIns="0" bIns="0" rIns="0"/>
            <a:lstStyle/>
            <a:p>
              <a:pPr algn="l">
                <a:lnSpc>
                  <a:spcPts val="2639"/>
                </a:lnSpc>
              </a:pPr>
              <a:r>
                <a:rPr lang="en-US" sz="2199">
                  <a:solidFill>
                    <a:srgbClr val="027A4A"/>
                  </a:solidFill>
                  <a:latin typeface="Calibri (MS)"/>
                  <a:ea typeface="Calibri (MS)"/>
                  <a:cs typeface="Calibri (MS)"/>
                  <a:sym typeface="Calibri (MS)"/>
                </a:rPr>
                <a:t>+ Competencias de la carrera</a:t>
              </a:r>
            </a:p>
          </p:txBody>
        </p:sp>
      </p:grpSp>
      <p:grpSp>
        <p:nvGrpSpPr>
          <p:cNvPr name="Group 80" id="80"/>
          <p:cNvGrpSpPr/>
          <p:nvPr/>
        </p:nvGrpSpPr>
        <p:grpSpPr>
          <a:xfrm rot="0">
            <a:off x="12621387" y="5345687"/>
            <a:ext cx="5146043" cy="4688843"/>
            <a:chOff x="0" y="0"/>
            <a:chExt cx="6861391" cy="6251791"/>
          </a:xfrm>
        </p:grpSpPr>
        <p:sp>
          <p:nvSpPr>
            <p:cNvPr name="Freeform 81" id="81"/>
            <p:cNvSpPr/>
            <p:nvPr/>
          </p:nvSpPr>
          <p:spPr>
            <a:xfrm flipH="false" flipV="false" rot="0">
              <a:off x="0" y="0"/>
              <a:ext cx="6861302" cy="6251702"/>
            </a:xfrm>
            <a:custGeom>
              <a:avLst/>
              <a:gdLst/>
              <a:ahLst/>
              <a:cxnLst/>
              <a:rect r="r" b="b" t="t" l="l"/>
              <a:pathLst>
                <a:path h="6251702" w="6861302">
                  <a:moveTo>
                    <a:pt x="0" y="171577"/>
                  </a:moveTo>
                  <a:cubicBezTo>
                    <a:pt x="0" y="76835"/>
                    <a:pt x="76835" y="0"/>
                    <a:pt x="171577" y="0"/>
                  </a:cubicBezTo>
                  <a:lnTo>
                    <a:pt x="6689725" y="0"/>
                  </a:lnTo>
                  <a:cubicBezTo>
                    <a:pt x="6784467" y="0"/>
                    <a:pt x="6861302" y="76835"/>
                    <a:pt x="6861302" y="171577"/>
                  </a:cubicBezTo>
                  <a:lnTo>
                    <a:pt x="6861302" y="6080125"/>
                  </a:lnTo>
                  <a:cubicBezTo>
                    <a:pt x="6861302" y="6174867"/>
                    <a:pt x="6784467" y="6251702"/>
                    <a:pt x="6689725" y="6251702"/>
                  </a:cubicBezTo>
                  <a:lnTo>
                    <a:pt x="171577" y="6251702"/>
                  </a:lnTo>
                  <a:cubicBezTo>
                    <a:pt x="76835" y="6251829"/>
                    <a:pt x="0" y="6174994"/>
                    <a:pt x="0" y="6080125"/>
                  </a:cubicBezTo>
                  <a:close/>
                </a:path>
              </a:pathLst>
            </a:custGeom>
            <a:solidFill>
              <a:srgbClr val="FFF3CD"/>
            </a:solidFill>
            <a:ln w="25400" cap="sq">
              <a:solidFill>
                <a:srgbClr val="F0A500"/>
              </a:solidFill>
              <a:prstDash val="solid"/>
              <a:miter/>
            </a:ln>
          </p:spPr>
        </p:sp>
      </p:grpSp>
      <p:grpSp>
        <p:nvGrpSpPr>
          <p:cNvPr name="Group 82" id="82"/>
          <p:cNvGrpSpPr/>
          <p:nvPr/>
        </p:nvGrpSpPr>
        <p:grpSpPr>
          <a:xfrm rot="0">
            <a:off x="12816964" y="5504688"/>
            <a:ext cx="4754880" cy="640080"/>
            <a:chOff x="0" y="0"/>
            <a:chExt cx="6339840" cy="853440"/>
          </a:xfrm>
        </p:grpSpPr>
        <p:sp>
          <p:nvSpPr>
            <p:cNvPr name="Freeform 83" id="83"/>
            <p:cNvSpPr/>
            <p:nvPr/>
          </p:nvSpPr>
          <p:spPr>
            <a:xfrm flipH="false" flipV="false" rot="0">
              <a:off x="0" y="0"/>
              <a:ext cx="6339840" cy="853440"/>
            </a:xfrm>
            <a:custGeom>
              <a:avLst/>
              <a:gdLst/>
              <a:ahLst/>
              <a:cxnLst/>
              <a:rect r="r" b="b" t="t" l="l"/>
              <a:pathLst>
                <a:path h="853440" w="6339840">
                  <a:moveTo>
                    <a:pt x="0" y="0"/>
                  </a:moveTo>
                  <a:lnTo>
                    <a:pt x="6339840" y="0"/>
                  </a:lnTo>
                  <a:lnTo>
                    <a:pt x="6339840" y="853440"/>
                  </a:lnTo>
                  <a:lnTo>
                    <a:pt x="0" y="853440"/>
                  </a:lnTo>
                  <a:close/>
                </a:path>
              </a:pathLst>
            </a:custGeom>
            <a:blipFill>
              <a:blip r:embed="rId3">
                <a:alphaModFix amt="0"/>
              </a:blip>
              <a:stretch>
                <a:fillRect l="0" t="-94745" r="0" b="-94745"/>
              </a:stretch>
            </a:blipFill>
          </p:spPr>
        </p:sp>
        <p:sp>
          <p:nvSpPr>
            <p:cNvPr name="TextBox 84" id="84"/>
            <p:cNvSpPr txBox="true"/>
            <p:nvPr/>
          </p:nvSpPr>
          <p:spPr>
            <a:xfrm>
              <a:off x="0" y="-38100"/>
              <a:ext cx="6339840" cy="891540"/>
            </a:xfrm>
            <a:prstGeom prst="rect">
              <a:avLst/>
            </a:prstGeom>
          </p:spPr>
          <p:txBody>
            <a:bodyPr anchor="ctr" rtlCol="false" tIns="0" lIns="0" bIns="0" rIns="0"/>
            <a:lstStyle/>
            <a:p>
              <a:pPr algn="l">
                <a:lnSpc>
                  <a:spcPts val="2879"/>
                </a:lnSpc>
              </a:pPr>
              <a:r>
                <a:rPr lang="en-US" sz="2400" b="true">
                  <a:solidFill>
                    <a:srgbClr val="C07000"/>
                  </a:solidFill>
                  <a:latin typeface="Calibri (MS) Bold"/>
                  <a:ea typeface="Calibri (MS) Bold"/>
                  <a:cs typeface="Calibri (MS) Bold"/>
                  <a:sym typeface="Calibri (MS) Bold"/>
                </a:rPr>
                <a:t>⚠ Obstáculos</a:t>
              </a:r>
            </a:p>
          </p:txBody>
        </p:sp>
      </p:grpSp>
      <p:grpSp>
        <p:nvGrpSpPr>
          <p:cNvPr name="Group 85" id="85"/>
          <p:cNvGrpSpPr/>
          <p:nvPr/>
        </p:nvGrpSpPr>
        <p:grpSpPr>
          <a:xfrm rot="0">
            <a:off x="12816964" y="6272784"/>
            <a:ext cx="4754880" cy="768096"/>
            <a:chOff x="0" y="0"/>
            <a:chExt cx="6339840" cy="1024128"/>
          </a:xfrm>
        </p:grpSpPr>
        <p:sp>
          <p:nvSpPr>
            <p:cNvPr name="Freeform 86" id="86"/>
            <p:cNvSpPr/>
            <p:nvPr/>
          </p:nvSpPr>
          <p:spPr>
            <a:xfrm flipH="false" flipV="false" rot="0">
              <a:off x="0" y="0"/>
              <a:ext cx="6339840" cy="1024128"/>
            </a:xfrm>
            <a:custGeom>
              <a:avLst/>
              <a:gdLst/>
              <a:ahLst/>
              <a:cxnLst/>
              <a:rect r="r" b="b" t="t" l="l"/>
              <a:pathLst>
                <a:path h="1024128" w="6339840">
                  <a:moveTo>
                    <a:pt x="0" y="0"/>
                  </a:moveTo>
                  <a:lnTo>
                    <a:pt x="6339840" y="0"/>
                  </a:lnTo>
                  <a:lnTo>
                    <a:pt x="6339840" y="1024128"/>
                  </a:lnTo>
                  <a:lnTo>
                    <a:pt x="0" y="1024128"/>
                  </a:lnTo>
                  <a:close/>
                </a:path>
              </a:pathLst>
            </a:custGeom>
            <a:blipFill>
              <a:blip r:embed="rId3">
                <a:alphaModFix amt="0"/>
              </a:blip>
              <a:stretch>
                <a:fillRect l="0" t="-70621" r="0" b="-70621"/>
              </a:stretch>
            </a:blipFill>
          </p:spPr>
        </p:sp>
        <p:sp>
          <p:nvSpPr>
            <p:cNvPr name="TextBox 87" id="87"/>
            <p:cNvSpPr txBox="true"/>
            <p:nvPr/>
          </p:nvSpPr>
          <p:spPr>
            <a:xfrm>
              <a:off x="0" y="-47625"/>
              <a:ext cx="6339840" cy="1071753"/>
            </a:xfrm>
            <a:prstGeom prst="rect">
              <a:avLst/>
            </a:prstGeom>
          </p:spPr>
          <p:txBody>
            <a:bodyPr anchor="ctr" rtlCol="false" tIns="0" lIns="0" bIns="0" rIns="0"/>
            <a:lstStyle/>
            <a:p>
              <a:pPr algn="l">
                <a:lnSpc>
                  <a:spcPts val="2639"/>
                </a:lnSpc>
              </a:pPr>
              <a:r>
                <a:rPr lang="en-US" sz="2199">
                  <a:solidFill>
                    <a:srgbClr val="C07000"/>
                  </a:solidFill>
                  <a:latin typeface="Calibri (MS)"/>
                  <a:ea typeface="Calibri (MS)"/>
                  <a:cs typeface="Calibri (MS)"/>
                  <a:sym typeface="Calibri (MS)"/>
                </a:rPr>
                <a:t>- Tiempo disponible acotado</a:t>
              </a:r>
            </a:p>
          </p:txBody>
        </p:sp>
      </p:grpSp>
      <p:grpSp>
        <p:nvGrpSpPr>
          <p:cNvPr name="Group 88" id="88"/>
          <p:cNvGrpSpPr/>
          <p:nvPr/>
        </p:nvGrpSpPr>
        <p:grpSpPr>
          <a:xfrm rot="0">
            <a:off x="12816964" y="7187184"/>
            <a:ext cx="4754880" cy="768096"/>
            <a:chOff x="0" y="0"/>
            <a:chExt cx="6339840" cy="1024128"/>
          </a:xfrm>
        </p:grpSpPr>
        <p:sp>
          <p:nvSpPr>
            <p:cNvPr name="Freeform 89" id="89"/>
            <p:cNvSpPr/>
            <p:nvPr/>
          </p:nvSpPr>
          <p:spPr>
            <a:xfrm flipH="false" flipV="false" rot="0">
              <a:off x="0" y="0"/>
              <a:ext cx="6339840" cy="1024128"/>
            </a:xfrm>
            <a:custGeom>
              <a:avLst/>
              <a:gdLst/>
              <a:ahLst/>
              <a:cxnLst/>
              <a:rect r="r" b="b" t="t" l="l"/>
              <a:pathLst>
                <a:path h="1024128" w="6339840">
                  <a:moveTo>
                    <a:pt x="0" y="0"/>
                  </a:moveTo>
                  <a:lnTo>
                    <a:pt x="6339840" y="0"/>
                  </a:lnTo>
                  <a:lnTo>
                    <a:pt x="6339840" y="1024128"/>
                  </a:lnTo>
                  <a:lnTo>
                    <a:pt x="0" y="1024128"/>
                  </a:lnTo>
                  <a:close/>
                </a:path>
              </a:pathLst>
            </a:custGeom>
            <a:blipFill>
              <a:blip r:embed="rId3">
                <a:alphaModFix amt="0"/>
              </a:blip>
              <a:stretch>
                <a:fillRect l="0" t="-70621" r="0" b="-70621"/>
              </a:stretch>
            </a:blipFill>
          </p:spPr>
        </p:sp>
        <p:sp>
          <p:nvSpPr>
            <p:cNvPr name="TextBox 90" id="90"/>
            <p:cNvSpPr txBox="true"/>
            <p:nvPr/>
          </p:nvSpPr>
          <p:spPr>
            <a:xfrm>
              <a:off x="0" y="-47625"/>
              <a:ext cx="6339840" cy="1071753"/>
            </a:xfrm>
            <a:prstGeom prst="rect">
              <a:avLst/>
            </a:prstGeom>
          </p:spPr>
          <p:txBody>
            <a:bodyPr anchor="ctr" rtlCol="false" tIns="0" lIns="0" bIns="0" rIns="0"/>
            <a:lstStyle/>
            <a:p>
              <a:pPr algn="l">
                <a:lnSpc>
                  <a:spcPts val="2639"/>
                </a:lnSpc>
              </a:pPr>
              <a:r>
                <a:rPr lang="en-US" sz="2199">
                  <a:solidFill>
                    <a:srgbClr val="C07000"/>
                  </a:solidFill>
                  <a:latin typeface="Calibri (MS)"/>
                  <a:ea typeface="Calibri (MS)"/>
                  <a:cs typeface="Calibri (MS)"/>
                  <a:sym typeface="Calibri (MS)"/>
                </a:rPr>
                <a:t>- Cambios en requerimientos</a:t>
              </a:r>
            </a:p>
          </p:txBody>
        </p:sp>
      </p:grpSp>
      <p:grpSp>
        <p:nvGrpSpPr>
          <p:cNvPr name="Group 91" id="91"/>
          <p:cNvGrpSpPr/>
          <p:nvPr/>
        </p:nvGrpSpPr>
        <p:grpSpPr>
          <a:xfrm rot="0">
            <a:off x="12816964" y="8101584"/>
            <a:ext cx="4754880" cy="768096"/>
            <a:chOff x="0" y="0"/>
            <a:chExt cx="6339840" cy="1024128"/>
          </a:xfrm>
        </p:grpSpPr>
        <p:sp>
          <p:nvSpPr>
            <p:cNvPr name="Freeform 92" id="92"/>
            <p:cNvSpPr/>
            <p:nvPr/>
          </p:nvSpPr>
          <p:spPr>
            <a:xfrm flipH="false" flipV="false" rot="0">
              <a:off x="0" y="0"/>
              <a:ext cx="6339840" cy="1024128"/>
            </a:xfrm>
            <a:custGeom>
              <a:avLst/>
              <a:gdLst/>
              <a:ahLst/>
              <a:cxnLst/>
              <a:rect r="r" b="b" t="t" l="l"/>
              <a:pathLst>
                <a:path h="1024128" w="6339840">
                  <a:moveTo>
                    <a:pt x="0" y="0"/>
                  </a:moveTo>
                  <a:lnTo>
                    <a:pt x="6339840" y="0"/>
                  </a:lnTo>
                  <a:lnTo>
                    <a:pt x="6339840" y="1024128"/>
                  </a:lnTo>
                  <a:lnTo>
                    <a:pt x="0" y="1024128"/>
                  </a:lnTo>
                  <a:close/>
                </a:path>
              </a:pathLst>
            </a:custGeom>
            <a:blipFill>
              <a:blip r:embed="rId3">
                <a:alphaModFix amt="0"/>
              </a:blip>
              <a:stretch>
                <a:fillRect l="0" t="-70621" r="0" b="-70621"/>
              </a:stretch>
            </a:blipFill>
          </p:spPr>
        </p:sp>
        <p:sp>
          <p:nvSpPr>
            <p:cNvPr name="TextBox 93" id="93"/>
            <p:cNvSpPr txBox="true"/>
            <p:nvPr/>
          </p:nvSpPr>
          <p:spPr>
            <a:xfrm>
              <a:off x="0" y="-47625"/>
              <a:ext cx="6339840" cy="1071753"/>
            </a:xfrm>
            <a:prstGeom prst="rect">
              <a:avLst/>
            </a:prstGeom>
          </p:spPr>
          <p:txBody>
            <a:bodyPr anchor="ctr" rtlCol="false" tIns="0" lIns="0" bIns="0" rIns="0"/>
            <a:lstStyle/>
            <a:p>
              <a:pPr algn="l">
                <a:lnSpc>
                  <a:spcPts val="2639"/>
                </a:lnSpc>
              </a:pPr>
              <a:r>
                <a:rPr lang="en-US" sz="2199">
                  <a:solidFill>
                    <a:srgbClr val="C07000"/>
                  </a:solidFill>
                  <a:latin typeface="Calibri (MS)"/>
                  <a:ea typeface="Calibri (MS)"/>
                  <a:cs typeface="Calibri (MS)"/>
                  <a:sym typeface="Calibri (MS)"/>
                </a:rPr>
                <a:t>- Coordinación del equipo</a:t>
              </a:r>
            </a:p>
          </p:txBody>
        </p:sp>
      </p:grpSp>
      <p:grpSp>
        <p:nvGrpSpPr>
          <p:cNvPr name="Group 94" id="94"/>
          <p:cNvGrpSpPr/>
          <p:nvPr/>
        </p:nvGrpSpPr>
        <p:grpSpPr>
          <a:xfrm rot="0">
            <a:off x="12816964" y="9015984"/>
            <a:ext cx="4754880" cy="768096"/>
            <a:chOff x="0" y="0"/>
            <a:chExt cx="6339840" cy="1024128"/>
          </a:xfrm>
        </p:grpSpPr>
        <p:sp>
          <p:nvSpPr>
            <p:cNvPr name="Freeform 95" id="95"/>
            <p:cNvSpPr/>
            <p:nvPr/>
          </p:nvSpPr>
          <p:spPr>
            <a:xfrm flipH="false" flipV="false" rot="0">
              <a:off x="0" y="0"/>
              <a:ext cx="6339840" cy="1024128"/>
            </a:xfrm>
            <a:custGeom>
              <a:avLst/>
              <a:gdLst/>
              <a:ahLst/>
              <a:cxnLst/>
              <a:rect r="r" b="b" t="t" l="l"/>
              <a:pathLst>
                <a:path h="1024128" w="6339840">
                  <a:moveTo>
                    <a:pt x="0" y="0"/>
                  </a:moveTo>
                  <a:lnTo>
                    <a:pt x="6339840" y="0"/>
                  </a:lnTo>
                  <a:lnTo>
                    <a:pt x="6339840" y="1024128"/>
                  </a:lnTo>
                  <a:lnTo>
                    <a:pt x="0" y="1024128"/>
                  </a:lnTo>
                  <a:close/>
                </a:path>
              </a:pathLst>
            </a:custGeom>
            <a:blipFill>
              <a:blip r:embed="rId3">
                <a:alphaModFix amt="0"/>
              </a:blip>
              <a:stretch>
                <a:fillRect l="0" t="-70621" r="0" b="-70621"/>
              </a:stretch>
            </a:blipFill>
          </p:spPr>
        </p:sp>
        <p:sp>
          <p:nvSpPr>
            <p:cNvPr name="TextBox 96" id="96"/>
            <p:cNvSpPr txBox="true"/>
            <p:nvPr/>
          </p:nvSpPr>
          <p:spPr>
            <a:xfrm>
              <a:off x="0" y="-47625"/>
              <a:ext cx="6339840" cy="1071753"/>
            </a:xfrm>
            <a:prstGeom prst="rect">
              <a:avLst/>
            </a:prstGeom>
          </p:spPr>
          <p:txBody>
            <a:bodyPr anchor="ctr" rtlCol="false" tIns="0" lIns="0" bIns="0" rIns="0"/>
            <a:lstStyle/>
            <a:p>
              <a:pPr algn="l">
                <a:lnSpc>
                  <a:spcPts val="2639"/>
                </a:lnSpc>
              </a:pPr>
              <a:r>
                <a:rPr lang="en-US" sz="2199">
                  <a:solidFill>
                    <a:srgbClr val="C07000"/>
                  </a:solidFill>
                  <a:latin typeface="Calibri (MS)"/>
                  <a:ea typeface="Calibri (MS)"/>
                  <a:cs typeface="Calibri (MS)"/>
                  <a:sym typeface="Calibri (MS)"/>
                </a:rPr>
                <a:t>- Dificultades técnicas</a:t>
              </a:r>
            </a:p>
          </p:txBody>
        </p:sp>
      </p:grpSp>
      <p:grpSp>
        <p:nvGrpSpPr>
          <p:cNvPr name="Group 97" id="97"/>
          <p:cNvGrpSpPr/>
          <p:nvPr/>
        </p:nvGrpSpPr>
        <p:grpSpPr>
          <a:xfrm rot="0">
            <a:off x="6693408" y="5620007"/>
            <a:ext cx="5486400" cy="640080"/>
            <a:chOff x="0" y="0"/>
            <a:chExt cx="7315200" cy="853440"/>
          </a:xfrm>
        </p:grpSpPr>
        <p:sp>
          <p:nvSpPr>
            <p:cNvPr name="Freeform 98" id="98"/>
            <p:cNvSpPr/>
            <p:nvPr/>
          </p:nvSpPr>
          <p:spPr>
            <a:xfrm flipH="false" flipV="false" rot="0">
              <a:off x="0" y="0"/>
              <a:ext cx="7315200" cy="853440"/>
            </a:xfrm>
            <a:custGeom>
              <a:avLst/>
              <a:gdLst/>
              <a:ahLst/>
              <a:cxnLst/>
              <a:rect r="r" b="b" t="t" l="l"/>
              <a:pathLst>
                <a:path h="853440" w="7315200">
                  <a:moveTo>
                    <a:pt x="0" y="0"/>
                  </a:moveTo>
                  <a:lnTo>
                    <a:pt x="7315200" y="0"/>
                  </a:lnTo>
                  <a:lnTo>
                    <a:pt x="7315200" y="853440"/>
                  </a:lnTo>
                  <a:lnTo>
                    <a:pt x="0" y="853440"/>
                  </a:lnTo>
                  <a:close/>
                </a:path>
              </a:pathLst>
            </a:custGeom>
            <a:blipFill>
              <a:blip r:embed="rId3">
                <a:alphaModFix amt="0"/>
              </a:blip>
              <a:stretch>
                <a:fillRect l="0" t="-117014" r="0" b="-117014"/>
              </a:stretch>
            </a:blipFill>
          </p:spPr>
        </p:sp>
        <p:sp>
          <p:nvSpPr>
            <p:cNvPr name="TextBox 99" id="99"/>
            <p:cNvSpPr txBox="true"/>
            <p:nvPr/>
          </p:nvSpPr>
          <p:spPr>
            <a:xfrm>
              <a:off x="0" y="-57150"/>
              <a:ext cx="7315200" cy="910590"/>
            </a:xfrm>
            <a:prstGeom prst="rect">
              <a:avLst/>
            </a:prstGeom>
          </p:spPr>
          <p:txBody>
            <a:bodyPr anchor="ctr" rtlCol="false" tIns="0" lIns="0" bIns="0" rIns="0"/>
            <a:lstStyle/>
            <a:p>
              <a:pPr algn="l">
                <a:lnSpc>
                  <a:spcPts val="3120"/>
                </a:lnSpc>
              </a:pPr>
              <a:r>
                <a:rPr lang="en-US" sz="2600" b="true">
                  <a:solidFill>
                    <a:srgbClr val="1E2761"/>
                  </a:solidFill>
                  <a:latin typeface="Calibri (MS) Bold"/>
                  <a:ea typeface="Calibri (MS) Bold"/>
                  <a:cs typeface="Calibri (MS) Bold"/>
                  <a:sym typeface="Calibri (MS) Bold"/>
                </a:rPr>
                <a:t>Plan de contingencia</a:t>
              </a:r>
            </a:p>
          </p:txBody>
        </p:sp>
      </p:grpSp>
      <p:grpSp>
        <p:nvGrpSpPr>
          <p:cNvPr name="Group 100" id="100"/>
          <p:cNvGrpSpPr/>
          <p:nvPr/>
        </p:nvGrpSpPr>
        <p:grpSpPr>
          <a:xfrm rot="0">
            <a:off x="6693408" y="6351527"/>
            <a:ext cx="5303520" cy="1828800"/>
            <a:chOff x="0" y="0"/>
            <a:chExt cx="7071360" cy="2438400"/>
          </a:xfrm>
        </p:grpSpPr>
        <p:sp>
          <p:nvSpPr>
            <p:cNvPr name="Freeform 101" id="101"/>
            <p:cNvSpPr/>
            <p:nvPr/>
          </p:nvSpPr>
          <p:spPr>
            <a:xfrm flipH="false" flipV="false" rot="0">
              <a:off x="0" y="0"/>
              <a:ext cx="7071360" cy="2438400"/>
            </a:xfrm>
            <a:custGeom>
              <a:avLst/>
              <a:gdLst/>
              <a:ahLst/>
              <a:cxnLst/>
              <a:rect r="r" b="b" t="t" l="l"/>
              <a:pathLst>
                <a:path h="2438400" w="7071360">
                  <a:moveTo>
                    <a:pt x="0" y="0"/>
                  </a:moveTo>
                  <a:lnTo>
                    <a:pt x="7071360" y="0"/>
                  </a:lnTo>
                  <a:lnTo>
                    <a:pt x="7071360" y="2438400"/>
                  </a:lnTo>
                  <a:lnTo>
                    <a:pt x="0" y="2438400"/>
                  </a:lnTo>
                  <a:close/>
                </a:path>
              </a:pathLst>
            </a:custGeom>
            <a:blipFill>
              <a:blip r:embed="rId3">
                <a:alphaModFix amt="0"/>
              </a:blip>
              <a:stretch>
                <a:fillRect l="0" t="-6506" r="0" b="-6506"/>
              </a:stretch>
            </a:blipFill>
          </p:spPr>
        </p:sp>
        <p:sp>
          <p:nvSpPr>
            <p:cNvPr name="TextBox 102" id="102"/>
            <p:cNvSpPr txBox="true"/>
            <p:nvPr/>
          </p:nvSpPr>
          <p:spPr>
            <a:xfrm>
              <a:off x="0" y="-47625"/>
              <a:ext cx="7071360" cy="2486025"/>
            </a:xfrm>
            <a:prstGeom prst="rect">
              <a:avLst/>
            </a:prstGeom>
          </p:spPr>
          <p:txBody>
            <a:bodyPr anchor="ctr" rtlCol="false" tIns="0" lIns="0" bIns="0" rIns="0"/>
            <a:lstStyle/>
            <a:p>
              <a:pPr algn="l">
                <a:lnSpc>
                  <a:spcPts val="2639"/>
                </a:lnSpc>
              </a:pPr>
              <a:r>
                <a:rPr lang="en-US" sz="2199">
                  <a:solidFill>
                    <a:srgbClr val="4A4A6A"/>
                  </a:solidFill>
                  <a:latin typeface="Calibri (MS)"/>
                  <a:ea typeface="Calibri (MS)"/>
                  <a:cs typeface="Calibri (MS)"/>
                  <a:sym typeface="Calibri (MS)"/>
                </a:rPr>
                <a:t>El PMV está diseñado con un alcance realista, permitiendo adaptaciones sin comprometer las funcionalidades esenciales del sistema.</a:t>
              </a:r>
            </a:p>
          </p:txBody>
        </p:sp>
      </p:grpSp>
      <p:sp>
        <p:nvSpPr>
          <p:cNvPr name="Freeform 103" id="103"/>
          <p:cNvSpPr/>
          <p:nvPr/>
        </p:nvSpPr>
        <p:spPr>
          <a:xfrm flipH="false" flipV="false" rot="0">
            <a:off x="13644173" y="170126"/>
            <a:ext cx="4226777" cy="1056694"/>
          </a:xfrm>
          <a:custGeom>
            <a:avLst/>
            <a:gdLst/>
            <a:ahLst/>
            <a:cxnLst/>
            <a:rect r="r" b="b" t="t" l="l"/>
            <a:pathLst>
              <a:path h="1056694" w="4226777">
                <a:moveTo>
                  <a:pt x="0" y="0"/>
                </a:moveTo>
                <a:lnTo>
                  <a:pt x="4226777" y="0"/>
                </a:lnTo>
                <a:lnTo>
                  <a:pt x="4226777" y="1056694"/>
                </a:lnTo>
                <a:lnTo>
                  <a:pt x="0" y="1056694"/>
                </a:lnTo>
                <a:lnTo>
                  <a:pt x="0" y="0"/>
                </a:lnTo>
                <a:close/>
              </a:path>
            </a:pathLst>
          </a:custGeom>
          <a:blipFill>
            <a:blip r:embed="rId4"/>
            <a:stretch>
              <a:fillRect l="0" t="0" r="0" b="0"/>
            </a:stretch>
          </a:blipFill>
        </p:spPr>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8942842" cy="1028700"/>
            <a:chOff x="0" y="0"/>
            <a:chExt cx="11923789" cy="1371600"/>
          </a:xfrm>
        </p:grpSpPr>
        <p:sp>
          <p:nvSpPr>
            <p:cNvPr name="Freeform 3" id="3"/>
            <p:cNvSpPr/>
            <p:nvPr/>
          </p:nvSpPr>
          <p:spPr>
            <a:xfrm flipH="false" flipV="false" rot="0">
              <a:off x="0" y="0"/>
              <a:ext cx="11923788" cy="1371600"/>
            </a:xfrm>
            <a:custGeom>
              <a:avLst/>
              <a:gdLst/>
              <a:ahLst/>
              <a:cxnLst/>
              <a:rect r="r" b="b" t="t" l="l"/>
              <a:pathLst>
                <a:path h="1371600" w="11923788">
                  <a:moveTo>
                    <a:pt x="0" y="0"/>
                  </a:moveTo>
                  <a:lnTo>
                    <a:pt x="11923788" y="0"/>
                  </a:lnTo>
                  <a:lnTo>
                    <a:pt x="11923788" y="1371600"/>
                  </a:lnTo>
                  <a:lnTo>
                    <a:pt x="0" y="1371600"/>
                  </a:lnTo>
                  <a:close/>
                </a:path>
              </a:pathLst>
            </a:custGeom>
            <a:solidFill>
              <a:srgbClr val="1E2761"/>
            </a:solidFill>
          </p:spPr>
        </p:sp>
      </p:grpSp>
      <p:grpSp>
        <p:nvGrpSpPr>
          <p:cNvPr name="Group 4" id="4"/>
          <p:cNvGrpSpPr/>
          <p:nvPr/>
        </p:nvGrpSpPr>
        <p:grpSpPr>
          <a:xfrm rot="0">
            <a:off x="702059" y="151871"/>
            <a:ext cx="7366516" cy="1005840"/>
            <a:chOff x="0" y="0"/>
            <a:chExt cx="9822021" cy="1341120"/>
          </a:xfrm>
        </p:grpSpPr>
        <p:sp>
          <p:nvSpPr>
            <p:cNvPr name="Freeform 5" id="5"/>
            <p:cNvSpPr/>
            <p:nvPr/>
          </p:nvSpPr>
          <p:spPr>
            <a:xfrm flipH="false" flipV="false" rot="0">
              <a:off x="0" y="0"/>
              <a:ext cx="9822021" cy="1341120"/>
            </a:xfrm>
            <a:custGeom>
              <a:avLst/>
              <a:gdLst/>
              <a:ahLst/>
              <a:cxnLst/>
              <a:rect r="r" b="b" t="t" l="l"/>
              <a:pathLst>
                <a:path h="1341120" w="9822021">
                  <a:moveTo>
                    <a:pt x="0" y="0"/>
                  </a:moveTo>
                  <a:lnTo>
                    <a:pt x="9822021" y="0"/>
                  </a:lnTo>
                  <a:lnTo>
                    <a:pt x="9822021" y="1341120"/>
                  </a:lnTo>
                  <a:lnTo>
                    <a:pt x="0" y="1341120"/>
                  </a:lnTo>
                  <a:close/>
                </a:path>
              </a:pathLst>
            </a:custGeom>
            <a:blipFill>
              <a:blip r:embed="rId3">
                <a:alphaModFix amt="0"/>
              </a:blip>
              <a:stretch>
                <a:fillRect l="0" t="-268846" r="-123432" b="-268846"/>
              </a:stretch>
            </a:blipFill>
          </p:spPr>
        </p:sp>
        <p:sp>
          <p:nvSpPr>
            <p:cNvPr name="TextBox 6" id="6"/>
            <p:cNvSpPr txBox="true"/>
            <p:nvPr/>
          </p:nvSpPr>
          <p:spPr>
            <a:xfrm>
              <a:off x="0" y="-76200"/>
              <a:ext cx="9822021" cy="1417320"/>
            </a:xfrm>
            <a:prstGeom prst="rect">
              <a:avLst/>
            </a:prstGeom>
          </p:spPr>
          <p:txBody>
            <a:bodyPr anchor="ctr" rtlCol="false" tIns="0" lIns="0" bIns="0" rIns="0"/>
            <a:lstStyle/>
            <a:p>
              <a:pPr algn="l">
                <a:lnSpc>
                  <a:spcPts val="5280"/>
                </a:lnSpc>
              </a:pPr>
              <a:r>
                <a:rPr lang="en-US" sz="4400" b="true">
                  <a:solidFill>
                    <a:srgbClr val="FFFFFF"/>
                  </a:solidFill>
                  <a:latin typeface="Calibri (MS) Bold"/>
                  <a:ea typeface="Calibri (MS) Bold"/>
                  <a:cs typeface="Calibri (MS) Bold"/>
                  <a:sym typeface="Calibri (MS) Bold"/>
                </a:rPr>
                <a:t>Plan de Trabajo y Evidencias</a:t>
              </a:r>
            </a:p>
          </p:txBody>
        </p:sp>
      </p:grpSp>
      <p:grpSp>
        <p:nvGrpSpPr>
          <p:cNvPr name="Group 7" id="7"/>
          <p:cNvGrpSpPr/>
          <p:nvPr/>
        </p:nvGrpSpPr>
        <p:grpSpPr>
          <a:xfrm rot="0">
            <a:off x="3357886" y="1192663"/>
            <a:ext cx="1378715" cy="574043"/>
            <a:chOff x="0" y="0"/>
            <a:chExt cx="1838287" cy="765391"/>
          </a:xfrm>
        </p:grpSpPr>
        <p:sp>
          <p:nvSpPr>
            <p:cNvPr name="Freeform 8" id="8"/>
            <p:cNvSpPr/>
            <p:nvPr/>
          </p:nvSpPr>
          <p:spPr>
            <a:xfrm flipH="false" flipV="false" rot="0">
              <a:off x="0" y="0"/>
              <a:ext cx="1838325" cy="765556"/>
            </a:xfrm>
            <a:custGeom>
              <a:avLst/>
              <a:gdLst/>
              <a:ahLst/>
              <a:cxnLst/>
              <a:rect r="r" b="b" t="t" l="l"/>
              <a:pathLst>
                <a:path h="765556" w="1838325">
                  <a:moveTo>
                    <a:pt x="0" y="102108"/>
                  </a:moveTo>
                  <a:cubicBezTo>
                    <a:pt x="0" y="45720"/>
                    <a:pt x="45720" y="0"/>
                    <a:pt x="102108" y="0"/>
                  </a:cubicBezTo>
                  <a:lnTo>
                    <a:pt x="1736217" y="0"/>
                  </a:lnTo>
                  <a:cubicBezTo>
                    <a:pt x="1792605" y="0"/>
                    <a:pt x="1838325" y="45720"/>
                    <a:pt x="1838325" y="102108"/>
                  </a:cubicBezTo>
                  <a:lnTo>
                    <a:pt x="1838325" y="663448"/>
                  </a:lnTo>
                  <a:cubicBezTo>
                    <a:pt x="1838325" y="719836"/>
                    <a:pt x="1792605" y="765556"/>
                    <a:pt x="1736217" y="765556"/>
                  </a:cubicBezTo>
                  <a:lnTo>
                    <a:pt x="102108" y="765556"/>
                  </a:lnTo>
                  <a:cubicBezTo>
                    <a:pt x="45720" y="765429"/>
                    <a:pt x="0" y="719709"/>
                    <a:pt x="0" y="663321"/>
                  </a:cubicBezTo>
                  <a:close/>
                </a:path>
              </a:pathLst>
            </a:custGeom>
            <a:solidFill>
              <a:srgbClr val="1E2761"/>
            </a:solidFill>
            <a:ln w="25400" cap="sq">
              <a:solidFill>
                <a:srgbClr val="1E2761"/>
              </a:solidFill>
              <a:prstDash val="solid"/>
              <a:miter/>
            </a:ln>
          </p:spPr>
        </p:sp>
      </p:grpSp>
      <p:grpSp>
        <p:nvGrpSpPr>
          <p:cNvPr name="Group 9" id="9"/>
          <p:cNvGrpSpPr/>
          <p:nvPr/>
        </p:nvGrpSpPr>
        <p:grpSpPr>
          <a:xfrm rot="0">
            <a:off x="3370583" y="1205360"/>
            <a:ext cx="1353312" cy="548640"/>
            <a:chOff x="0" y="0"/>
            <a:chExt cx="1804416" cy="731520"/>
          </a:xfrm>
        </p:grpSpPr>
        <p:sp>
          <p:nvSpPr>
            <p:cNvPr name="Freeform 10" id="10"/>
            <p:cNvSpPr/>
            <p:nvPr/>
          </p:nvSpPr>
          <p:spPr>
            <a:xfrm flipH="false" flipV="false" rot="0">
              <a:off x="0" y="0"/>
              <a:ext cx="1804416" cy="731520"/>
            </a:xfrm>
            <a:custGeom>
              <a:avLst/>
              <a:gdLst/>
              <a:ahLst/>
              <a:cxnLst/>
              <a:rect r="r" b="b" t="t" l="l"/>
              <a:pathLst>
                <a:path h="731520" w="1804416">
                  <a:moveTo>
                    <a:pt x="0" y="0"/>
                  </a:moveTo>
                  <a:lnTo>
                    <a:pt x="1804416" y="0"/>
                  </a:lnTo>
                  <a:lnTo>
                    <a:pt x="1804416" y="731520"/>
                  </a:lnTo>
                  <a:lnTo>
                    <a:pt x="0" y="731520"/>
                  </a:lnTo>
                  <a:close/>
                </a:path>
              </a:pathLst>
            </a:custGeom>
            <a:blipFill>
              <a:blip r:embed="rId3">
                <a:alphaModFix amt="0"/>
              </a:blip>
              <a:stretch>
                <a:fillRect l="-2014" t="0" r="-2014" b="0"/>
              </a:stretch>
            </a:blipFill>
          </p:spPr>
        </p:sp>
        <p:sp>
          <p:nvSpPr>
            <p:cNvPr name="TextBox 11" id="11"/>
            <p:cNvSpPr txBox="true"/>
            <p:nvPr/>
          </p:nvSpPr>
          <p:spPr>
            <a:xfrm>
              <a:off x="0" y="-38100"/>
              <a:ext cx="1804416" cy="769620"/>
            </a:xfrm>
            <a:prstGeom prst="rect">
              <a:avLst/>
            </a:prstGeom>
          </p:spPr>
          <p:txBody>
            <a:bodyPr anchor="ctr" rtlCol="false" tIns="0" lIns="0" bIns="0" rIns="0"/>
            <a:lstStyle/>
            <a:p>
              <a:pPr algn="ctr">
                <a:lnSpc>
                  <a:spcPts val="2160"/>
                </a:lnSpc>
              </a:pPr>
              <a:r>
                <a:rPr lang="en-US" sz="1800" b="true">
                  <a:solidFill>
                    <a:srgbClr val="FFFFFF"/>
                  </a:solidFill>
                  <a:latin typeface="Calibri (MS) Bold"/>
                  <a:ea typeface="Calibri (MS) Bold"/>
                  <a:cs typeface="Calibri (MS) Bold"/>
                  <a:sym typeface="Calibri (MS) Bold"/>
                </a:rPr>
                <a:t>S5</a:t>
              </a:r>
            </a:p>
          </p:txBody>
        </p:sp>
      </p:grpSp>
      <p:grpSp>
        <p:nvGrpSpPr>
          <p:cNvPr name="Group 12" id="12"/>
          <p:cNvGrpSpPr/>
          <p:nvPr/>
        </p:nvGrpSpPr>
        <p:grpSpPr>
          <a:xfrm rot="0">
            <a:off x="4766062" y="1192663"/>
            <a:ext cx="1378715" cy="574043"/>
            <a:chOff x="0" y="0"/>
            <a:chExt cx="1838287" cy="765391"/>
          </a:xfrm>
        </p:grpSpPr>
        <p:sp>
          <p:nvSpPr>
            <p:cNvPr name="Freeform 13" id="13"/>
            <p:cNvSpPr/>
            <p:nvPr/>
          </p:nvSpPr>
          <p:spPr>
            <a:xfrm flipH="false" flipV="false" rot="0">
              <a:off x="0" y="0"/>
              <a:ext cx="1838325" cy="765556"/>
            </a:xfrm>
            <a:custGeom>
              <a:avLst/>
              <a:gdLst/>
              <a:ahLst/>
              <a:cxnLst/>
              <a:rect r="r" b="b" t="t" l="l"/>
              <a:pathLst>
                <a:path h="765556" w="1838325">
                  <a:moveTo>
                    <a:pt x="0" y="102108"/>
                  </a:moveTo>
                  <a:cubicBezTo>
                    <a:pt x="0" y="45720"/>
                    <a:pt x="45720" y="0"/>
                    <a:pt x="102108" y="0"/>
                  </a:cubicBezTo>
                  <a:lnTo>
                    <a:pt x="1736217" y="0"/>
                  </a:lnTo>
                  <a:cubicBezTo>
                    <a:pt x="1792605" y="0"/>
                    <a:pt x="1838325" y="45720"/>
                    <a:pt x="1838325" y="102108"/>
                  </a:cubicBezTo>
                  <a:lnTo>
                    <a:pt x="1838325" y="663448"/>
                  </a:lnTo>
                  <a:cubicBezTo>
                    <a:pt x="1838325" y="719836"/>
                    <a:pt x="1792605" y="765556"/>
                    <a:pt x="1736217" y="765556"/>
                  </a:cubicBezTo>
                  <a:lnTo>
                    <a:pt x="102108" y="765556"/>
                  </a:lnTo>
                  <a:cubicBezTo>
                    <a:pt x="45720" y="765429"/>
                    <a:pt x="0" y="719709"/>
                    <a:pt x="0" y="663321"/>
                  </a:cubicBezTo>
                  <a:close/>
                </a:path>
              </a:pathLst>
            </a:custGeom>
            <a:solidFill>
              <a:srgbClr val="1E2761"/>
            </a:solidFill>
            <a:ln w="25400" cap="sq">
              <a:solidFill>
                <a:srgbClr val="1E2761"/>
              </a:solidFill>
              <a:prstDash val="solid"/>
              <a:miter/>
            </a:ln>
          </p:spPr>
        </p:sp>
      </p:grpSp>
      <p:grpSp>
        <p:nvGrpSpPr>
          <p:cNvPr name="Group 14" id="14"/>
          <p:cNvGrpSpPr/>
          <p:nvPr/>
        </p:nvGrpSpPr>
        <p:grpSpPr>
          <a:xfrm rot="0">
            <a:off x="4778759" y="1205360"/>
            <a:ext cx="1353312" cy="548640"/>
            <a:chOff x="0" y="0"/>
            <a:chExt cx="1804416" cy="731520"/>
          </a:xfrm>
        </p:grpSpPr>
        <p:sp>
          <p:nvSpPr>
            <p:cNvPr name="Freeform 15" id="15"/>
            <p:cNvSpPr/>
            <p:nvPr/>
          </p:nvSpPr>
          <p:spPr>
            <a:xfrm flipH="false" flipV="false" rot="0">
              <a:off x="0" y="0"/>
              <a:ext cx="1804416" cy="731520"/>
            </a:xfrm>
            <a:custGeom>
              <a:avLst/>
              <a:gdLst/>
              <a:ahLst/>
              <a:cxnLst/>
              <a:rect r="r" b="b" t="t" l="l"/>
              <a:pathLst>
                <a:path h="731520" w="1804416">
                  <a:moveTo>
                    <a:pt x="0" y="0"/>
                  </a:moveTo>
                  <a:lnTo>
                    <a:pt x="1804416" y="0"/>
                  </a:lnTo>
                  <a:lnTo>
                    <a:pt x="1804416" y="731520"/>
                  </a:lnTo>
                  <a:lnTo>
                    <a:pt x="0" y="731520"/>
                  </a:lnTo>
                  <a:close/>
                </a:path>
              </a:pathLst>
            </a:custGeom>
            <a:blipFill>
              <a:blip r:embed="rId3">
                <a:alphaModFix amt="0"/>
              </a:blip>
              <a:stretch>
                <a:fillRect l="-2014" t="0" r="-2014" b="0"/>
              </a:stretch>
            </a:blipFill>
          </p:spPr>
        </p:sp>
        <p:sp>
          <p:nvSpPr>
            <p:cNvPr name="TextBox 16" id="16"/>
            <p:cNvSpPr txBox="true"/>
            <p:nvPr/>
          </p:nvSpPr>
          <p:spPr>
            <a:xfrm>
              <a:off x="0" y="-38100"/>
              <a:ext cx="1804416" cy="769620"/>
            </a:xfrm>
            <a:prstGeom prst="rect">
              <a:avLst/>
            </a:prstGeom>
          </p:spPr>
          <p:txBody>
            <a:bodyPr anchor="ctr" rtlCol="false" tIns="0" lIns="0" bIns="0" rIns="0"/>
            <a:lstStyle/>
            <a:p>
              <a:pPr algn="ctr">
                <a:lnSpc>
                  <a:spcPts val="2160"/>
                </a:lnSpc>
              </a:pPr>
              <a:r>
                <a:rPr lang="en-US" sz="1800" b="true">
                  <a:solidFill>
                    <a:srgbClr val="FFFFFF"/>
                  </a:solidFill>
                  <a:latin typeface="Calibri (MS) Bold"/>
                  <a:ea typeface="Calibri (MS) Bold"/>
                  <a:cs typeface="Calibri (MS) Bold"/>
                  <a:sym typeface="Calibri (MS) Bold"/>
                </a:rPr>
                <a:t>S6</a:t>
              </a:r>
            </a:p>
          </p:txBody>
        </p:sp>
      </p:grpSp>
      <p:grpSp>
        <p:nvGrpSpPr>
          <p:cNvPr name="Group 17" id="17"/>
          <p:cNvGrpSpPr/>
          <p:nvPr/>
        </p:nvGrpSpPr>
        <p:grpSpPr>
          <a:xfrm rot="0">
            <a:off x="6174238" y="1192663"/>
            <a:ext cx="1378715" cy="574043"/>
            <a:chOff x="0" y="0"/>
            <a:chExt cx="1838287" cy="765391"/>
          </a:xfrm>
        </p:grpSpPr>
        <p:sp>
          <p:nvSpPr>
            <p:cNvPr name="Freeform 18" id="18"/>
            <p:cNvSpPr/>
            <p:nvPr/>
          </p:nvSpPr>
          <p:spPr>
            <a:xfrm flipH="false" flipV="false" rot="0">
              <a:off x="0" y="0"/>
              <a:ext cx="1838325" cy="765556"/>
            </a:xfrm>
            <a:custGeom>
              <a:avLst/>
              <a:gdLst/>
              <a:ahLst/>
              <a:cxnLst/>
              <a:rect r="r" b="b" t="t" l="l"/>
              <a:pathLst>
                <a:path h="765556" w="1838325">
                  <a:moveTo>
                    <a:pt x="0" y="102108"/>
                  </a:moveTo>
                  <a:cubicBezTo>
                    <a:pt x="0" y="45720"/>
                    <a:pt x="45720" y="0"/>
                    <a:pt x="102108" y="0"/>
                  </a:cubicBezTo>
                  <a:lnTo>
                    <a:pt x="1736217" y="0"/>
                  </a:lnTo>
                  <a:cubicBezTo>
                    <a:pt x="1792605" y="0"/>
                    <a:pt x="1838325" y="45720"/>
                    <a:pt x="1838325" y="102108"/>
                  </a:cubicBezTo>
                  <a:lnTo>
                    <a:pt x="1838325" y="663448"/>
                  </a:lnTo>
                  <a:cubicBezTo>
                    <a:pt x="1838325" y="719836"/>
                    <a:pt x="1792605" y="765556"/>
                    <a:pt x="1736217" y="765556"/>
                  </a:cubicBezTo>
                  <a:lnTo>
                    <a:pt x="102108" y="765556"/>
                  </a:lnTo>
                  <a:cubicBezTo>
                    <a:pt x="45720" y="765429"/>
                    <a:pt x="0" y="719709"/>
                    <a:pt x="0" y="663321"/>
                  </a:cubicBezTo>
                  <a:close/>
                </a:path>
              </a:pathLst>
            </a:custGeom>
            <a:solidFill>
              <a:srgbClr val="1E2761"/>
            </a:solidFill>
            <a:ln w="25400" cap="sq">
              <a:solidFill>
                <a:srgbClr val="1E2761"/>
              </a:solidFill>
              <a:prstDash val="solid"/>
              <a:miter/>
            </a:ln>
          </p:spPr>
        </p:sp>
      </p:grpSp>
      <p:grpSp>
        <p:nvGrpSpPr>
          <p:cNvPr name="Group 19" id="19"/>
          <p:cNvGrpSpPr/>
          <p:nvPr/>
        </p:nvGrpSpPr>
        <p:grpSpPr>
          <a:xfrm rot="0">
            <a:off x="6186935" y="1205360"/>
            <a:ext cx="1353312" cy="548640"/>
            <a:chOff x="0" y="0"/>
            <a:chExt cx="1804416" cy="731520"/>
          </a:xfrm>
        </p:grpSpPr>
        <p:sp>
          <p:nvSpPr>
            <p:cNvPr name="Freeform 20" id="20"/>
            <p:cNvSpPr/>
            <p:nvPr/>
          </p:nvSpPr>
          <p:spPr>
            <a:xfrm flipH="false" flipV="false" rot="0">
              <a:off x="0" y="0"/>
              <a:ext cx="1804416" cy="731520"/>
            </a:xfrm>
            <a:custGeom>
              <a:avLst/>
              <a:gdLst/>
              <a:ahLst/>
              <a:cxnLst/>
              <a:rect r="r" b="b" t="t" l="l"/>
              <a:pathLst>
                <a:path h="731520" w="1804416">
                  <a:moveTo>
                    <a:pt x="0" y="0"/>
                  </a:moveTo>
                  <a:lnTo>
                    <a:pt x="1804416" y="0"/>
                  </a:lnTo>
                  <a:lnTo>
                    <a:pt x="1804416" y="731520"/>
                  </a:lnTo>
                  <a:lnTo>
                    <a:pt x="0" y="731520"/>
                  </a:lnTo>
                  <a:close/>
                </a:path>
              </a:pathLst>
            </a:custGeom>
            <a:blipFill>
              <a:blip r:embed="rId3">
                <a:alphaModFix amt="0"/>
              </a:blip>
              <a:stretch>
                <a:fillRect l="-2014" t="0" r="-2014" b="0"/>
              </a:stretch>
            </a:blipFill>
          </p:spPr>
        </p:sp>
        <p:sp>
          <p:nvSpPr>
            <p:cNvPr name="TextBox 21" id="21"/>
            <p:cNvSpPr txBox="true"/>
            <p:nvPr/>
          </p:nvSpPr>
          <p:spPr>
            <a:xfrm>
              <a:off x="0" y="-38100"/>
              <a:ext cx="1804416" cy="769620"/>
            </a:xfrm>
            <a:prstGeom prst="rect">
              <a:avLst/>
            </a:prstGeom>
          </p:spPr>
          <p:txBody>
            <a:bodyPr anchor="ctr" rtlCol="false" tIns="0" lIns="0" bIns="0" rIns="0"/>
            <a:lstStyle/>
            <a:p>
              <a:pPr algn="ctr">
                <a:lnSpc>
                  <a:spcPts val="2160"/>
                </a:lnSpc>
              </a:pPr>
              <a:r>
                <a:rPr lang="en-US" sz="1800" b="true">
                  <a:solidFill>
                    <a:srgbClr val="FFFFFF"/>
                  </a:solidFill>
                  <a:latin typeface="Calibri (MS) Bold"/>
                  <a:ea typeface="Calibri (MS) Bold"/>
                  <a:cs typeface="Calibri (MS) Bold"/>
                  <a:sym typeface="Calibri (MS) Bold"/>
                </a:rPr>
                <a:t>S7</a:t>
              </a:r>
            </a:p>
          </p:txBody>
        </p:sp>
      </p:grpSp>
      <p:grpSp>
        <p:nvGrpSpPr>
          <p:cNvPr name="Group 22" id="22"/>
          <p:cNvGrpSpPr/>
          <p:nvPr/>
        </p:nvGrpSpPr>
        <p:grpSpPr>
          <a:xfrm rot="0">
            <a:off x="7582414" y="1192663"/>
            <a:ext cx="1378715" cy="574043"/>
            <a:chOff x="0" y="0"/>
            <a:chExt cx="1838287" cy="765391"/>
          </a:xfrm>
        </p:grpSpPr>
        <p:sp>
          <p:nvSpPr>
            <p:cNvPr name="Freeform 23" id="23"/>
            <p:cNvSpPr/>
            <p:nvPr/>
          </p:nvSpPr>
          <p:spPr>
            <a:xfrm flipH="false" flipV="false" rot="0">
              <a:off x="0" y="0"/>
              <a:ext cx="1838325" cy="765556"/>
            </a:xfrm>
            <a:custGeom>
              <a:avLst/>
              <a:gdLst/>
              <a:ahLst/>
              <a:cxnLst/>
              <a:rect r="r" b="b" t="t" l="l"/>
              <a:pathLst>
                <a:path h="765556" w="1838325">
                  <a:moveTo>
                    <a:pt x="0" y="102108"/>
                  </a:moveTo>
                  <a:cubicBezTo>
                    <a:pt x="0" y="45720"/>
                    <a:pt x="45720" y="0"/>
                    <a:pt x="102108" y="0"/>
                  </a:cubicBezTo>
                  <a:lnTo>
                    <a:pt x="1736217" y="0"/>
                  </a:lnTo>
                  <a:cubicBezTo>
                    <a:pt x="1792605" y="0"/>
                    <a:pt x="1838325" y="45720"/>
                    <a:pt x="1838325" y="102108"/>
                  </a:cubicBezTo>
                  <a:lnTo>
                    <a:pt x="1838325" y="663448"/>
                  </a:lnTo>
                  <a:cubicBezTo>
                    <a:pt x="1838325" y="719836"/>
                    <a:pt x="1792605" y="765556"/>
                    <a:pt x="1736217" y="765556"/>
                  </a:cubicBezTo>
                  <a:lnTo>
                    <a:pt x="102108" y="765556"/>
                  </a:lnTo>
                  <a:cubicBezTo>
                    <a:pt x="45720" y="765429"/>
                    <a:pt x="0" y="719709"/>
                    <a:pt x="0" y="663321"/>
                  </a:cubicBezTo>
                  <a:close/>
                </a:path>
              </a:pathLst>
            </a:custGeom>
            <a:solidFill>
              <a:srgbClr val="1E2761"/>
            </a:solidFill>
            <a:ln w="25400" cap="sq">
              <a:solidFill>
                <a:srgbClr val="1E2761"/>
              </a:solidFill>
              <a:prstDash val="solid"/>
              <a:miter/>
            </a:ln>
          </p:spPr>
        </p:sp>
      </p:grpSp>
      <p:grpSp>
        <p:nvGrpSpPr>
          <p:cNvPr name="Group 24" id="24"/>
          <p:cNvGrpSpPr/>
          <p:nvPr/>
        </p:nvGrpSpPr>
        <p:grpSpPr>
          <a:xfrm rot="0">
            <a:off x="7595111" y="1205360"/>
            <a:ext cx="1353312" cy="548640"/>
            <a:chOff x="0" y="0"/>
            <a:chExt cx="1804416" cy="731520"/>
          </a:xfrm>
        </p:grpSpPr>
        <p:sp>
          <p:nvSpPr>
            <p:cNvPr name="Freeform 25" id="25"/>
            <p:cNvSpPr/>
            <p:nvPr/>
          </p:nvSpPr>
          <p:spPr>
            <a:xfrm flipH="false" flipV="false" rot="0">
              <a:off x="0" y="0"/>
              <a:ext cx="1804416" cy="731520"/>
            </a:xfrm>
            <a:custGeom>
              <a:avLst/>
              <a:gdLst/>
              <a:ahLst/>
              <a:cxnLst/>
              <a:rect r="r" b="b" t="t" l="l"/>
              <a:pathLst>
                <a:path h="731520" w="1804416">
                  <a:moveTo>
                    <a:pt x="0" y="0"/>
                  </a:moveTo>
                  <a:lnTo>
                    <a:pt x="1804416" y="0"/>
                  </a:lnTo>
                  <a:lnTo>
                    <a:pt x="1804416" y="731520"/>
                  </a:lnTo>
                  <a:lnTo>
                    <a:pt x="0" y="731520"/>
                  </a:lnTo>
                  <a:close/>
                </a:path>
              </a:pathLst>
            </a:custGeom>
            <a:blipFill>
              <a:blip r:embed="rId3">
                <a:alphaModFix amt="0"/>
              </a:blip>
              <a:stretch>
                <a:fillRect l="-2014" t="0" r="-2014" b="0"/>
              </a:stretch>
            </a:blipFill>
          </p:spPr>
        </p:sp>
        <p:sp>
          <p:nvSpPr>
            <p:cNvPr name="TextBox 26" id="26"/>
            <p:cNvSpPr txBox="true"/>
            <p:nvPr/>
          </p:nvSpPr>
          <p:spPr>
            <a:xfrm>
              <a:off x="0" y="-38100"/>
              <a:ext cx="1804416" cy="769620"/>
            </a:xfrm>
            <a:prstGeom prst="rect">
              <a:avLst/>
            </a:prstGeom>
          </p:spPr>
          <p:txBody>
            <a:bodyPr anchor="ctr" rtlCol="false" tIns="0" lIns="0" bIns="0" rIns="0"/>
            <a:lstStyle/>
            <a:p>
              <a:pPr algn="ctr">
                <a:lnSpc>
                  <a:spcPts val="2160"/>
                </a:lnSpc>
              </a:pPr>
              <a:r>
                <a:rPr lang="en-US" sz="1800" b="true">
                  <a:solidFill>
                    <a:srgbClr val="FFFFFF"/>
                  </a:solidFill>
                  <a:latin typeface="Calibri (MS) Bold"/>
                  <a:ea typeface="Calibri (MS) Bold"/>
                  <a:cs typeface="Calibri (MS) Bold"/>
                  <a:sym typeface="Calibri (MS) Bold"/>
                </a:rPr>
                <a:t>S8</a:t>
              </a:r>
            </a:p>
          </p:txBody>
        </p:sp>
      </p:grpSp>
      <p:grpSp>
        <p:nvGrpSpPr>
          <p:cNvPr name="Group 27" id="27"/>
          <p:cNvGrpSpPr/>
          <p:nvPr/>
        </p:nvGrpSpPr>
        <p:grpSpPr>
          <a:xfrm rot="0">
            <a:off x="8990590" y="1192663"/>
            <a:ext cx="1378715" cy="574043"/>
            <a:chOff x="0" y="0"/>
            <a:chExt cx="1838287" cy="765391"/>
          </a:xfrm>
        </p:grpSpPr>
        <p:sp>
          <p:nvSpPr>
            <p:cNvPr name="Freeform 28" id="28"/>
            <p:cNvSpPr/>
            <p:nvPr/>
          </p:nvSpPr>
          <p:spPr>
            <a:xfrm flipH="false" flipV="false" rot="0">
              <a:off x="0" y="0"/>
              <a:ext cx="1838325" cy="765556"/>
            </a:xfrm>
            <a:custGeom>
              <a:avLst/>
              <a:gdLst/>
              <a:ahLst/>
              <a:cxnLst/>
              <a:rect r="r" b="b" t="t" l="l"/>
              <a:pathLst>
                <a:path h="765556" w="1838325">
                  <a:moveTo>
                    <a:pt x="0" y="102108"/>
                  </a:moveTo>
                  <a:cubicBezTo>
                    <a:pt x="0" y="45720"/>
                    <a:pt x="45720" y="0"/>
                    <a:pt x="102108" y="0"/>
                  </a:cubicBezTo>
                  <a:lnTo>
                    <a:pt x="1736217" y="0"/>
                  </a:lnTo>
                  <a:cubicBezTo>
                    <a:pt x="1792605" y="0"/>
                    <a:pt x="1838325" y="45720"/>
                    <a:pt x="1838325" y="102108"/>
                  </a:cubicBezTo>
                  <a:lnTo>
                    <a:pt x="1838325" y="663448"/>
                  </a:lnTo>
                  <a:cubicBezTo>
                    <a:pt x="1838325" y="719836"/>
                    <a:pt x="1792605" y="765556"/>
                    <a:pt x="1736217" y="765556"/>
                  </a:cubicBezTo>
                  <a:lnTo>
                    <a:pt x="102108" y="765556"/>
                  </a:lnTo>
                  <a:cubicBezTo>
                    <a:pt x="45720" y="765429"/>
                    <a:pt x="0" y="719709"/>
                    <a:pt x="0" y="663321"/>
                  </a:cubicBezTo>
                  <a:close/>
                </a:path>
              </a:pathLst>
            </a:custGeom>
            <a:solidFill>
              <a:srgbClr val="1E2761"/>
            </a:solidFill>
            <a:ln w="25400" cap="sq">
              <a:solidFill>
                <a:srgbClr val="1E2761"/>
              </a:solidFill>
              <a:prstDash val="solid"/>
              <a:miter/>
            </a:ln>
          </p:spPr>
        </p:sp>
      </p:grpSp>
      <p:grpSp>
        <p:nvGrpSpPr>
          <p:cNvPr name="Group 29" id="29"/>
          <p:cNvGrpSpPr/>
          <p:nvPr/>
        </p:nvGrpSpPr>
        <p:grpSpPr>
          <a:xfrm rot="0">
            <a:off x="9003287" y="1205360"/>
            <a:ext cx="1353312" cy="548640"/>
            <a:chOff x="0" y="0"/>
            <a:chExt cx="1804416" cy="731520"/>
          </a:xfrm>
        </p:grpSpPr>
        <p:sp>
          <p:nvSpPr>
            <p:cNvPr name="Freeform 30" id="30"/>
            <p:cNvSpPr/>
            <p:nvPr/>
          </p:nvSpPr>
          <p:spPr>
            <a:xfrm flipH="false" flipV="false" rot="0">
              <a:off x="0" y="0"/>
              <a:ext cx="1804416" cy="731520"/>
            </a:xfrm>
            <a:custGeom>
              <a:avLst/>
              <a:gdLst/>
              <a:ahLst/>
              <a:cxnLst/>
              <a:rect r="r" b="b" t="t" l="l"/>
              <a:pathLst>
                <a:path h="731520" w="1804416">
                  <a:moveTo>
                    <a:pt x="0" y="0"/>
                  </a:moveTo>
                  <a:lnTo>
                    <a:pt x="1804416" y="0"/>
                  </a:lnTo>
                  <a:lnTo>
                    <a:pt x="1804416" y="731520"/>
                  </a:lnTo>
                  <a:lnTo>
                    <a:pt x="0" y="731520"/>
                  </a:lnTo>
                  <a:close/>
                </a:path>
              </a:pathLst>
            </a:custGeom>
            <a:blipFill>
              <a:blip r:embed="rId3">
                <a:alphaModFix amt="0"/>
              </a:blip>
              <a:stretch>
                <a:fillRect l="-2014" t="0" r="-2014" b="0"/>
              </a:stretch>
            </a:blipFill>
          </p:spPr>
        </p:sp>
        <p:sp>
          <p:nvSpPr>
            <p:cNvPr name="TextBox 31" id="31"/>
            <p:cNvSpPr txBox="true"/>
            <p:nvPr/>
          </p:nvSpPr>
          <p:spPr>
            <a:xfrm>
              <a:off x="0" y="-38100"/>
              <a:ext cx="1804416" cy="769620"/>
            </a:xfrm>
            <a:prstGeom prst="rect">
              <a:avLst/>
            </a:prstGeom>
          </p:spPr>
          <p:txBody>
            <a:bodyPr anchor="ctr" rtlCol="false" tIns="0" lIns="0" bIns="0" rIns="0"/>
            <a:lstStyle/>
            <a:p>
              <a:pPr algn="ctr">
                <a:lnSpc>
                  <a:spcPts val="2160"/>
                </a:lnSpc>
              </a:pPr>
              <a:r>
                <a:rPr lang="en-US" sz="1800" b="true">
                  <a:solidFill>
                    <a:srgbClr val="FFFFFF"/>
                  </a:solidFill>
                  <a:latin typeface="Calibri (MS) Bold"/>
                  <a:ea typeface="Calibri (MS) Bold"/>
                  <a:cs typeface="Calibri (MS) Bold"/>
                  <a:sym typeface="Calibri (MS) Bold"/>
                </a:rPr>
                <a:t>S9</a:t>
              </a:r>
            </a:p>
          </p:txBody>
        </p:sp>
      </p:grpSp>
      <p:grpSp>
        <p:nvGrpSpPr>
          <p:cNvPr name="Group 32" id="32"/>
          <p:cNvGrpSpPr/>
          <p:nvPr/>
        </p:nvGrpSpPr>
        <p:grpSpPr>
          <a:xfrm rot="0">
            <a:off x="10398766" y="1192663"/>
            <a:ext cx="1378715" cy="574043"/>
            <a:chOff x="0" y="0"/>
            <a:chExt cx="1838287" cy="765391"/>
          </a:xfrm>
        </p:grpSpPr>
        <p:sp>
          <p:nvSpPr>
            <p:cNvPr name="Freeform 33" id="33"/>
            <p:cNvSpPr/>
            <p:nvPr/>
          </p:nvSpPr>
          <p:spPr>
            <a:xfrm flipH="false" flipV="false" rot="0">
              <a:off x="0" y="0"/>
              <a:ext cx="1838325" cy="765556"/>
            </a:xfrm>
            <a:custGeom>
              <a:avLst/>
              <a:gdLst/>
              <a:ahLst/>
              <a:cxnLst/>
              <a:rect r="r" b="b" t="t" l="l"/>
              <a:pathLst>
                <a:path h="765556" w="1838325">
                  <a:moveTo>
                    <a:pt x="0" y="102108"/>
                  </a:moveTo>
                  <a:cubicBezTo>
                    <a:pt x="0" y="45720"/>
                    <a:pt x="45720" y="0"/>
                    <a:pt x="102108" y="0"/>
                  </a:cubicBezTo>
                  <a:lnTo>
                    <a:pt x="1736217" y="0"/>
                  </a:lnTo>
                  <a:cubicBezTo>
                    <a:pt x="1792605" y="0"/>
                    <a:pt x="1838325" y="45720"/>
                    <a:pt x="1838325" y="102108"/>
                  </a:cubicBezTo>
                  <a:lnTo>
                    <a:pt x="1838325" y="663448"/>
                  </a:lnTo>
                  <a:cubicBezTo>
                    <a:pt x="1838325" y="719836"/>
                    <a:pt x="1792605" y="765556"/>
                    <a:pt x="1736217" y="765556"/>
                  </a:cubicBezTo>
                  <a:lnTo>
                    <a:pt x="102108" y="765556"/>
                  </a:lnTo>
                  <a:cubicBezTo>
                    <a:pt x="45720" y="765429"/>
                    <a:pt x="0" y="719709"/>
                    <a:pt x="0" y="663321"/>
                  </a:cubicBezTo>
                  <a:close/>
                </a:path>
              </a:pathLst>
            </a:custGeom>
            <a:solidFill>
              <a:srgbClr val="1E2761"/>
            </a:solidFill>
            <a:ln w="25400" cap="sq">
              <a:solidFill>
                <a:srgbClr val="1E2761"/>
              </a:solidFill>
              <a:prstDash val="solid"/>
              <a:miter/>
            </a:ln>
          </p:spPr>
        </p:sp>
      </p:grpSp>
      <p:grpSp>
        <p:nvGrpSpPr>
          <p:cNvPr name="Group 34" id="34"/>
          <p:cNvGrpSpPr/>
          <p:nvPr/>
        </p:nvGrpSpPr>
        <p:grpSpPr>
          <a:xfrm rot="0">
            <a:off x="10411463" y="1205360"/>
            <a:ext cx="1353312" cy="548640"/>
            <a:chOff x="0" y="0"/>
            <a:chExt cx="1804416" cy="731520"/>
          </a:xfrm>
        </p:grpSpPr>
        <p:sp>
          <p:nvSpPr>
            <p:cNvPr name="Freeform 35" id="35"/>
            <p:cNvSpPr/>
            <p:nvPr/>
          </p:nvSpPr>
          <p:spPr>
            <a:xfrm flipH="false" flipV="false" rot="0">
              <a:off x="0" y="0"/>
              <a:ext cx="1804416" cy="731520"/>
            </a:xfrm>
            <a:custGeom>
              <a:avLst/>
              <a:gdLst/>
              <a:ahLst/>
              <a:cxnLst/>
              <a:rect r="r" b="b" t="t" l="l"/>
              <a:pathLst>
                <a:path h="731520" w="1804416">
                  <a:moveTo>
                    <a:pt x="0" y="0"/>
                  </a:moveTo>
                  <a:lnTo>
                    <a:pt x="1804416" y="0"/>
                  </a:lnTo>
                  <a:lnTo>
                    <a:pt x="1804416" y="731520"/>
                  </a:lnTo>
                  <a:lnTo>
                    <a:pt x="0" y="731520"/>
                  </a:lnTo>
                  <a:close/>
                </a:path>
              </a:pathLst>
            </a:custGeom>
            <a:blipFill>
              <a:blip r:embed="rId3">
                <a:alphaModFix amt="0"/>
              </a:blip>
              <a:stretch>
                <a:fillRect l="-2014" t="0" r="-2014" b="0"/>
              </a:stretch>
            </a:blipFill>
          </p:spPr>
        </p:sp>
        <p:sp>
          <p:nvSpPr>
            <p:cNvPr name="TextBox 36" id="36"/>
            <p:cNvSpPr txBox="true"/>
            <p:nvPr/>
          </p:nvSpPr>
          <p:spPr>
            <a:xfrm>
              <a:off x="0" y="-38100"/>
              <a:ext cx="1804416" cy="769620"/>
            </a:xfrm>
            <a:prstGeom prst="rect">
              <a:avLst/>
            </a:prstGeom>
          </p:spPr>
          <p:txBody>
            <a:bodyPr anchor="ctr" rtlCol="false" tIns="0" lIns="0" bIns="0" rIns="0"/>
            <a:lstStyle/>
            <a:p>
              <a:pPr algn="ctr">
                <a:lnSpc>
                  <a:spcPts val="2160"/>
                </a:lnSpc>
              </a:pPr>
              <a:r>
                <a:rPr lang="en-US" sz="1800" b="true">
                  <a:solidFill>
                    <a:srgbClr val="FFFFFF"/>
                  </a:solidFill>
                  <a:latin typeface="Calibri (MS) Bold"/>
                  <a:ea typeface="Calibri (MS) Bold"/>
                  <a:cs typeface="Calibri (MS) Bold"/>
                  <a:sym typeface="Calibri (MS) Bold"/>
                </a:rPr>
                <a:t>S10</a:t>
              </a:r>
            </a:p>
          </p:txBody>
        </p:sp>
      </p:grpSp>
      <p:grpSp>
        <p:nvGrpSpPr>
          <p:cNvPr name="Group 37" id="37"/>
          <p:cNvGrpSpPr/>
          <p:nvPr/>
        </p:nvGrpSpPr>
        <p:grpSpPr>
          <a:xfrm rot="0">
            <a:off x="11806942" y="1192663"/>
            <a:ext cx="1378715" cy="574043"/>
            <a:chOff x="0" y="0"/>
            <a:chExt cx="1838287" cy="765391"/>
          </a:xfrm>
        </p:grpSpPr>
        <p:sp>
          <p:nvSpPr>
            <p:cNvPr name="Freeform 38" id="38"/>
            <p:cNvSpPr/>
            <p:nvPr/>
          </p:nvSpPr>
          <p:spPr>
            <a:xfrm flipH="false" flipV="false" rot="0">
              <a:off x="0" y="0"/>
              <a:ext cx="1838325" cy="765556"/>
            </a:xfrm>
            <a:custGeom>
              <a:avLst/>
              <a:gdLst/>
              <a:ahLst/>
              <a:cxnLst/>
              <a:rect r="r" b="b" t="t" l="l"/>
              <a:pathLst>
                <a:path h="765556" w="1838325">
                  <a:moveTo>
                    <a:pt x="0" y="102108"/>
                  </a:moveTo>
                  <a:cubicBezTo>
                    <a:pt x="0" y="45720"/>
                    <a:pt x="45720" y="0"/>
                    <a:pt x="102108" y="0"/>
                  </a:cubicBezTo>
                  <a:lnTo>
                    <a:pt x="1736217" y="0"/>
                  </a:lnTo>
                  <a:cubicBezTo>
                    <a:pt x="1792605" y="0"/>
                    <a:pt x="1838325" y="45720"/>
                    <a:pt x="1838325" y="102108"/>
                  </a:cubicBezTo>
                  <a:lnTo>
                    <a:pt x="1838325" y="663448"/>
                  </a:lnTo>
                  <a:cubicBezTo>
                    <a:pt x="1838325" y="719836"/>
                    <a:pt x="1792605" y="765556"/>
                    <a:pt x="1736217" y="765556"/>
                  </a:cubicBezTo>
                  <a:lnTo>
                    <a:pt x="102108" y="765556"/>
                  </a:lnTo>
                  <a:cubicBezTo>
                    <a:pt x="45720" y="765429"/>
                    <a:pt x="0" y="719709"/>
                    <a:pt x="0" y="663321"/>
                  </a:cubicBezTo>
                  <a:close/>
                </a:path>
              </a:pathLst>
            </a:custGeom>
            <a:solidFill>
              <a:srgbClr val="1E2761"/>
            </a:solidFill>
            <a:ln w="25400" cap="sq">
              <a:solidFill>
                <a:srgbClr val="1E2761"/>
              </a:solidFill>
              <a:prstDash val="solid"/>
              <a:miter/>
            </a:ln>
          </p:spPr>
        </p:sp>
      </p:grpSp>
      <p:grpSp>
        <p:nvGrpSpPr>
          <p:cNvPr name="Group 39" id="39"/>
          <p:cNvGrpSpPr/>
          <p:nvPr/>
        </p:nvGrpSpPr>
        <p:grpSpPr>
          <a:xfrm rot="0">
            <a:off x="11819639" y="1205360"/>
            <a:ext cx="1353312" cy="548640"/>
            <a:chOff x="0" y="0"/>
            <a:chExt cx="1804416" cy="731520"/>
          </a:xfrm>
        </p:grpSpPr>
        <p:sp>
          <p:nvSpPr>
            <p:cNvPr name="Freeform 40" id="40"/>
            <p:cNvSpPr/>
            <p:nvPr/>
          </p:nvSpPr>
          <p:spPr>
            <a:xfrm flipH="false" flipV="false" rot="0">
              <a:off x="0" y="0"/>
              <a:ext cx="1804416" cy="731520"/>
            </a:xfrm>
            <a:custGeom>
              <a:avLst/>
              <a:gdLst/>
              <a:ahLst/>
              <a:cxnLst/>
              <a:rect r="r" b="b" t="t" l="l"/>
              <a:pathLst>
                <a:path h="731520" w="1804416">
                  <a:moveTo>
                    <a:pt x="0" y="0"/>
                  </a:moveTo>
                  <a:lnTo>
                    <a:pt x="1804416" y="0"/>
                  </a:lnTo>
                  <a:lnTo>
                    <a:pt x="1804416" y="731520"/>
                  </a:lnTo>
                  <a:lnTo>
                    <a:pt x="0" y="731520"/>
                  </a:lnTo>
                  <a:close/>
                </a:path>
              </a:pathLst>
            </a:custGeom>
            <a:blipFill>
              <a:blip r:embed="rId3">
                <a:alphaModFix amt="0"/>
              </a:blip>
              <a:stretch>
                <a:fillRect l="-2014" t="0" r="-2014" b="0"/>
              </a:stretch>
            </a:blipFill>
          </p:spPr>
        </p:sp>
        <p:sp>
          <p:nvSpPr>
            <p:cNvPr name="TextBox 41" id="41"/>
            <p:cNvSpPr txBox="true"/>
            <p:nvPr/>
          </p:nvSpPr>
          <p:spPr>
            <a:xfrm>
              <a:off x="0" y="-38100"/>
              <a:ext cx="1804416" cy="769620"/>
            </a:xfrm>
            <a:prstGeom prst="rect">
              <a:avLst/>
            </a:prstGeom>
          </p:spPr>
          <p:txBody>
            <a:bodyPr anchor="ctr" rtlCol="false" tIns="0" lIns="0" bIns="0" rIns="0"/>
            <a:lstStyle/>
            <a:p>
              <a:pPr algn="ctr">
                <a:lnSpc>
                  <a:spcPts val="2160"/>
                </a:lnSpc>
              </a:pPr>
              <a:r>
                <a:rPr lang="en-US" sz="1800" b="true">
                  <a:solidFill>
                    <a:srgbClr val="FFFFFF"/>
                  </a:solidFill>
                  <a:latin typeface="Calibri (MS) Bold"/>
                  <a:ea typeface="Calibri (MS) Bold"/>
                  <a:cs typeface="Calibri (MS) Bold"/>
                  <a:sym typeface="Calibri (MS) Bold"/>
                </a:rPr>
                <a:t>S11</a:t>
              </a:r>
            </a:p>
          </p:txBody>
        </p:sp>
      </p:grpSp>
      <p:grpSp>
        <p:nvGrpSpPr>
          <p:cNvPr name="Group 42" id="42"/>
          <p:cNvGrpSpPr/>
          <p:nvPr/>
        </p:nvGrpSpPr>
        <p:grpSpPr>
          <a:xfrm rot="0">
            <a:off x="13215118" y="1192663"/>
            <a:ext cx="1378715" cy="574043"/>
            <a:chOff x="0" y="0"/>
            <a:chExt cx="1838287" cy="765391"/>
          </a:xfrm>
        </p:grpSpPr>
        <p:sp>
          <p:nvSpPr>
            <p:cNvPr name="Freeform 43" id="43"/>
            <p:cNvSpPr/>
            <p:nvPr/>
          </p:nvSpPr>
          <p:spPr>
            <a:xfrm flipH="false" flipV="false" rot="0">
              <a:off x="0" y="0"/>
              <a:ext cx="1838325" cy="765556"/>
            </a:xfrm>
            <a:custGeom>
              <a:avLst/>
              <a:gdLst/>
              <a:ahLst/>
              <a:cxnLst/>
              <a:rect r="r" b="b" t="t" l="l"/>
              <a:pathLst>
                <a:path h="765556" w="1838325">
                  <a:moveTo>
                    <a:pt x="0" y="102108"/>
                  </a:moveTo>
                  <a:cubicBezTo>
                    <a:pt x="0" y="45720"/>
                    <a:pt x="45720" y="0"/>
                    <a:pt x="102108" y="0"/>
                  </a:cubicBezTo>
                  <a:lnTo>
                    <a:pt x="1736217" y="0"/>
                  </a:lnTo>
                  <a:cubicBezTo>
                    <a:pt x="1792605" y="0"/>
                    <a:pt x="1838325" y="45720"/>
                    <a:pt x="1838325" y="102108"/>
                  </a:cubicBezTo>
                  <a:lnTo>
                    <a:pt x="1838325" y="663448"/>
                  </a:lnTo>
                  <a:cubicBezTo>
                    <a:pt x="1838325" y="719836"/>
                    <a:pt x="1792605" y="765556"/>
                    <a:pt x="1736217" y="765556"/>
                  </a:cubicBezTo>
                  <a:lnTo>
                    <a:pt x="102108" y="765556"/>
                  </a:lnTo>
                  <a:cubicBezTo>
                    <a:pt x="45720" y="765429"/>
                    <a:pt x="0" y="719709"/>
                    <a:pt x="0" y="663321"/>
                  </a:cubicBezTo>
                  <a:close/>
                </a:path>
              </a:pathLst>
            </a:custGeom>
            <a:solidFill>
              <a:srgbClr val="1E2761"/>
            </a:solidFill>
            <a:ln w="25400" cap="sq">
              <a:solidFill>
                <a:srgbClr val="1E2761"/>
              </a:solidFill>
              <a:prstDash val="solid"/>
              <a:miter/>
            </a:ln>
          </p:spPr>
        </p:sp>
      </p:grpSp>
      <p:grpSp>
        <p:nvGrpSpPr>
          <p:cNvPr name="Group 44" id="44"/>
          <p:cNvGrpSpPr/>
          <p:nvPr/>
        </p:nvGrpSpPr>
        <p:grpSpPr>
          <a:xfrm rot="0">
            <a:off x="13227815" y="1205360"/>
            <a:ext cx="1353312" cy="548640"/>
            <a:chOff x="0" y="0"/>
            <a:chExt cx="1804416" cy="731520"/>
          </a:xfrm>
        </p:grpSpPr>
        <p:sp>
          <p:nvSpPr>
            <p:cNvPr name="Freeform 45" id="45"/>
            <p:cNvSpPr/>
            <p:nvPr/>
          </p:nvSpPr>
          <p:spPr>
            <a:xfrm flipH="false" flipV="false" rot="0">
              <a:off x="0" y="0"/>
              <a:ext cx="1804416" cy="731520"/>
            </a:xfrm>
            <a:custGeom>
              <a:avLst/>
              <a:gdLst/>
              <a:ahLst/>
              <a:cxnLst/>
              <a:rect r="r" b="b" t="t" l="l"/>
              <a:pathLst>
                <a:path h="731520" w="1804416">
                  <a:moveTo>
                    <a:pt x="0" y="0"/>
                  </a:moveTo>
                  <a:lnTo>
                    <a:pt x="1804416" y="0"/>
                  </a:lnTo>
                  <a:lnTo>
                    <a:pt x="1804416" y="731520"/>
                  </a:lnTo>
                  <a:lnTo>
                    <a:pt x="0" y="731520"/>
                  </a:lnTo>
                  <a:close/>
                </a:path>
              </a:pathLst>
            </a:custGeom>
            <a:blipFill>
              <a:blip r:embed="rId3">
                <a:alphaModFix amt="0"/>
              </a:blip>
              <a:stretch>
                <a:fillRect l="-2014" t="0" r="-2014" b="0"/>
              </a:stretch>
            </a:blipFill>
          </p:spPr>
        </p:sp>
        <p:sp>
          <p:nvSpPr>
            <p:cNvPr name="TextBox 46" id="46"/>
            <p:cNvSpPr txBox="true"/>
            <p:nvPr/>
          </p:nvSpPr>
          <p:spPr>
            <a:xfrm>
              <a:off x="0" y="-38100"/>
              <a:ext cx="1804416" cy="769620"/>
            </a:xfrm>
            <a:prstGeom prst="rect">
              <a:avLst/>
            </a:prstGeom>
          </p:spPr>
          <p:txBody>
            <a:bodyPr anchor="ctr" rtlCol="false" tIns="0" lIns="0" bIns="0" rIns="0"/>
            <a:lstStyle/>
            <a:p>
              <a:pPr algn="ctr">
                <a:lnSpc>
                  <a:spcPts val="2160"/>
                </a:lnSpc>
              </a:pPr>
              <a:r>
                <a:rPr lang="en-US" sz="1800" b="true">
                  <a:solidFill>
                    <a:srgbClr val="FFFFFF"/>
                  </a:solidFill>
                  <a:latin typeface="Calibri (MS) Bold"/>
                  <a:ea typeface="Calibri (MS) Bold"/>
                  <a:cs typeface="Calibri (MS) Bold"/>
                  <a:sym typeface="Calibri (MS) Bold"/>
                </a:rPr>
                <a:t>S12</a:t>
              </a:r>
            </a:p>
          </p:txBody>
        </p:sp>
      </p:grpSp>
      <p:grpSp>
        <p:nvGrpSpPr>
          <p:cNvPr name="Group 47" id="47"/>
          <p:cNvGrpSpPr/>
          <p:nvPr/>
        </p:nvGrpSpPr>
        <p:grpSpPr>
          <a:xfrm rot="0">
            <a:off x="14623294" y="1192663"/>
            <a:ext cx="1378715" cy="574043"/>
            <a:chOff x="0" y="0"/>
            <a:chExt cx="1838287" cy="765391"/>
          </a:xfrm>
        </p:grpSpPr>
        <p:sp>
          <p:nvSpPr>
            <p:cNvPr name="Freeform 48" id="48"/>
            <p:cNvSpPr/>
            <p:nvPr/>
          </p:nvSpPr>
          <p:spPr>
            <a:xfrm flipH="false" flipV="false" rot="0">
              <a:off x="0" y="0"/>
              <a:ext cx="1838325" cy="765556"/>
            </a:xfrm>
            <a:custGeom>
              <a:avLst/>
              <a:gdLst/>
              <a:ahLst/>
              <a:cxnLst/>
              <a:rect r="r" b="b" t="t" l="l"/>
              <a:pathLst>
                <a:path h="765556" w="1838325">
                  <a:moveTo>
                    <a:pt x="0" y="102108"/>
                  </a:moveTo>
                  <a:cubicBezTo>
                    <a:pt x="0" y="45720"/>
                    <a:pt x="45720" y="0"/>
                    <a:pt x="102108" y="0"/>
                  </a:cubicBezTo>
                  <a:lnTo>
                    <a:pt x="1736217" y="0"/>
                  </a:lnTo>
                  <a:cubicBezTo>
                    <a:pt x="1792605" y="0"/>
                    <a:pt x="1838325" y="45720"/>
                    <a:pt x="1838325" y="102108"/>
                  </a:cubicBezTo>
                  <a:lnTo>
                    <a:pt x="1838325" y="663448"/>
                  </a:lnTo>
                  <a:cubicBezTo>
                    <a:pt x="1838325" y="719836"/>
                    <a:pt x="1792605" y="765556"/>
                    <a:pt x="1736217" y="765556"/>
                  </a:cubicBezTo>
                  <a:lnTo>
                    <a:pt x="102108" y="765556"/>
                  </a:lnTo>
                  <a:cubicBezTo>
                    <a:pt x="45720" y="765429"/>
                    <a:pt x="0" y="719709"/>
                    <a:pt x="0" y="663321"/>
                  </a:cubicBezTo>
                  <a:close/>
                </a:path>
              </a:pathLst>
            </a:custGeom>
            <a:solidFill>
              <a:srgbClr val="1E2761"/>
            </a:solidFill>
            <a:ln w="25400" cap="sq">
              <a:solidFill>
                <a:srgbClr val="1E2761"/>
              </a:solidFill>
              <a:prstDash val="solid"/>
              <a:miter/>
            </a:ln>
          </p:spPr>
        </p:sp>
      </p:grpSp>
      <p:grpSp>
        <p:nvGrpSpPr>
          <p:cNvPr name="Group 49" id="49"/>
          <p:cNvGrpSpPr/>
          <p:nvPr/>
        </p:nvGrpSpPr>
        <p:grpSpPr>
          <a:xfrm rot="0">
            <a:off x="14635991" y="1205360"/>
            <a:ext cx="1353312" cy="548640"/>
            <a:chOff x="0" y="0"/>
            <a:chExt cx="1804416" cy="731520"/>
          </a:xfrm>
        </p:grpSpPr>
        <p:sp>
          <p:nvSpPr>
            <p:cNvPr name="Freeform 50" id="50"/>
            <p:cNvSpPr/>
            <p:nvPr/>
          </p:nvSpPr>
          <p:spPr>
            <a:xfrm flipH="false" flipV="false" rot="0">
              <a:off x="0" y="0"/>
              <a:ext cx="1804416" cy="731520"/>
            </a:xfrm>
            <a:custGeom>
              <a:avLst/>
              <a:gdLst/>
              <a:ahLst/>
              <a:cxnLst/>
              <a:rect r="r" b="b" t="t" l="l"/>
              <a:pathLst>
                <a:path h="731520" w="1804416">
                  <a:moveTo>
                    <a:pt x="0" y="0"/>
                  </a:moveTo>
                  <a:lnTo>
                    <a:pt x="1804416" y="0"/>
                  </a:lnTo>
                  <a:lnTo>
                    <a:pt x="1804416" y="731520"/>
                  </a:lnTo>
                  <a:lnTo>
                    <a:pt x="0" y="731520"/>
                  </a:lnTo>
                  <a:close/>
                </a:path>
              </a:pathLst>
            </a:custGeom>
            <a:blipFill>
              <a:blip r:embed="rId3">
                <a:alphaModFix amt="0"/>
              </a:blip>
              <a:stretch>
                <a:fillRect l="-2014" t="0" r="-2014" b="0"/>
              </a:stretch>
            </a:blipFill>
          </p:spPr>
        </p:sp>
        <p:sp>
          <p:nvSpPr>
            <p:cNvPr name="TextBox 51" id="51"/>
            <p:cNvSpPr txBox="true"/>
            <p:nvPr/>
          </p:nvSpPr>
          <p:spPr>
            <a:xfrm>
              <a:off x="0" y="-38100"/>
              <a:ext cx="1804416" cy="769620"/>
            </a:xfrm>
            <a:prstGeom prst="rect">
              <a:avLst/>
            </a:prstGeom>
          </p:spPr>
          <p:txBody>
            <a:bodyPr anchor="ctr" rtlCol="false" tIns="0" lIns="0" bIns="0" rIns="0"/>
            <a:lstStyle/>
            <a:p>
              <a:pPr algn="ctr">
                <a:lnSpc>
                  <a:spcPts val="2160"/>
                </a:lnSpc>
              </a:pPr>
              <a:r>
                <a:rPr lang="en-US" sz="1800" b="true">
                  <a:solidFill>
                    <a:srgbClr val="FFFFFF"/>
                  </a:solidFill>
                  <a:latin typeface="Calibri (MS) Bold"/>
                  <a:ea typeface="Calibri (MS) Bold"/>
                  <a:cs typeface="Calibri (MS) Bold"/>
                  <a:sym typeface="Calibri (MS) Bold"/>
                </a:rPr>
                <a:t>S13</a:t>
              </a:r>
            </a:p>
          </p:txBody>
        </p:sp>
      </p:grpSp>
      <p:grpSp>
        <p:nvGrpSpPr>
          <p:cNvPr name="Group 52" id="52"/>
          <p:cNvGrpSpPr/>
          <p:nvPr/>
        </p:nvGrpSpPr>
        <p:grpSpPr>
          <a:xfrm rot="0">
            <a:off x="16031470" y="1192663"/>
            <a:ext cx="1378715" cy="574043"/>
            <a:chOff x="0" y="0"/>
            <a:chExt cx="1838287" cy="765391"/>
          </a:xfrm>
        </p:grpSpPr>
        <p:sp>
          <p:nvSpPr>
            <p:cNvPr name="Freeform 53" id="53"/>
            <p:cNvSpPr/>
            <p:nvPr/>
          </p:nvSpPr>
          <p:spPr>
            <a:xfrm flipH="false" flipV="false" rot="0">
              <a:off x="0" y="0"/>
              <a:ext cx="1838325" cy="765556"/>
            </a:xfrm>
            <a:custGeom>
              <a:avLst/>
              <a:gdLst/>
              <a:ahLst/>
              <a:cxnLst/>
              <a:rect r="r" b="b" t="t" l="l"/>
              <a:pathLst>
                <a:path h="765556" w="1838325">
                  <a:moveTo>
                    <a:pt x="0" y="102108"/>
                  </a:moveTo>
                  <a:cubicBezTo>
                    <a:pt x="0" y="45720"/>
                    <a:pt x="45720" y="0"/>
                    <a:pt x="102108" y="0"/>
                  </a:cubicBezTo>
                  <a:lnTo>
                    <a:pt x="1736217" y="0"/>
                  </a:lnTo>
                  <a:cubicBezTo>
                    <a:pt x="1792605" y="0"/>
                    <a:pt x="1838325" y="45720"/>
                    <a:pt x="1838325" y="102108"/>
                  </a:cubicBezTo>
                  <a:lnTo>
                    <a:pt x="1838325" y="663448"/>
                  </a:lnTo>
                  <a:cubicBezTo>
                    <a:pt x="1838325" y="719836"/>
                    <a:pt x="1792605" y="765556"/>
                    <a:pt x="1736217" y="765556"/>
                  </a:cubicBezTo>
                  <a:lnTo>
                    <a:pt x="102108" y="765556"/>
                  </a:lnTo>
                  <a:cubicBezTo>
                    <a:pt x="45720" y="765429"/>
                    <a:pt x="0" y="719709"/>
                    <a:pt x="0" y="663321"/>
                  </a:cubicBezTo>
                  <a:close/>
                </a:path>
              </a:pathLst>
            </a:custGeom>
            <a:solidFill>
              <a:srgbClr val="1E2761"/>
            </a:solidFill>
            <a:ln w="25400" cap="sq">
              <a:solidFill>
                <a:srgbClr val="1E2761"/>
              </a:solidFill>
              <a:prstDash val="solid"/>
              <a:miter/>
            </a:ln>
          </p:spPr>
        </p:sp>
      </p:grpSp>
      <p:grpSp>
        <p:nvGrpSpPr>
          <p:cNvPr name="Group 54" id="54"/>
          <p:cNvGrpSpPr/>
          <p:nvPr/>
        </p:nvGrpSpPr>
        <p:grpSpPr>
          <a:xfrm rot="0">
            <a:off x="16044167" y="1205360"/>
            <a:ext cx="1353312" cy="548640"/>
            <a:chOff x="0" y="0"/>
            <a:chExt cx="1804416" cy="731520"/>
          </a:xfrm>
        </p:grpSpPr>
        <p:sp>
          <p:nvSpPr>
            <p:cNvPr name="Freeform 55" id="55"/>
            <p:cNvSpPr/>
            <p:nvPr/>
          </p:nvSpPr>
          <p:spPr>
            <a:xfrm flipH="false" flipV="false" rot="0">
              <a:off x="0" y="0"/>
              <a:ext cx="1804416" cy="731520"/>
            </a:xfrm>
            <a:custGeom>
              <a:avLst/>
              <a:gdLst/>
              <a:ahLst/>
              <a:cxnLst/>
              <a:rect r="r" b="b" t="t" l="l"/>
              <a:pathLst>
                <a:path h="731520" w="1804416">
                  <a:moveTo>
                    <a:pt x="0" y="0"/>
                  </a:moveTo>
                  <a:lnTo>
                    <a:pt x="1804416" y="0"/>
                  </a:lnTo>
                  <a:lnTo>
                    <a:pt x="1804416" y="731520"/>
                  </a:lnTo>
                  <a:lnTo>
                    <a:pt x="0" y="731520"/>
                  </a:lnTo>
                  <a:close/>
                </a:path>
              </a:pathLst>
            </a:custGeom>
            <a:blipFill>
              <a:blip r:embed="rId3">
                <a:alphaModFix amt="0"/>
              </a:blip>
              <a:stretch>
                <a:fillRect l="-2014" t="0" r="-2014" b="0"/>
              </a:stretch>
            </a:blipFill>
          </p:spPr>
        </p:sp>
        <p:sp>
          <p:nvSpPr>
            <p:cNvPr name="TextBox 56" id="56"/>
            <p:cNvSpPr txBox="true"/>
            <p:nvPr/>
          </p:nvSpPr>
          <p:spPr>
            <a:xfrm>
              <a:off x="0" y="-38100"/>
              <a:ext cx="1804416" cy="769620"/>
            </a:xfrm>
            <a:prstGeom prst="rect">
              <a:avLst/>
            </a:prstGeom>
          </p:spPr>
          <p:txBody>
            <a:bodyPr anchor="ctr" rtlCol="false" tIns="0" lIns="0" bIns="0" rIns="0"/>
            <a:lstStyle/>
            <a:p>
              <a:pPr algn="ctr">
                <a:lnSpc>
                  <a:spcPts val="2160"/>
                </a:lnSpc>
              </a:pPr>
              <a:r>
                <a:rPr lang="en-US" sz="1800" b="true">
                  <a:solidFill>
                    <a:srgbClr val="FFFFFF"/>
                  </a:solidFill>
                  <a:latin typeface="Calibri (MS) Bold"/>
                  <a:ea typeface="Calibri (MS) Bold"/>
                  <a:cs typeface="Calibri (MS) Bold"/>
                  <a:sym typeface="Calibri (MS) Bold"/>
                </a:rPr>
                <a:t>S14</a:t>
              </a:r>
            </a:p>
          </p:txBody>
        </p:sp>
      </p:grpSp>
      <p:grpSp>
        <p:nvGrpSpPr>
          <p:cNvPr name="Group 57" id="57"/>
          <p:cNvGrpSpPr/>
          <p:nvPr/>
        </p:nvGrpSpPr>
        <p:grpSpPr>
          <a:xfrm rot="0">
            <a:off x="651262" y="1887607"/>
            <a:ext cx="2743200" cy="585216"/>
            <a:chOff x="0" y="0"/>
            <a:chExt cx="3657600" cy="780288"/>
          </a:xfrm>
        </p:grpSpPr>
        <p:sp>
          <p:nvSpPr>
            <p:cNvPr name="Freeform 58" id="58"/>
            <p:cNvSpPr/>
            <p:nvPr/>
          </p:nvSpPr>
          <p:spPr>
            <a:xfrm flipH="false" flipV="false" rot="0">
              <a:off x="0" y="0"/>
              <a:ext cx="3657600" cy="780288"/>
            </a:xfrm>
            <a:custGeom>
              <a:avLst/>
              <a:gdLst/>
              <a:ahLst/>
              <a:cxnLst/>
              <a:rect r="r" b="b" t="t" l="l"/>
              <a:pathLst>
                <a:path h="780288" w="3657600">
                  <a:moveTo>
                    <a:pt x="0" y="0"/>
                  </a:moveTo>
                  <a:lnTo>
                    <a:pt x="3657600" y="0"/>
                  </a:lnTo>
                  <a:lnTo>
                    <a:pt x="3657600" y="780288"/>
                  </a:lnTo>
                  <a:lnTo>
                    <a:pt x="0" y="780288"/>
                  </a:lnTo>
                  <a:close/>
                </a:path>
              </a:pathLst>
            </a:custGeom>
            <a:blipFill>
              <a:blip r:embed="rId3">
                <a:alphaModFix amt="0"/>
              </a:blip>
              <a:stretch>
                <a:fillRect l="0" t="-41336" r="0" b="-41336"/>
              </a:stretch>
            </a:blipFill>
          </p:spPr>
        </p:sp>
        <p:sp>
          <p:nvSpPr>
            <p:cNvPr name="TextBox 59" id="59"/>
            <p:cNvSpPr txBox="true"/>
            <p:nvPr/>
          </p:nvSpPr>
          <p:spPr>
            <a:xfrm>
              <a:off x="0" y="-47625"/>
              <a:ext cx="3657600" cy="827913"/>
            </a:xfrm>
            <a:prstGeom prst="rect">
              <a:avLst/>
            </a:prstGeom>
          </p:spPr>
          <p:txBody>
            <a:bodyPr anchor="ctr" rtlCol="false" tIns="0" lIns="0" bIns="0" rIns="0"/>
            <a:lstStyle/>
            <a:p>
              <a:pPr algn="l">
                <a:lnSpc>
                  <a:spcPts val="2759"/>
                </a:lnSpc>
              </a:pPr>
              <a:r>
                <a:rPr lang="en-US" sz="2299">
                  <a:solidFill>
                    <a:srgbClr val="1A1A2E"/>
                  </a:solidFill>
                  <a:latin typeface="Calibri (MS)"/>
                  <a:ea typeface="Calibri (MS)"/>
                  <a:cs typeface="Calibri (MS)"/>
                  <a:sym typeface="Calibri (MS)"/>
                </a:rPr>
                <a:t>EP01 Usuarios</a:t>
              </a:r>
            </a:p>
          </p:txBody>
        </p:sp>
      </p:grpSp>
      <p:grpSp>
        <p:nvGrpSpPr>
          <p:cNvPr name="Group 60" id="60"/>
          <p:cNvGrpSpPr/>
          <p:nvPr/>
        </p:nvGrpSpPr>
        <p:grpSpPr>
          <a:xfrm rot="0">
            <a:off x="3394462" y="1887607"/>
            <a:ext cx="1323851" cy="537467"/>
            <a:chOff x="0" y="0"/>
            <a:chExt cx="1765135" cy="716623"/>
          </a:xfrm>
        </p:grpSpPr>
        <p:sp>
          <p:nvSpPr>
            <p:cNvPr name="Freeform 61" id="61"/>
            <p:cNvSpPr/>
            <p:nvPr/>
          </p:nvSpPr>
          <p:spPr>
            <a:xfrm flipH="false" flipV="false" rot="0">
              <a:off x="0" y="0"/>
              <a:ext cx="1765300" cy="716661"/>
            </a:xfrm>
            <a:custGeom>
              <a:avLst/>
              <a:gdLst/>
              <a:ahLst/>
              <a:cxnLst/>
              <a:rect r="r" b="b" t="t" l="l"/>
              <a:pathLst>
                <a:path h="716661" w="1765300">
                  <a:moveTo>
                    <a:pt x="0" y="76835"/>
                  </a:moveTo>
                  <a:cubicBezTo>
                    <a:pt x="0" y="34417"/>
                    <a:pt x="34417" y="0"/>
                    <a:pt x="76835" y="0"/>
                  </a:cubicBezTo>
                  <a:lnTo>
                    <a:pt x="1688465" y="0"/>
                  </a:lnTo>
                  <a:cubicBezTo>
                    <a:pt x="1730883" y="0"/>
                    <a:pt x="1765300" y="34417"/>
                    <a:pt x="1765300" y="76835"/>
                  </a:cubicBezTo>
                  <a:lnTo>
                    <a:pt x="1765300" y="639826"/>
                  </a:lnTo>
                  <a:cubicBezTo>
                    <a:pt x="1765300" y="682244"/>
                    <a:pt x="1730883" y="716661"/>
                    <a:pt x="1688465" y="716661"/>
                  </a:cubicBezTo>
                  <a:lnTo>
                    <a:pt x="76835" y="716661"/>
                  </a:lnTo>
                  <a:cubicBezTo>
                    <a:pt x="34417" y="716661"/>
                    <a:pt x="0" y="682244"/>
                    <a:pt x="0" y="639826"/>
                  </a:cubicBezTo>
                  <a:close/>
                </a:path>
              </a:pathLst>
            </a:custGeom>
            <a:solidFill>
              <a:srgbClr val="028090"/>
            </a:solidFill>
            <a:ln w="25400" cap="sq">
              <a:solidFill>
                <a:srgbClr val="028090"/>
              </a:solidFill>
              <a:prstDash val="solid"/>
              <a:miter/>
            </a:ln>
          </p:spPr>
        </p:sp>
      </p:grpSp>
      <p:grpSp>
        <p:nvGrpSpPr>
          <p:cNvPr name="Group 62" id="62"/>
          <p:cNvGrpSpPr/>
          <p:nvPr/>
        </p:nvGrpSpPr>
        <p:grpSpPr>
          <a:xfrm rot="0">
            <a:off x="4802638" y="1887607"/>
            <a:ext cx="1323851" cy="537467"/>
            <a:chOff x="0" y="0"/>
            <a:chExt cx="1765135" cy="716623"/>
          </a:xfrm>
        </p:grpSpPr>
        <p:sp>
          <p:nvSpPr>
            <p:cNvPr name="Freeform 63" id="63"/>
            <p:cNvSpPr/>
            <p:nvPr/>
          </p:nvSpPr>
          <p:spPr>
            <a:xfrm flipH="false" flipV="false" rot="0">
              <a:off x="0" y="0"/>
              <a:ext cx="1765300" cy="716661"/>
            </a:xfrm>
            <a:custGeom>
              <a:avLst/>
              <a:gdLst/>
              <a:ahLst/>
              <a:cxnLst/>
              <a:rect r="r" b="b" t="t" l="l"/>
              <a:pathLst>
                <a:path h="716661" w="1765300">
                  <a:moveTo>
                    <a:pt x="0" y="76835"/>
                  </a:moveTo>
                  <a:cubicBezTo>
                    <a:pt x="0" y="34417"/>
                    <a:pt x="34417" y="0"/>
                    <a:pt x="76835" y="0"/>
                  </a:cubicBezTo>
                  <a:lnTo>
                    <a:pt x="1688465" y="0"/>
                  </a:lnTo>
                  <a:cubicBezTo>
                    <a:pt x="1730883" y="0"/>
                    <a:pt x="1765300" y="34417"/>
                    <a:pt x="1765300" y="76835"/>
                  </a:cubicBezTo>
                  <a:lnTo>
                    <a:pt x="1765300" y="639826"/>
                  </a:lnTo>
                  <a:cubicBezTo>
                    <a:pt x="1765300" y="682244"/>
                    <a:pt x="1730883" y="716661"/>
                    <a:pt x="1688465" y="716661"/>
                  </a:cubicBezTo>
                  <a:lnTo>
                    <a:pt x="76835" y="716661"/>
                  </a:lnTo>
                  <a:cubicBezTo>
                    <a:pt x="34417" y="716661"/>
                    <a:pt x="0" y="682244"/>
                    <a:pt x="0" y="639826"/>
                  </a:cubicBezTo>
                  <a:close/>
                </a:path>
              </a:pathLst>
            </a:custGeom>
            <a:solidFill>
              <a:srgbClr val="028090"/>
            </a:solidFill>
            <a:ln w="25400" cap="sq">
              <a:solidFill>
                <a:srgbClr val="028090"/>
              </a:solidFill>
              <a:prstDash val="solid"/>
              <a:miter/>
            </a:ln>
          </p:spPr>
        </p:sp>
      </p:grpSp>
      <p:grpSp>
        <p:nvGrpSpPr>
          <p:cNvPr name="Group 64" id="64"/>
          <p:cNvGrpSpPr/>
          <p:nvPr/>
        </p:nvGrpSpPr>
        <p:grpSpPr>
          <a:xfrm rot="0">
            <a:off x="651262" y="2545975"/>
            <a:ext cx="2743200" cy="585216"/>
            <a:chOff x="0" y="0"/>
            <a:chExt cx="3657600" cy="780288"/>
          </a:xfrm>
        </p:grpSpPr>
        <p:sp>
          <p:nvSpPr>
            <p:cNvPr name="Freeform 65" id="65"/>
            <p:cNvSpPr/>
            <p:nvPr/>
          </p:nvSpPr>
          <p:spPr>
            <a:xfrm flipH="false" flipV="false" rot="0">
              <a:off x="0" y="0"/>
              <a:ext cx="3657600" cy="780288"/>
            </a:xfrm>
            <a:custGeom>
              <a:avLst/>
              <a:gdLst/>
              <a:ahLst/>
              <a:cxnLst/>
              <a:rect r="r" b="b" t="t" l="l"/>
              <a:pathLst>
                <a:path h="780288" w="3657600">
                  <a:moveTo>
                    <a:pt x="0" y="0"/>
                  </a:moveTo>
                  <a:lnTo>
                    <a:pt x="3657600" y="0"/>
                  </a:lnTo>
                  <a:lnTo>
                    <a:pt x="3657600" y="780288"/>
                  </a:lnTo>
                  <a:lnTo>
                    <a:pt x="0" y="780288"/>
                  </a:lnTo>
                  <a:close/>
                </a:path>
              </a:pathLst>
            </a:custGeom>
            <a:blipFill>
              <a:blip r:embed="rId3">
                <a:alphaModFix amt="0"/>
              </a:blip>
              <a:stretch>
                <a:fillRect l="0" t="-41336" r="0" b="-41336"/>
              </a:stretch>
            </a:blipFill>
          </p:spPr>
        </p:sp>
        <p:sp>
          <p:nvSpPr>
            <p:cNvPr name="TextBox 66" id="66"/>
            <p:cNvSpPr txBox="true"/>
            <p:nvPr/>
          </p:nvSpPr>
          <p:spPr>
            <a:xfrm>
              <a:off x="0" y="-47625"/>
              <a:ext cx="3657600" cy="827913"/>
            </a:xfrm>
            <a:prstGeom prst="rect">
              <a:avLst/>
            </a:prstGeom>
          </p:spPr>
          <p:txBody>
            <a:bodyPr anchor="ctr" rtlCol="false" tIns="0" lIns="0" bIns="0" rIns="0"/>
            <a:lstStyle/>
            <a:p>
              <a:pPr algn="l">
                <a:lnSpc>
                  <a:spcPts val="2759"/>
                </a:lnSpc>
              </a:pPr>
              <a:r>
                <a:rPr lang="en-US" sz="2299">
                  <a:solidFill>
                    <a:srgbClr val="1A1A2E"/>
                  </a:solidFill>
                  <a:latin typeface="Calibri (MS)"/>
                  <a:ea typeface="Calibri (MS)"/>
                  <a:cs typeface="Calibri (MS)"/>
                  <a:sym typeface="Calibri (MS)"/>
                </a:rPr>
                <a:t>EP02 Registro</a:t>
              </a:r>
            </a:p>
          </p:txBody>
        </p:sp>
      </p:grpSp>
      <p:grpSp>
        <p:nvGrpSpPr>
          <p:cNvPr name="Group 67" id="67"/>
          <p:cNvGrpSpPr/>
          <p:nvPr/>
        </p:nvGrpSpPr>
        <p:grpSpPr>
          <a:xfrm rot="0">
            <a:off x="4802638" y="2545975"/>
            <a:ext cx="1323851" cy="537467"/>
            <a:chOff x="0" y="0"/>
            <a:chExt cx="1765135" cy="716623"/>
          </a:xfrm>
        </p:grpSpPr>
        <p:sp>
          <p:nvSpPr>
            <p:cNvPr name="Freeform 68" id="68"/>
            <p:cNvSpPr/>
            <p:nvPr/>
          </p:nvSpPr>
          <p:spPr>
            <a:xfrm flipH="false" flipV="false" rot="0">
              <a:off x="0" y="0"/>
              <a:ext cx="1765300" cy="716661"/>
            </a:xfrm>
            <a:custGeom>
              <a:avLst/>
              <a:gdLst/>
              <a:ahLst/>
              <a:cxnLst/>
              <a:rect r="r" b="b" t="t" l="l"/>
              <a:pathLst>
                <a:path h="716661" w="1765300">
                  <a:moveTo>
                    <a:pt x="0" y="76835"/>
                  </a:moveTo>
                  <a:cubicBezTo>
                    <a:pt x="0" y="34417"/>
                    <a:pt x="34417" y="0"/>
                    <a:pt x="76835" y="0"/>
                  </a:cubicBezTo>
                  <a:lnTo>
                    <a:pt x="1688465" y="0"/>
                  </a:lnTo>
                  <a:cubicBezTo>
                    <a:pt x="1730883" y="0"/>
                    <a:pt x="1765300" y="34417"/>
                    <a:pt x="1765300" y="76835"/>
                  </a:cubicBezTo>
                  <a:lnTo>
                    <a:pt x="1765300" y="639826"/>
                  </a:lnTo>
                  <a:cubicBezTo>
                    <a:pt x="1765300" y="682244"/>
                    <a:pt x="1730883" y="716661"/>
                    <a:pt x="1688465" y="716661"/>
                  </a:cubicBezTo>
                  <a:lnTo>
                    <a:pt x="76835" y="716661"/>
                  </a:lnTo>
                  <a:cubicBezTo>
                    <a:pt x="34417" y="716661"/>
                    <a:pt x="0" y="682244"/>
                    <a:pt x="0" y="639826"/>
                  </a:cubicBezTo>
                  <a:close/>
                </a:path>
              </a:pathLst>
            </a:custGeom>
            <a:solidFill>
              <a:srgbClr val="027A8C"/>
            </a:solidFill>
            <a:ln w="25400" cap="sq">
              <a:solidFill>
                <a:srgbClr val="027A8C"/>
              </a:solidFill>
              <a:prstDash val="solid"/>
              <a:miter/>
            </a:ln>
          </p:spPr>
        </p:sp>
      </p:grpSp>
      <p:grpSp>
        <p:nvGrpSpPr>
          <p:cNvPr name="Group 69" id="69"/>
          <p:cNvGrpSpPr/>
          <p:nvPr/>
        </p:nvGrpSpPr>
        <p:grpSpPr>
          <a:xfrm rot="0">
            <a:off x="6210814" y="2545975"/>
            <a:ext cx="1323851" cy="537467"/>
            <a:chOff x="0" y="0"/>
            <a:chExt cx="1765135" cy="716623"/>
          </a:xfrm>
        </p:grpSpPr>
        <p:sp>
          <p:nvSpPr>
            <p:cNvPr name="Freeform 70" id="70"/>
            <p:cNvSpPr/>
            <p:nvPr/>
          </p:nvSpPr>
          <p:spPr>
            <a:xfrm flipH="false" flipV="false" rot="0">
              <a:off x="0" y="0"/>
              <a:ext cx="1765300" cy="716661"/>
            </a:xfrm>
            <a:custGeom>
              <a:avLst/>
              <a:gdLst/>
              <a:ahLst/>
              <a:cxnLst/>
              <a:rect r="r" b="b" t="t" l="l"/>
              <a:pathLst>
                <a:path h="716661" w="1765300">
                  <a:moveTo>
                    <a:pt x="0" y="76835"/>
                  </a:moveTo>
                  <a:cubicBezTo>
                    <a:pt x="0" y="34417"/>
                    <a:pt x="34417" y="0"/>
                    <a:pt x="76835" y="0"/>
                  </a:cubicBezTo>
                  <a:lnTo>
                    <a:pt x="1688465" y="0"/>
                  </a:lnTo>
                  <a:cubicBezTo>
                    <a:pt x="1730883" y="0"/>
                    <a:pt x="1765300" y="34417"/>
                    <a:pt x="1765300" y="76835"/>
                  </a:cubicBezTo>
                  <a:lnTo>
                    <a:pt x="1765300" y="639826"/>
                  </a:lnTo>
                  <a:cubicBezTo>
                    <a:pt x="1765300" y="682244"/>
                    <a:pt x="1730883" y="716661"/>
                    <a:pt x="1688465" y="716661"/>
                  </a:cubicBezTo>
                  <a:lnTo>
                    <a:pt x="76835" y="716661"/>
                  </a:lnTo>
                  <a:cubicBezTo>
                    <a:pt x="34417" y="716661"/>
                    <a:pt x="0" y="682244"/>
                    <a:pt x="0" y="639826"/>
                  </a:cubicBezTo>
                  <a:close/>
                </a:path>
              </a:pathLst>
            </a:custGeom>
            <a:solidFill>
              <a:srgbClr val="027A8C"/>
            </a:solidFill>
            <a:ln w="25400" cap="sq">
              <a:solidFill>
                <a:srgbClr val="027A8C"/>
              </a:solidFill>
              <a:prstDash val="solid"/>
              <a:miter/>
            </a:ln>
          </p:spPr>
        </p:sp>
      </p:grpSp>
      <p:grpSp>
        <p:nvGrpSpPr>
          <p:cNvPr name="Group 71" id="71"/>
          <p:cNvGrpSpPr/>
          <p:nvPr/>
        </p:nvGrpSpPr>
        <p:grpSpPr>
          <a:xfrm rot="0">
            <a:off x="651262" y="3207391"/>
            <a:ext cx="2743200" cy="585216"/>
            <a:chOff x="0" y="0"/>
            <a:chExt cx="3657600" cy="780288"/>
          </a:xfrm>
        </p:grpSpPr>
        <p:sp>
          <p:nvSpPr>
            <p:cNvPr name="Freeform 72" id="72"/>
            <p:cNvSpPr/>
            <p:nvPr/>
          </p:nvSpPr>
          <p:spPr>
            <a:xfrm flipH="false" flipV="false" rot="0">
              <a:off x="0" y="0"/>
              <a:ext cx="3657600" cy="780288"/>
            </a:xfrm>
            <a:custGeom>
              <a:avLst/>
              <a:gdLst/>
              <a:ahLst/>
              <a:cxnLst/>
              <a:rect r="r" b="b" t="t" l="l"/>
              <a:pathLst>
                <a:path h="780288" w="3657600">
                  <a:moveTo>
                    <a:pt x="0" y="0"/>
                  </a:moveTo>
                  <a:lnTo>
                    <a:pt x="3657600" y="0"/>
                  </a:lnTo>
                  <a:lnTo>
                    <a:pt x="3657600" y="780288"/>
                  </a:lnTo>
                  <a:lnTo>
                    <a:pt x="0" y="780288"/>
                  </a:lnTo>
                  <a:close/>
                </a:path>
              </a:pathLst>
            </a:custGeom>
            <a:blipFill>
              <a:blip r:embed="rId3">
                <a:alphaModFix amt="0"/>
              </a:blip>
              <a:stretch>
                <a:fillRect l="0" t="-41336" r="0" b="-41336"/>
              </a:stretch>
            </a:blipFill>
          </p:spPr>
        </p:sp>
        <p:sp>
          <p:nvSpPr>
            <p:cNvPr name="TextBox 73" id="73"/>
            <p:cNvSpPr txBox="true"/>
            <p:nvPr/>
          </p:nvSpPr>
          <p:spPr>
            <a:xfrm>
              <a:off x="0" y="-47625"/>
              <a:ext cx="3657600" cy="827913"/>
            </a:xfrm>
            <a:prstGeom prst="rect">
              <a:avLst/>
            </a:prstGeom>
          </p:spPr>
          <p:txBody>
            <a:bodyPr anchor="ctr" rtlCol="false" tIns="0" lIns="0" bIns="0" rIns="0"/>
            <a:lstStyle/>
            <a:p>
              <a:pPr algn="l">
                <a:lnSpc>
                  <a:spcPts val="2759"/>
                </a:lnSpc>
              </a:pPr>
              <a:r>
                <a:rPr lang="en-US" sz="2299">
                  <a:solidFill>
                    <a:srgbClr val="1A1A2E"/>
                  </a:solidFill>
                  <a:latin typeface="Calibri (MS)"/>
                  <a:ea typeface="Calibri (MS)"/>
                  <a:cs typeface="Calibri (MS)"/>
                  <a:sym typeface="Calibri (MS)"/>
                </a:rPr>
                <a:t>EP03 Revisión</a:t>
              </a:r>
            </a:p>
          </p:txBody>
        </p:sp>
      </p:grpSp>
      <p:grpSp>
        <p:nvGrpSpPr>
          <p:cNvPr name="Group 74" id="74"/>
          <p:cNvGrpSpPr/>
          <p:nvPr/>
        </p:nvGrpSpPr>
        <p:grpSpPr>
          <a:xfrm rot="0">
            <a:off x="6210814" y="3204343"/>
            <a:ext cx="1323851" cy="537467"/>
            <a:chOff x="0" y="0"/>
            <a:chExt cx="1765135" cy="716623"/>
          </a:xfrm>
        </p:grpSpPr>
        <p:sp>
          <p:nvSpPr>
            <p:cNvPr name="Freeform 75" id="75"/>
            <p:cNvSpPr/>
            <p:nvPr/>
          </p:nvSpPr>
          <p:spPr>
            <a:xfrm flipH="false" flipV="false" rot="0">
              <a:off x="0" y="0"/>
              <a:ext cx="1765300" cy="716661"/>
            </a:xfrm>
            <a:custGeom>
              <a:avLst/>
              <a:gdLst/>
              <a:ahLst/>
              <a:cxnLst/>
              <a:rect r="r" b="b" t="t" l="l"/>
              <a:pathLst>
                <a:path h="716661" w="1765300">
                  <a:moveTo>
                    <a:pt x="0" y="76835"/>
                  </a:moveTo>
                  <a:cubicBezTo>
                    <a:pt x="0" y="34417"/>
                    <a:pt x="34417" y="0"/>
                    <a:pt x="76835" y="0"/>
                  </a:cubicBezTo>
                  <a:lnTo>
                    <a:pt x="1688465" y="0"/>
                  </a:lnTo>
                  <a:cubicBezTo>
                    <a:pt x="1730883" y="0"/>
                    <a:pt x="1765300" y="34417"/>
                    <a:pt x="1765300" y="76835"/>
                  </a:cubicBezTo>
                  <a:lnTo>
                    <a:pt x="1765300" y="639826"/>
                  </a:lnTo>
                  <a:cubicBezTo>
                    <a:pt x="1765300" y="682244"/>
                    <a:pt x="1730883" y="716661"/>
                    <a:pt x="1688465" y="716661"/>
                  </a:cubicBezTo>
                  <a:lnTo>
                    <a:pt x="76835" y="716661"/>
                  </a:lnTo>
                  <a:cubicBezTo>
                    <a:pt x="34417" y="716661"/>
                    <a:pt x="0" y="682244"/>
                    <a:pt x="0" y="639826"/>
                  </a:cubicBezTo>
                  <a:close/>
                </a:path>
              </a:pathLst>
            </a:custGeom>
            <a:solidFill>
              <a:srgbClr val="026A7A"/>
            </a:solidFill>
            <a:ln w="25400" cap="sq">
              <a:solidFill>
                <a:srgbClr val="026A7A"/>
              </a:solidFill>
              <a:prstDash val="solid"/>
              <a:miter/>
            </a:ln>
          </p:spPr>
        </p:sp>
      </p:grpSp>
      <p:grpSp>
        <p:nvGrpSpPr>
          <p:cNvPr name="Group 76" id="76"/>
          <p:cNvGrpSpPr/>
          <p:nvPr/>
        </p:nvGrpSpPr>
        <p:grpSpPr>
          <a:xfrm rot="0">
            <a:off x="7618990" y="3204343"/>
            <a:ext cx="1323851" cy="537467"/>
            <a:chOff x="0" y="0"/>
            <a:chExt cx="1765135" cy="716623"/>
          </a:xfrm>
        </p:grpSpPr>
        <p:sp>
          <p:nvSpPr>
            <p:cNvPr name="Freeform 77" id="77"/>
            <p:cNvSpPr/>
            <p:nvPr/>
          </p:nvSpPr>
          <p:spPr>
            <a:xfrm flipH="false" flipV="false" rot="0">
              <a:off x="0" y="0"/>
              <a:ext cx="1765300" cy="716661"/>
            </a:xfrm>
            <a:custGeom>
              <a:avLst/>
              <a:gdLst/>
              <a:ahLst/>
              <a:cxnLst/>
              <a:rect r="r" b="b" t="t" l="l"/>
              <a:pathLst>
                <a:path h="716661" w="1765300">
                  <a:moveTo>
                    <a:pt x="0" y="76835"/>
                  </a:moveTo>
                  <a:cubicBezTo>
                    <a:pt x="0" y="34417"/>
                    <a:pt x="34417" y="0"/>
                    <a:pt x="76835" y="0"/>
                  </a:cubicBezTo>
                  <a:lnTo>
                    <a:pt x="1688465" y="0"/>
                  </a:lnTo>
                  <a:cubicBezTo>
                    <a:pt x="1730883" y="0"/>
                    <a:pt x="1765300" y="34417"/>
                    <a:pt x="1765300" y="76835"/>
                  </a:cubicBezTo>
                  <a:lnTo>
                    <a:pt x="1765300" y="639826"/>
                  </a:lnTo>
                  <a:cubicBezTo>
                    <a:pt x="1765300" y="682244"/>
                    <a:pt x="1730883" y="716661"/>
                    <a:pt x="1688465" y="716661"/>
                  </a:cubicBezTo>
                  <a:lnTo>
                    <a:pt x="76835" y="716661"/>
                  </a:lnTo>
                  <a:cubicBezTo>
                    <a:pt x="34417" y="716661"/>
                    <a:pt x="0" y="682244"/>
                    <a:pt x="0" y="639826"/>
                  </a:cubicBezTo>
                  <a:close/>
                </a:path>
              </a:pathLst>
            </a:custGeom>
            <a:solidFill>
              <a:srgbClr val="026A7A"/>
            </a:solidFill>
            <a:ln w="25400" cap="sq">
              <a:solidFill>
                <a:srgbClr val="026A7A"/>
              </a:solidFill>
              <a:prstDash val="solid"/>
              <a:miter/>
            </a:ln>
          </p:spPr>
        </p:sp>
      </p:grpSp>
      <p:grpSp>
        <p:nvGrpSpPr>
          <p:cNvPr name="Group 78" id="78"/>
          <p:cNvGrpSpPr/>
          <p:nvPr/>
        </p:nvGrpSpPr>
        <p:grpSpPr>
          <a:xfrm rot="0">
            <a:off x="651262" y="3862711"/>
            <a:ext cx="2743200" cy="585216"/>
            <a:chOff x="0" y="0"/>
            <a:chExt cx="3657600" cy="780288"/>
          </a:xfrm>
        </p:grpSpPr>
        <p:sp>
          <p:nvSpPr>
            <p:cNvPr name="Freeform 79" id="79"/>
            <p:cNvSpPr/>
            <p:nvPr/>
          </p:nvSpPr>
          <p:spPr>
            <a:xfrm flipH="false" flipV="false" rot="0">
              <a:off x="0" y="0"/>
              <a:ext cx="3657600" cy="780288"/>
            </a:xfrm>
            <a:custGeom>
              <a:avLst/>
              <a:gdLst/>
              <a:ahLst/>
              <a:cxnLst/>
              <a:rect r="r" b="b" t="t" l="l"/>
              <a:pathLst>
                <a:path h="780288" w="3657600">
                  <a:moveTo>
                    <a:pt x="0" y="0"/>
                  </a:moveTo>
                  <a:lnTo>
                    <a:pt x="3657600" y="0"/>
                  </a:lnTo>
                  <a:lnTo>
                    <a:pt x="3657600" y="780288"/>
                  </a:lnTo>
                  <a:lnTo>
                    <a:pt x="0" y="780288"/>
                  </a:lnTo>
                  <a:close/>
                </a:path>
              </a:pathLst>
            </a:custGeom>
            <a:blipFill>
              <a:blip r:embed="rId3">
                <a:alphaModFix amt="0"/>
              </a:blip>
              <a:stretch>
                <a:fillRect l="0" t="-41336" r="0" b="-41336"/>
              </a:stretch>
            </a:blipFill>
          </p:spPr>
        </p:sp>
        <p:sp>
          <p:nvSpPr>
            <p:cNvPr name="TextBox 80" id="80"/>
            <p:cNvSpPr txBox="true"/>
            <p:nvPr/>
          </p:nvSpPr>
          <p:spPr>
            <a:xfrm>
              <a:off x="0" y="-47625"/>
              <a:ext cx="3657600" cy="827913"/>
            </a:xfrm>
            <a:prstGeom prst="rect">
              <a:avLst/>
            </a:prstGeom>
          </p:spPr>
          <p:txBody>
            <a:bodyPr anchor="ctr" rtlCol="false" tIns="0" lIns="0" bIns="0" rIns="0"/>
            <a:lstStyle/>
            <a:p>
              <a:pPr algn="l">
                <a:lnSpc>
                  <a:spcPts val="2759"/>
                </a:lnSpc>
              </a:pPr>
              <a:r>
                <a:rPr lang="en-US" sz="2299">
                  <a:solidFill>
                    <a:srgbClr val="1A1A2E"/>
                  </a:solidFill>
                  <a:latin typeface="Calibri (MS)"/>
                  <a:ea typeface="Calibri (MS)"/>
                  <a:cs typeface="Calibri (MS)"/>
                  <a:sym typeface="Calibri (MS)"/>
                </a:rPr>
                <a:t>EP04 Estados</a:t>
              </a:r>
            </a:p>
          </p:txBody>
        </p:sp>
      </p:grpSp>
      <p:grpSp>
        <p:nvGrpSpPr>
          <p:cNvPr name="Group 81" id="81"/>
          <p:cNvGrpSpPr/>
          <p:nvPr/>
        </p:nvGrpSpPr>
        <p:grpSpPr>
          <a:xfrm rot="0">
            <a:off x="7618990" y="3862711"/>
            <a:ext cx="1323851" cy="537467"/>
            <a:chOff x="0" y="0"/>
            <a:chExt cx="1765135" cy="716623"/>
          </a:xfrm>
        </p:grpSpPr>
        <p:sp>
          <p:nvSpPr>
            <p:cNvPr name="Freeform 82" id="82"/>
            <p:cNvSpPr/>
            <p:nvPr/>
          </p:nvSpPr>
          <p:spPr>
            <a:xfrm flipH="false" flipV="false" rot="0">
              <a:off x="0" y="0"/>
              <a:ext cx="1765300" cy="716661"/>
            </a:xfrm>
            <a:custGeom>
              <a:avLst/>
              <a:gdLst/>
              <a:ahLst/>
              <a:cxnLst/>
              <a:rect r="r" b="b" t="t" l="l"/>
              <a:pathLst>
                <a:path h="716661" w="1765300">
                  <a:moveTo>
                    <a:pt x="0" y="76835"/>
                  </a:moveTo>
                  <a:cubicBezTo>
                    <a:pt x="0" y="34417"/>
                    <a:pt x="34417" y="0"/>
                    <a:pt x="76835" y="0"/>
                  </a:cubicBezTo>
                  <a:lnTo>
                    <a:pt x="1688465" y="0"/>
                  </a:lnTo>
                  <a:cubicBezTo>
                    <a:pt x="1730883" y="0"/>
                    <a:pt x="1765300" y="34417"/>
                    <a:pt x="1765300" y="76835"/>
                  </a:cubicBezTo>
                  <a:lnTo>
                    <a:pt x="1765300" y="639826"/>
                  </a:lnTo>
                  <a:cubicBezTo>
                    <a:pt x="1765300" y="682244"/>
                    <a:pt x="1730883" y="716661"/>
                    <a:pt x="1688465" y="716661"/>
                  </a:cubicBezTo>
                  <a:lnTo>
                    <a:pt x="76835" y="716661"/>
                  </a:lnTo>
                  <a:cubicBezTo>
                    <a:pt x="34417" y="716661"/>
                    <a:pt x="0" y="682244"/>
                    <a:pt x="0" y="639826"/>
                  </a:cubicBezTo>
                  <a:close/>
                </a:path>
              </a:pathLst>
            </a:custGeom>
            <a:solidFill>
              <a:srgbClr val="025A6A"/>
            </a:solidFill>
            <a:ln w="25400" cap="sq">
              <a:solidFill>
                <a:srgbClr val="025A6A"/>
              </a:solidFill>
              <a:prstDash val="solid"/>
              <a:miter/>
            </a:ln>
          </p:spPr>
        </p:sp>
      </p:grpSp>
      <p:grpSp>
        <p:nvGrpSpPr>
          <p:cNvPr name="Group 83" id="83"/>
          <p:cNvGrpSpPr/>
          <p:nvPr/>
        </p:nvGrpSpPr>
        <p:grpSpPr>
          <a:xfrm rot="0">
            <a:off x="9027166" y="3862711"/>
            <a:ext cx="1323851" cy="537467"/>
            <a:chOff x="0" y="0"/>
            <a:chExt cx="1765135" cy="716623"/>
          </a:xfrm>
        </p:grpSpPr>
        <p:sp>
          <p:nvSpPr>
            <p:cNvPr name="Freeform 84" id="84"/>
            <p:cNvSpPr/>
            <p:nvPr/>
          </p:nvSpPr>
          <p:spPr>
            <a:xfrm flipH="false" flipV="false" rot="0">
              <a:off x="0" y="0"/>
              <a:ext cx="1765300" cy="716661"/>
            </a:xfrm>
            <a:custGeom>
              <a:avLst/>
              <a:gdLst/>
              <a:ahLst/>
              <a:cxnLst/>
              <a:rect r="r" b="b" t="t" l="l"/>
              <a:pathLst>
                <a:path h="716661" w="1765300">
                  <a:moveTo>
                    <a:pt x="0" y="76835"/>
                  </a:moveTo>
                  <a:cubicBezTo>
                    <a:pt x="0" y="34417"/>
                    <a:pt x="34417" y="0"/>
                    <a:pt x="76835" y="0"/>
                  </a:cubicBezTo>
                  <a:lnTo>
                    <a:pt x="1688465" y="0"/>
                  </a:lnTo>
                  <a:cubicBezTo>
                    <a:pt x="1730883" y="0"/>
                    <a:pt x="1765300" y="34417"/>
                    <a:pt x="1765300" y="76835"/>
                  </a:cubicBezTo>
                  <a:lnTo>
                    <a:pt x="1765300" y="639826"/>
                  </a:lnTo>
                  <a:cubicBezTo>
                    <a:pt x="1765300" y="682244"/>
                    <a:pt x="1730883" y="716661"/>
                    <a:pt x="1688465" y="716661"/>
                  </a:cubicBezTo>
                  <a:lnTo>
                    <a:pt x="76835" y="716661"/>
                  </a:lnTo>
                  <a:cubicBezTo>
                    <a:pt x="34417" y="716661"/>
                    <a:pt x="0" y="682244"/>
                    <a:pt x="0" y="639826"/>
                  </a:cubicBezTo>
                  <a:close/>
                </a:path>
              </a:pathLst>
            </a:custGeom>
            <a:solidFill>
              <a:srgbClr val="025A6A"/>
            </a:solidFill>
            <a:ln w="25400" cap="sq">
              <a:solidFill>
                <a:srgbClr val="025A6A"/>
              </a:solidFill>
              <a:prstDash val="solid"/>
              <a:miter/>
            </a:ln>
          </p:spPr>
        </p:sp>
      </p:grpSp>
      <p:grpSp>
        <p:nvGrpSpPr>
          <p:cNvPr name="Group 85" id="85"/>
          <p:cNvGrpSpPr/>
          <p:nvPr/>
        </p:nvGrpSpPr>
        <p:grpSpPr>
          <a:xfrm rot="0">
            <a:off x="651262" y="4497205"/>
            <a:ext cx="2743200" cy="585216"/>
            <a:chOff x="0" y="0"/>
            <a:chExt cx="3657600" cy="780288"/>
          </a:xfrm>
        </p:grpSpPr>
        <p:sp>
          <p:nvSpPr>
            <p:cNvPr name="Freeform 86" id="86"/>
            <p:cNvSpPr/>
            <p:nvPr/>
          </p:nvSpPr>
          <p:spPr>
            <a:xfrm flipH="false" flipV="false" rot="0">
              <a:off x="0" y="0"/>
              <a:ext cx="3657600" cy="780288"/>
            </a:xfrm>
            <a:custGeom>
              <a:avLst/>
              <a:gdLst/>
              <a:ahLst/>
              <a:cxnLst/>
              <a:rect r="r" b="b" t="t" l="l"/>
              <a:pathLst>
                <a:path h="780288" w="3657600">
                  <a:moveTo>
                    <a:pt x="0" y="0"/>
                  </a:moveTo>
                  <a:lnTo>
                    <a:pt x="3657600" y="0"/>
                  </a:lnTo>
                  <a:lnTo>
                    <a:pt x="3657600" y="780288"/>
                  </a:lnTo>
                  <a:lnTo>
                    <a:pt x="0" y="780288"/>
                  </a:lnTo>
                  <a:close/>
                </a:path>
              </a:pathLst>
            </a:custGeom>
            <a:blipFill>
              <a:blip r:embed="rId3">
                <a:alphaModFix amt="0"/>
              </a:blip>
              <a:stretch>
                <a:fillRect l="0" t="-41336" r="0" b="-41336"/>
              </a:stretch>
            </a:blipFill>
          </p:spPr>
        </p:sp>
        <p:sp>
          <p:nvSpPr>
            <p:cNvPr name="TextBox 87" id="87"/>
            <p:cNvSpPr txBox="true"/>
            <p:nvPr/>
          </p:nvSpPr>
          <p:spPr>
            <a:xfrm>
              <a:off x="0" y="-47625"/>
              <a:ext cx="3657600" cy="827913"/>
            </a:xfrm>
            <a:prstGeom prst="rect">
              <a:avLst/>
            </a:prstGeom>
          </p:spPr>
          <p:txBody>
            <a:bodyPr anchor="ctr" rtlCol="false" tIns="0" lIns="0" bIns="0" rIns="0"/>
            <a:lstStyle/>
            <a:p>
              <a:pPr algn="l">
                <a:lnSpc>
                  <a:spcPts val="2759"/>
                </a:lnSpc>
              </a:pPr>
              <a:r>
                <a:rPr lang="en-US" sz="2299">
                  <a:solidFill>
                    <a:srgbClr val="1A1A2E"/>
                  </a:solidFill>
                  <a:latin typeface="Calibri (MS)"/>
                  <a:ea typeface="Calibri (MS)"/>
                  <a:cs typeface="Calibri (MS)"/>
                  <a:sym typeface="Calibri (MS)"/>
                </a:rPr>
                <a:t>EP05 Seguimiento</a:t>
              </a:r>
            </a:p>
          </p:txBody>
        </p:sp>
      </p:grpSp>
      <p:grpSp>
        <p:nvGrpSpPr>
          <p:cNvPr name="Group 88" id="88"/>
          <p:cNvGrpSpPr/>
          <p:nvPr/>
        </p:nvGrpSpPr>
        <p:grpSpPr>
          <a:xfrm rot="0">
            <a:off x="9027166" y="4521079"/>
            <a:ext cx="1323851" cy="537467"/>
            <a:chOff x="0" y="0"/>
            <a:chExt cx="1765135" cy="716623"/>
          </a:xfrm>
        </p:grpSpPr>
        <p:sp>
          <p:nvSpPr>
            <p:cNvPr name="Freeform 89" id="89"/>
            <p:cNvSpPr/>
            <p:nvPr/>
          </p:nvSpPr>
          <p:spPr>
            <a:xfrm flipH="false" flipV="false" rot="0">
              <a:off x="0" y="0"/>
              <a:ext cx="1765300" cy="716661"/>
            </a:xfrm>
            <a:custGeom>
              <a:avLst/>
              <a:gdLst/>
              <a:ahLst/>
              <a:cxnLst/>
              <a:rect r="r" b="b" t="t" l="l"/>
              <a:pathLst>
                <a:path h="716661" w="1765300">
                  <a:moveTo>
                    <a:pt x="0" y="76835"/>
                  </a:moveTo>
                  <a:cubicBezTo>
                    <a:pt x="0" y="34417"/>
                    <a:pt x="34417" y="0"/>
                    <a:pt x="76835" y="0"/>
                  </a:cubicBezTo>
                  <a:lnTo>
                    <a:pt x="1688465" y="0"/>
                  </a:lnTo>
                  <a:cubicBezTo>
                    <a:pt x="1730883" y="0"/>
                    <a:pt x="1765300" y="34417"/>
                    <a:pt x="1765300" y="76835"/>
                  </a:cubicBezTo>
                  <a:lnTo>
                    <a:pt x="1765300" y="639826"/>
                  </a:lnTo>
                  <a:cubicBezTo>
                    <a:pt x="1765300" y="682244"/>
                    <a:pt x="1730883" y="716661"/>
                    <a:pt x="1688465" y="716661"/>
                  </a:cubicBezTo>
                  <a:lnTo>
                    <a:pt x="76835" y="716661"/>
                  </a:lnTo>
                  <a:cubicBezTo>
                    <a:pt x="34417" y="716661"/>
                    <a:pt x="0" y="682244"/>
                    <a:pt x="0" y="639826"/>
                  </a:cubicBezTo>
                  <a:close/>
                </a:path>
              </a:pathLst>
            </a:custGeom>
            <a:solidFill>
              <a:srgbClr val="024A5A"/>
            </a:solidFill>
            <a:ln w="25400" cap="sq">
              <a:solidFill>
                <a:srgbClr val="024A5A"/>
              </a:solidFill>
              <a:prstDash val="solid"/>
              <a:miter/>
            </a:ln>
          </p:spPr>
        </p:sp>
      </p:grpSp>
      <p:grpSp>
        <p:nvGrpSpPr>
          <p:cNvPr name="Group 90" id="90"/>
          <p:cNvGrpSpPr/>
          <p:nvPr/>
        </p:nvGrpSpPr>
        <p:grpSpPr>
          <a:xfrm rot="0">
            <a:off x="10435342" y="4521079"/>
            <a:ext cx="1323851" cy="537467"/>
            <a:chOff x="0" y="0"/>
            <a:chExt cx="1765135" cy="716623"/>
          </a:xfrm>
        </p:grpSpPr>
        <p:sp>
          <p:nvSpPr>
            <p:cNvPr name="Freeform 91" id="91"/>
            <p:cNvSpPr/>
            <p:nvPr/>
          </p:nvSpPr>
          <p:spPr>
            <a:xfrm flipH="false" flipV="false" rot="0">
              <a:off x="0" y="0"/>
              <a:ext cx="1765300" cy="716661"/>
            </a:xfrm>
            <a:custGeom>
              <a:avLst/>
              <a:gdLst/>
              <a:ahLst/>
              <a:cxnLst/>
              <a:rect r="r" b="b" t="t" l="l"/>
              <a:pathLst>
                <a:path h="716661" w="1765300">
                  <a:moveTo>
                    <a:pt x="0" y="76835"/>
                  </a:moveTo>
                  <a:cubicBezTo>
                    <a:pt x="0" y="34417"/>
                    <a:pt x="34417" y="0"/>
                    <a:pt x="76835" y="0"/>
                  </a:cubicBezTo>
                  <a:lnTo>
                    <a:pt x="1688465" y="0"/>
                  </a:lnTo>
                  <a:cubicBezTo>
                    <a:pt x="1730883" y="0"/>
                    <a:pt x="1765300" y="34417"/>
                    <a:pt x="1765300" y="76835"/>
                  </a:cubicBezTo>
                  <a:lnTo>
                    <a:pt x="1765300" y="639826"/>
                  </a:lnTo>
                  <a:cubicBezTo>
                    <a:pt x="1765300" y="682244"/>
                    <a:pt x="1730883" y="716661"/>
                    <a:pt x="1688465" y="716661"/>
                  </a:cubicBezTo>
                  <a:lnTo>
                    <a:pt x="76835" y="716661"/>
                  </a:lnTo>
                  <a:cubicBezTo>
                    <a:pt x="34417" y="716661"/>
                    <a:pt x="0" y="682244"/>
                    <a:pt x="0" y="639826"/>
                  </a:cubicBezTo>
                  <a:close/>
                </a:path>
              </a:pathLst>
            </a:custGeom>
            <a:solidFill>
              <a:srgbClr val="024A5A"/>
            </a:solidFill>
            <a:ln w="25400" cap="sq">
              <a:solidFill>
                <a:srgbClr val="024A5A"/>
              </a:solidFill>
              <a:prstDash val="solid"/>
              <a:miter/>
            </a:ln>
          </p:spPr>
        </p:sp>
      </p:grpSp>
      <p:grpSp>
        <p:nvGrpSpPr>
          <p:cNvPr name="Group 92" id="92"/>
          <p:cNvGrpSpPr/>
          <p:nvPr/>
        </p:nvGrpSpPr>
        <p:grpSpPr>
          <a:xfrm rot="0">
            <a:off x="11843518" y="4521079"/>
            <a:ext cx="1323851" cy="537467"/>
            <a:chOff x="0" y="0"/>
            <a:chExt cx="1765135" cy="716623"/>
          </a:xfrm>
        </p:grpSpPr>
        <p:sp>
          <p:nvSpPr>
            <p:cNvPr name="Freeform 93" id="93"/>
            <p:cNvSpPr/>
            <p:nvPr/>
          </p:nvSpPr>
          <p:spPr>
            <a:xfrm flipH="false" flipV="false" rot="0">
              <a:off x="0" y="0"/>
              <a:ext cx="1765300" cy="716661"/>
            </a:xfrm>
            <a:custGeom>
              <a:avLst/>
              <a:gdLst/>
              <a:ahLst/>
              <a:cxnLst/>
              <a:rect r="r" b="b" t="t" l="l"/>
              <a:pathLst>
                <a:path h="716661" w="1765300">
                  <a:moveTo>
                    <a:pt x="0" y="76835"/>
                  </a:moveTo>
                  <a:cubicBezTo>
                    <a:pt x="0" y="34417"/>
                    <a:pt x="34417" y="0"/>
                    <a:pt x="76835" y="0"/>
                  </a:cubicBezTo>
                  <a:lnTo>
                    <a:pt x="1688465" y="0"/>
                  </a:lnTo>
                  <a:cubicBezTo>
                    <a:pt x="1730883" y="0"/>
                    <a:pt x="1765300" y="34417"/>
                    <a:pt x="1765300" y="76835"/>
                  </a:cubicBezTo>
                  <a:lnTo>
                    <a:pt x="1765300" y="639826"/>
                  </a:lnTo>
                  <a:cubicBezTo>
                    <a:pt x="1765300" y="682244"/>
                    <a:pt x="1730883" y="716661"/>
                    <a:pt x="1688465" y="716661"/>
                  </a:cubicBezTo>
                  <a:lnTo>
                    <a:pt x="76835" y="716661"/>
                  </a:lnTo>
                  <a:cubicBezTo>
                    <a:pt x="34417" y="716661"/>
                    <a:pt x="0" y="682244"/>
                    <a:pt x="0" y="639826"/>
                  </a:cubicBezTo>
                  <a:close/>
                </a:path>
              </a:pathLst>
            </a:custGeom>
            <a:solidFill>
              <a:srgbClr val="024A5A"/>
            </a:solidFill>
            <a:ln w="25400" cap="sq">
              <a:solidFill>
                <a:srgbClr val="024A5A"/>
              </a:solidFill>
              <a:prstDash val="solid"/>
              <a:miter/>
            </a:ln>
          </p:spPr>
        </p:sp>
      </p:grpSp>
      <p:grpSp>
        <p:nvGrpSpPr>
          <p:cNvPr name="Group 94" id="94"/>
          <p:cNvGrpSpPr/>
          <p:nvPr/>
        </p:nvGrpSpPr>
        <p:grpSpPr>
          <a:xfrm rot="0">
            <a:off x="651262" y="5143500"/>
            <a:ext cx="2743200" cy="585216"/>
            <a:chOff x="0" y="0"/>
            <a:chExt cx="3657600" cy="780288"/>
          </a:xfrm>
        </p:grpSpPr>
        <p:sp>
          <p:nvSpPr>
            <p:cNvPr name="Freeform 95" id="95"/>
            <p:cNvSpPr/>
            <p:nvPr/>
          </p:nvSpPr>
          <p:spPr>
            <a:xfrm flipH="false" flipV="false" rot="0">
              <a:off x="0" y="0"/>
              <a:ext cx="3657600" cy="780288"/>
            </a:xfrm>
            <a:custGeom>
              <a:avLst/>
              <a:gdLst/>
              <a:ahLst/>
              <a:cxnLst/>
              <a:rect r="r" b="b" t="t" l="l"/>
              <a:pathLst>
                <a:path h="780288" w="3657600">
                  <a:moveTo>
                    <a:pt x="0" y="0"/>
                  </a:moveTo>
                  <a:lnTo>
                    <a:pt x="3657600" y="0"/>
                  </a:lnTo>
                  <a:lnTo>
                    <a:pt x="3657600" y="780288"/>
                  </a:lnTo>
                  <a:lnTo>
                    <a:pt x="0" y="780288"/>
                  </a:lnTo>
                  <a:close/>
                </a:path>
              </a:pathLst>
            </a:custGeom>
            <a:blipFill>
              <a:blip r:embed="rId3">
                <a:alphaModFix amt="0"/>
              </a:blip>
              <a:stretch>
                <a:fillRect l="0" t="-41336" r="0" b="-41336"/>
              </a:stretch>
            </a:blipFill>
          </p:spPr>
        </p:sp>
        <p:sp>
          <p:nvSpPr>
            <p:cNvPr name="TextBox 96" id="96"/>
            <p:cNvSpPr txBox="true"/>
            <p:nvPr/>
          </p:nvSpPr>
          <p:spPr>
            <a:xfrm>
              <a:off x="0" y="-47625"/>
              <a:ext cx="3657600" cy="827913"/>
            </a:xfrm>
            <a:prstGeom prst="rect">
              <a:avLst/>
            </a:prstGeom>
          </p:spPr>
          <p:txBody>
            <a:bodyPr anchor="ctr" rtlCol="false" tIns="0" lIns="0" bIns="0" rIns="0"/>
            <a:lstStyle/>
            <a:p>
              <a:pPr algn="l">
                <a:lnSpc>
                  <a:spcPts val="2759"/>
                </a:lnSpc>
              </a:pPr>
              <a:r>
                <a:rPr lang="en-US" sz="2299">
                  <a:solidFill>
                    <a:srgbClr val="1A1A2E"/>
                  </a:solidFill>
                  <a:latin typeface="Calibri (MS)"/>
                  <a:ea typeface="Calibri (MS)"/>
                  <a:cs typeface="Calibri (MS)"/>
                  <a:sym typeface="Calibri (MS)"/>
                </a:rPr>
                <a:t>EP06 Incidencias</a:t>
              </a:r>
            </a:p>
          </p:txBody>
        </p:sp>
      </p:grpSp>
      <p:grpSp>
        <p:nvGrpSpPr>
          <p:cNvPr name="Group 97" id="97"/>
          <p:cNvGrpSpPr/>
          <p:nvPr/>
        </p:nvGrpSpPr>
        <p:grpSpPr>
          <a:xfrm rot="0">
            <a:off x="10435342" y="5179447"/>
            <a:ext cx="1323851" cy="537467"/>
            <a:chOff x="0" y="0"/>
            <a:chExt cx="1765135" cy="716623"/>
          </a:xfrm>
        </p:grpSpPr>
        <p:sp>
          <p:nvSpPr>
            <p:cNvPr name="Freeform 98" id="98"/>
            <p:cNvSpPr/>
            <p:nvPr/>
          </p:nvSpPr>
          <p:spPr>
            <a:xfrm flipH="false" flipV="false" rot="0">
              <a:off x="0" y="0"/>
              <a:ext cx="1765300" cy="716661"/>
            </a:xfrm>
            <a:custGeom>
              <a:avLst/>
              <a:gdLst/>
              <a:ahLst/>
              <a:cxnLst/>
              <a:rect r="r" b="b" t="t" l="l"/>
              <a:pathLst>
                <a:path h="716661" w="1765300">
                  <a:moveTo>
                    <a:pt x="0" y="76835"/>
                  </a:moveTo>
                  <a:cubicBezTo>
                    <a:pt x="0" y="34417"/>
                    <a:pt x="34417" y="0"/>
                    <a:pt x="76835" y="0"/>
                  </a:cubicBezTo>
                  <a:lnTo>
                    <a:pt x="1688465" y="0"/>
                  </a:lnTo>
                  <a:cubicBezTo>
                    <a:pt x="1730883" y="0"/>
                    <a:pt x="1765300" y="34417"/>
                    <a:pt x="1765300" y="76835"/>
                  </a:cubicBezTo>
                  <a:lnTo>
                    <a:pt x="1765300" y="639826"/>
                  </a:lnTo>
                  <a:cubicBezTo>
                    <a:pt x="1765300" y="682244"/>
                    <a:pt x="1730883" y="716661"/>
                    <a:pt x="1688465" y="716661"/>
                  </a:cubicBezTo>
                  <a:lnTo>
                    <a:pt x="76835" y="716661"/>
                  </a:lnTo>
                  <a:cubicBezTo>
                    <a:pt x="34417" y="716661"/>
                    <a:pt x="0" y="682244"/>
                    <a:pt x="0" y="639826"/>
                  </a:cubicBezTo>
                  <a:close/>
                </a:path>
              </a:pathLst>
            </a:custGeom>
            <a:solidFill>
              <a:srgbClr val="1E2761"/>
            </a:solidFill>
            <a:ln w="25400" cap="sq">
              <a:solidFill>
                <a:srgbClr val="1E2761"/>
              </a:solidFill>
              <a:prstDash val="solid"/>
              <a:miter/>
            </a:ln>
          </p:spPr>
        </p:sp>
      </p:grpSp>
      <p:grpSp>
        <p:nvGrpSpPr>
          <p:cNvPr name="Group 99" id="99"/>
          <p:cNvGrpSpPr/>
          <p:nvPr/>
        </p:nvGrpSpPr>
        <p:grpSpPr>
          <a:xfrm rot="0">
            <a:off x="11843518" y="5179447"/>
            <a:ext cx="1323851" cy="537467"/>
            <a:chOff x="0" y="0"/>
            <a:chExt cx="1765135" cy="716623"/>
          </a:xfrm>
        </p:grpSpPr>
        <p:sp>
          <p:nvSpPr>
            <p:cNvPr name="Freeform 100" id="100"/>
            <p:cNvSpPr/>
            <p:nvPr/>
          </p:nvSpPr>
          <p:spPr>
            <a:xfrm flipH="false" flipV="false" rot="0">
              <a:off x="0" y="0"/>
              <a:ext cx="1765300" cy="716661"/>
            </a:xfrm>
            <a:custGeom>
              <a:avLst/>
              <a:gdLst/>
              <a:ahLst/>
              <a:cxnLst/>
              <a:rect r="r" b="b" t="t" l="l"/>
              <a:pathLst>
                <a:path h="716661" w="1765300">
                  <a:moveTo>
                    <a:pt x="0" y="76835"/>
                  </a:moveTo>
                  <a:cubicBezTo>
                    <a:pt x="0" y="34417"/>
                    <a:pt x="34417" y="0"/>
                    <a:pt x="76835" y="0"/>
                  </a:cubicBezTo>
                  <a:lnTo>
                    <a:pt x="1688465" y="0"/>
                  </a:lnTo>
                  <a:cubicBezTo>
                    <a:pt x="1730883" y="0"/>
                    <a:pt x="1765300" y="34417"/>
                    <a:pt x="1765300" y="76835"/>
                  </a:cubicBezTo>
                  <a:lnTo>
                    <a:pt x="1765300" y="639826"/>
                  </a:lnTo>
                  <a:cubicBezTo>
                    <a:pt x="1765300" y="682244"/>
                    <a:pt x="1730883" y="716661"/>
                    <a:pt x="1688465" y="716661"/>
                  </a:cubicBezTo>
                  <a:lnTo>
                    <a:pt x="76835" y="716661"/>
                  </a:lnTo>
                  <a:cubicBezTo>
                    <a:pt x="34417" y="716661"/>
                    <a:pt x="0" y="682244"/>
                    <a:pt x="0" y="639826"/>
                  </a:cubicBezTo>
                  <a:close/>
                </a:path>
              </a:pathLst>
            </a:custGeom>
            <a:solidFill>
              <a:srgbClr val="1E2761"/>
            </a:solidFill>
            <a:ln w="25400" cap="sq">
              <a:solidFill>
                <a:srgbClr val="1E2761"/>
              </a:solidFill>
              <a:prstDash val="solid"/>
              <a:miter/>
            </a:ln>
          </p:spPr>
        </p:sp>
      </p:grpSp>
      <p:grpSp>
        <p:nvGrpSpPr>
          <p:cNvPr name="Group 101" id="101"/>
          <p:cNvGrpSpPr/>
          <p:nvPr/>
        </p:nvGrpSpPr>
        <p:grpSpPr>
          <a:xfrm rot="0">
            <a:off x="13251694" y="5179447"/>
            <a:ext cx="1323851" cy="537467"/>
            <a:chOff x="0" y="0"/>
            <a:chExt cx="1765135" cy="716623"/>
          </a:xfrm>
        </p:grpSpPr>
        <p:sp>
          <p:nvSpPr>
            <p:cNvPr name="Freeform 102" id="102"/>
            <p:cNvSpPr/>
            <p:nvPr/>
          </p:nvSpPr>
          <p:spPr>
            <a:xfrm flipH="false" flipV="false" rot="0">
              <a:off x="0" y="0"/>
              <a:ext cx="1765300" cy="716661"/>
            </a:xfrm>
            <a:custGeom>
              <a:avLst/>
              <a:gdLst/>
              <a:ahLst/>
              <a:cxnLst/>
              <a:rect r="r" b="b" t="t" l="l"/>
              <a:pathLst>
                <a:path h="716661" w="1765300">
                  <a:moveTo>
                    <a:pt x="0" y="76835"/>
                  </a:moveTo>
                  <a:cubicBezTo>
                    <a:pt x="0" y="34417"/>
                    <a:pt x="34417" y="0"/>
                    <a:pt x="76835" y="0"/>
                  </a:cubicBezTo>
                  <a:lnTo>
                    <a:pt x="1688465" y="0"/>
                  </a:lnTo>
                  <a:cubicBezTo>
                    <a:pt x="1730883" y="0"/>
                    <a:pt x="1765300" y="34417"/>
                    <a:pt x="1765300" y="76835"/>
                  </a:cubicBezTo>
                  <a:lnTo>
                    <a:pt x="1765300" y="639826"/>
                  </a:lnTo>
                  <a:cubicBezTo>
                    <a:pt x="1765300" y="682244"/>
                    <a:pt x="1730883" y="716661"/>
                    <a:pt x="1688465" y="716661"/>
                  </a:cubicBezTo>
                  <a:lnTo>
                    <a:pt x="76835" y="716661"/>
                  </a:lnTo>
                  <a:cubicBezTo>
                    <a:pt x="34417" y="716661"/>
                    <a:pt x="0" y="682244"/>
                    <a:pt x="0" y="639826"/>
                  </a:cubicBezTo>
                  <a:close/>
                </a:path>
              </a:pathLst>
            </a:custGeom>
            <a:solidFill>
              <a:srgbClr val="1E2761"/>
            </a:solidFill>
            <a:ln w="25400" cap="sq">
              <a:solidFill>
                <a:srgbClr val="1E2761"/>
              </a:solidFill>
              <a:prstDash val="solid"/>
              <a:miter/>
            </a:ln>
          </p:spPr>
        </p:sp>
      </p:grpSp>
      <p:grpSp>
        <p:nvGrpSpPr>
          <p:cNvPr name="Group 103" id="103"/>
          <p:cNvGrpSpPr/>
          <p:nvPr/>
        </p:nvGrpSpPr>
        <p:grpSpPr>
          <a:xfrm rot="0">
            <a:off x="614686" y="5776341"/>
            <a:ext cx="2743200" cy="585216"/>
            <a:chOff x="0" y="0"/>
            <a:chExt cx="3657600" cy="780288"/>
          </a:xfrm>
        </p:grpSpPr>
        <p:sp>
          <p:nvSpPr>
            <p:cNvPr name="Freeform 104" id="104"/>
            <p:cNvSpPr/>
            <p:nvPr/>
          </p:nvSpPr>
          <p:spPr>
            <a:xfrm flipH="false" flipV="false" rot="0">
              <a:off x="0" y="0"/>
              <a:ext cx="3657600" cy="780288"/>
            </a:xfrm>
            <a:custGeom>
              <a:avLst/>
              <a:gdLst/>
              <a:ahLst/>
              <a:cxnLst/>
              <a:rect r="r" b="b" t="t" l="l"/>
              <a:pathLst>
                <a:path h="780288" w="3657600">
                  <a:moveTo>
                    <a:pt x="0" y="0"/>
                  </a:moveTo>
                  <a:lnTo>
                    <a:pt x="3657600" y="0"/>
                  </a:lnTo>
                  <a:lnTo>
                    <a:pt x="3657600" y="780288"/>
                  </a:lnTo>
                  <a:lnTo>
                    <a:pt x="0" y="780288"/>
                  </a:lnTo>
                  <a:close/>
                </a:path>
              </a:pathLst>
            </a:custGeom>
            <a:blipFill>
              <a:blip r:embed="rId3">
                <a:alphaModFix amt="0"/>
              </a:blip>
              <a:stretch>
                <a:fillRect l="0" t="-41336" r="0" b="-41336"/>
              </a:stretch>
            </a:blipFill>
          </p:spPr>
        </p:sp>
        <p:sp>
          <p:nvSpPr>
            <p:cNvPr name="TextBox 105" id="105"/>
            <p:cNvSpPr txBox="true"/>
            <p:nvPr/>
          </p:nvSpPr>
          <p:spPr>
            <a:xfrm>
              <a:off x="0" y="-47625"/>
              <a:ext cx="3657600" cy="827913"/>
            </a:xfrm>
            <a:prstGeom prst="rect">
              <a:avLst/>
            </a:prstGeom>
          </p:spPr>
          <p:txBody>
            <a:bodyPr anchor="ctr" rtlCol="false" tIns="0" lIns="0" bIns="0" rIns="0"/>
            <a:lstStyle/>
            <a:p>
              <a:pPr algn="l">
                <a:lnSpc>
                  <a:spcPts val="2759"/>
                </a:lnSpc>
              </a:pPr>
              <a:r>
                <a:rPr lang="en-US" sz="2299">
                  <a:solidFill>
                    <a:srgbClr val="1A1A2E"/>
                  </a:solidFill>
                  <a:latin typeface="Calibri (MS)"/>
                  <a:ea typeface="Calibri (MS)"/>
                  <a:cs typeface="Calibri (MS)"/>
                  <a:sym typeface="Calibri (MS)"/>
                </a:rPr>
                <a:t>EP07 Cierre</a:t>
              </a:r>
            </a:p>
          </p:txBody>
        </p:sp>
      </p:grpSp>
      <p:grpSp>
        <p:nvGrpSpPr>
          <p:cNvPr name="Group 106" id="106"/>
          <p:cNvGrpSpPr/>
          <p:nvPr/>
        </p:nvGrpSpPr>
        <p:grpSpPr>
          <a:xfrm rot="0">
            <a:off x="13251694" y="5837815"/>
            <a:ext cx="1323851" cy="537467"/>
            <a:chOff x="0" y="0"/>
            <a:chExt cx="1765135" cy="716623"/>
          </a:xfrm>
        </p:grpSpPr>
        <p:sp>
          <p:nvSpPr>
            <p:cNvPr name="Freeform 107" id="107"/>
            <p:cNvSpPr/>
            <p:nvPr/>
          </p:nvSpPr>
          <p:spPr>
            <a:xfrm flipH="false" flipV="false" rot="0">
              <a:off x="0" y="0"/>
              <a:ext cx="1765300" cy="716661"/>
            </a:xfrm>
            <a:custGeom>
              <a:avLst/>
              <a:gdLst/>
              <a:ahLst/>
              <a:cxnLst/>
              <a:rect r="r" b="b" t="t" l="l"/>
              <a:pathLst>
                <a:path h="716661" w="1765300">
                  <a:moveTo>
                    <a:pt x="0" y="76835"/>
                  </a:moveTo>
                  <a:cubicBezTo>
                    <a:pt x="0" y="34417"/>
                    <a:pt x="34417" y="0"/>
                    <a:pt x="76835" y="0"/>
                  </a:cubicBezTo>
                  <a:lnTo>
                    <a:pt x="1688465" y="0"/>
                  </a:lnTo>
                  <a:cubicBezTo>
                    <a:pt x="1730883" y="0"/>
                    <a:pt x="1765300" y="34417"/>
                    <a:pt x="1765300" y="76835"/>
                  </a:cubicBezTo>
                  <a:lnTo>
                    <a:pt x="1765300" y="639826"/>
                  </a:lnTo>
                  <a:cubicBezTo>
                    <a:pt x="1765300" y="682244"/>
                    <a:pt x="1730883" y="716661"/>
                    <a:pt x="1688465" y="716661"/>
                  </a:cubicBezTo>
                  <a:lnTo>
                    <a:pt x="76835" y="716661"/>
                  </a:lnTo>
                  <a:cubicBezTo>
                    <a:pt x="34417" y="716661"/>
                    <a:pt x="0" y="682244"/>
                    <a:pt x="0" y="639826"/>
                  </a:cubicBezTo>
                  <a:close/>
                </a:path>
              </a:pathLst>
            </a:custGeom>
            <a:solidFill>
              <a:srgbClr val="1A3A5C"/>
            </a:solidFill>
            <a:ln w="25400" cap="sq">
              <a:solidFill>
                <a:srgbClr val="1A3A5C"/>
              </a:solidFill>
              <a:prstDash val="solid"/>
              <a:miter/>
            </a:ln>
          </p:spPr>
        </p:sp>
      </p:grpSp>
      <p:grpSp>
        <p:nvGrpSpPr>
          <p:cNvPr name="Group 108" id="108"/>
          <p:cNvGrpSpPr/>
          <p:nvPr/>
        </p:nvGrpSpPr>
        <p:grpSpPr>
          <a:xfrm rot="0">
            <a:off x="14659870" y="5837815"/>
            <a:ext cx="1323851" cy="537467"/>
            <a:chOff x="0" y="0"/>
            <a:chExt cx="1765135" cy="716623"/>
          </a:xfrm>
        </p:grpSpPr>
        <p:sp>
          <p:nvSpPr>
            <p:cNvPr name="Freeform 109" id="109"/>
            <p:cNvSpPr/>
            <p:nvPr/>
          </p:nvSpPr>
          <p:spPr>
            <a:xfrm flipH="false" flipV="false" rot="0">
              <a:off x="0" y="0"/>
              <a:ext cx="1765300" cy="716661"/>
            </a:xfrm>
            <a:custGeom>
              <a:avLst/>
              <a:gdLst/>
              <a:ahLst/>
              <a:cxnLst/>
              <a:rect r="r" b="b" t="t" l="l"/>
              <a:pathLst>
                <a:path h="716661" w="1765300">
                  <a:moveTo>
                    <a:pt x="0" y="76835"/>
                  </a:moveTo>
                  <a:cubicBezTo>
                    <a:pt x="0" y="34417"/>
                    <a:pt x="34417" y="0"/>
                    <a:pt x="76835" y="0"/>
                  </a:cubicBezTo>
                  <a:lnTo>
                    <a:pt x="1688465" y="0"/>
                  </a:lnTo>
                  <a:cubicBezTo>
                    <a:pt x="1730883" y="0"/>
                    <a:pt x="1765300" y="34417"/>
                    <a:pt x="1765300" y="76835"/>
                  </a:cubicBezTo>
                  <a:lnTo>
                    <a:pt x="1765300" y="639826"/>
                  </a:lnTo>
                  <a:cubicBezTo>
                    <a:pt x="1765300" y="682244"/>
                    <a:pt x="1730883" y="716661"/>
                    <a:pt x="1688465" y="716661"/>
                  </a:cubicBezTo>
                  <a:lnTo>
                    <a:pt x="76835" y="716661"/>
                  </a:lnTo>
                  <a:cubicBezTo>
                    <a:pt x="34417" y="716661"/>
                    <a:pt x="0" y="682244"/>
                    <a:pt x="0" y="639826"/>
                  </a:cubicBezTo>
                  <a:close/>
                </a:path>
              </a:pathLst>
            </a:custGeom>
            <a:solidFill>
              <a:srgbClr val="1A3A5C"/>
            </a:solidFill>
            <a:ln w="25400" cap="sq">
              <a:solidFill>
                <a:srgbClr val="1A3A5C"/>
              </a:solidFill>
              <a:prstDash val="solid"/>
              <a:miter/>
            </a:ln>
          </p:spPr>
        </p:sp>
      </p:grpSp>
      <p:grpSp>
        <p:nvGrpSpPr>
          <p:cNvPr name="Group 110" id="110"/>
          <p:cNvGrpSpPr/>
          <p:nvPr/>
        </p:nvGrpSpPr>
        <p:grpSpPr>
          <a:xfrm rot="0">
            <a:off x="651262" y="6439162"/>
            <a:ext cx="2743200" cy="585216"/>
            <a:chOff x="0" y="0"/>
            <a:chExt cx="3657600" cy="780288"/>
          </a:xfrm>
        </p:grpSpPr>
        <p:sp>
          <p:nvSpPr>
            <p:cNvPr name="Freeform 111" id="111"/>
            <p:cNvSpPr/>
            <p:nvPr/>
          </p:nvSpPr>
          <p:spPr>
            <a:xfrm flipH="false" flipV="false" rot="0">
              <a:off x="0" y="0"/>
              <a:ext cx="3657600" cy="780288"/>
            </a:xfrm>
            <a:custGeom>
              <a:avLst/>
              <a:gdLst/>
              <a:ahLst/>
              <a:cxnLst/>
              <a:rect r="r" b="b" t="t" l="l"/>
              <a:pathLst>
                <a:path h="780288" w="3657600">
                  <a:moveTo>
                    <a:pt x="0" y="0"/>
                  </a:moveTo>
                  <a:lnTo>
                    <a:pt x="3657600" y="0"/>
                  </a:lnTo>
                  <a:lnTo>
                    <a:pt x="3657600" y="780288"/>
                  </a:lnTo>
                  <a:lnTo>
                    <a:pt x="0" y="780288"/>
                  </a:lnTo>
                  <a:close/>
                </a:path>
              </a:pathLst>
            </a:custGeom>
            <a:blipFill>
              <a:blip r:embed="rId3">
                <a:alphaModFix amt="0"/>
              </a:blip>
              <a:stretch>
                <a:fillRect l="0" t="-41336" r="0" b="-41336"/>
              </a:stretch>
            </a:blipFill>
          </p:spPr>
        </p:sp>
        <p:sp>
          <p:nvSpPr>
            <p:cNvPr name="TextBox 112" id="112"/>
            <p:cNvSpPr txBox="true"/>
            <p:nvPr/>
          </p:nvSpPr>
          <p:spPr>
            <a:xfrm>
              <a:off x="0" y="-47625"/>
              <a:ext cx="3657600" cy="827913"/>
            </a:xfrm>
            <a:prstGeom prst="rect">
              <a:avLst/>
            </a:prstGeom>
          </p:spPr>
          <p:txBody>
            <a:bodyPr anchor="ctr" rtlCol="false" tIns="0" lIns="0" bIns="0" rIns="0"/>
            <a:lstStyle/>
            <a:p>
              <a:pPr algn="l">
                <a:lnSpc>
                  <a:spcPts val="2759"/>
                </a:lnSpc>
              </a:pPr>
              <a:r>
                <a:rPr lang="en-US" sz="2299" b="true">
                  <a:solidFill>
                    <a:srgbClr val="1A1A2E"/>
                  </a:solidFill>
                  <a:latin typeface="Calibri (MS) Bold"/>
                  <a:ea typeface="Calibri (MS) Bold"/>
                  <a:cs typeface="Calibri (MS) Bold"/>
                  <a:sym typeface="Calibri (MS) Bold"/>
                </a:rPr>
                <a:t>Integración/Pruebas</a:t>
              </a:r>
            </a:p>
          </p:txBody>
        </p:sp>
      </p:grpSp>
      <p:grpSp>
        <p:nvGrpSpPr>
          <p:cNvPr name="Group 113" id="113"/>
          <p:cNvGrpSpPr/>
          <p:nvPr/>
        </p:nvGrpSpPr>
        <p:grpSpPr>
          <a:xfrm rot="0">
            <a:off x="14659870" y="6496183"/>
            <a:ext cx="1323851" cy="537467"/>
            <a:chOff x="0" y="0"/>
            <a:chExt cx="1765135" cy="716623"/>
          </a:xfrm>
        </p:grpSpPr>
        <p:sp>
          <p:nvSpPr>
            <p:cNvPr name="Freeform 114" id="114"/>
            <p:cNvSpPr/>
            <p:nvPr/>
          </p:nvSpPr>
          <p:spPr>
            <a:xfrm flipH="false" flipV="false" rot="0">
              <a:off x="0" y="0"/>
              <a:ext cx="1765300" cy="716661"/>
            </a:xfrm>
            <a:custGeom>
              <a:avLst/>
              <a:gdLst/>
              <a:ahLst/>
              <a:cxnLst/>
              <a:rect r="r" b="b" t="t" l="l"/>
              <a:pathLst>
                <a:path h="716661" w="1765300">
                  <a:moveTo>
                    <a:pt x="0" y="76835"/>
                  </a:moveTo>
                  <a:cubicBezTo>
                    <a:pt x="0" y="34417"/>
                    <a:pt x="34417" y="0"/>
                    <a:pt x="76835" y="0"/>
                  </a:cubicBezTo>
                  <a:lnTo>
                    <a:pt x="1688465" y="0"/>
                  </a:lnTo>
                  <a:cubicBezTo>
                    <a:pt x="1730883" y="0"/>
                    <a:pt x="1765300" y="34417"/>
                    <a:pt x="1765300" y="76835"/>
                  </a:cubicBezTo>
                  <a:lnTo>
                    <a:pt x="1765300" y="639826"/>
                  </a:lnTo>
                  <a:cubicBezTo>
                    <a:pt x="1765300" y="682244"/>
                    <a:pt x="1730883" y="716661"/>
                    <a:pt x="1688465" y="716661"/>
                  </a:cubicBezTo>
                  <a:lnTo>
                    <a:pt x="76835" y="716661"/>
                  </a:lnTo>
                  <a:cubicBezTo>
                    <a:pt x="34417" y="716661"/>
                    <a:pt x="0" y="682244"/>
                    <a:pt x="0" y="639826"/>
                  </a:cubicBezTo>
                  <a:close/>
                </a:path>
              </a:pathLst>
            </a:custGeom>
            <a:solidFill>
              <a:srgbClr val="2C5F7A"/>
            </a:solidFill>
            <a:ln w="25400" cap="sq">
              <a:solidFill>
                <a:srgbClr val="2C5F7A"/>
              </a:solidFill>
              <a:prstDash val="solid"/>
              <a:miter/>
            </a:ln>
          </p:spPr>
        </p:sp>
      </p:grpSp>
      <p:grpSp>
        <p:nvGrpSpPr>
          <p:cNvPr name="Group 115" id="115"/>
          <p:cNvGrpSpPr/>
          <p:nvPr/>
        </p:nvGrpSpPr>
        <p:grpSpPr>
          <a:xfrm rot="0">
            <a:off x="16068046" y="6496183"/>
            <a:ext cx="1323851" cy="537467"/>
            <a:chOff x="0" y="0"/>
            <a:chExt cx="1765135" cy="716623"/>
          </a:xfrm>
        </p:grpSpPr>
        <p:sp>
          <p:nvSpPr>
            <p:cNvPr name="Freeform 116" id="116"/>
            <p:cNvSpPr/>
            <p:nvPr/>
          </p:nvSpPr>
          <p:spPr>
            <a:xfrm flipH="false" flipV="false" rot="0">
              <a:off x="0" y="0"/>
              <a:ext cx="1765300" cy="716661"/>
            </a:xfrm>
            <a:custGeom>
              <a:avLst/>
              <a:gdLst/>
              <a:ahLst/>
              <a:cxnLst/>
              <a:rect r="r" b="b" t="t" l="l"/>
              <a:pathLst>
                <a:path h="716661" w="1765300">
                  <a:moveTo>
                    <a:pt x="0" y="76835"/>
                  </a:moveTo>
                  <a:cubicBezTo>
                    <a:pt x="0" y="34417"/>
                    <a:pt x="34417" y="0"/>
                    <a:pt x="76835" y="0"/>
                  </a:cubicBezTo>
                  <a:lnTo>
                    <a:pt x="1688465" y="0"/>
                  </a:lnTo>
                  <a:cubicBezTo>
                    <a:pt x="1730883" y="0"/>
                    <a:pt x="1765300" y="34417"/>
                    <a:pt x="1765300" y="76835"/>
                  </a:cubicBezTo>
                  <a:lnTo>
                    <a:pt x="1765300" y="639826"/>
                  </a:lnTo>
                  <a:cubicBezTo>
                    <a:pt x="1765300" y="682244"/>
                    <a:pt x="1730883" y="716661"/>
                    <a:pt x="1688465" y="716661"/>
                  </a:cubicBezTo>
                  <a:lnTo>
                    <a:pt x="76835" y="716661"/>
                  </a:lnTo>
                  <a:cubicBezTo>
                    <a:pt x="34417" y="716661"/>
                    <a:pt x="0" y="682244"/>
                    <a:pt x="0" y="639826"/>
                  </a:cubicBezTo>
                  <a:close/>
                </a:path>
              </a:pathLst>
            </a:custGeom>
            <a:solidFill>
              <a:srgbClr val="2C5F7A"/>
            </a:solidFill>
            <a:ln w="25400" cap="sq">
              <a:solidFill>
                <a:srgbClr val="2C5F7A"/>
              </a:solidFill>
              <a:prstDash val="solid"/>
              <a:miter/>
            </a:ln>
          </p:spPr>
        </p:sp>
      </p:grpSp>
      <p:grpSp>
        <p:nvGrpSpPr>
          <p:cNvPr name="Group 117" id="117"/>
          <p:cNvGrpSpPr/>
          <p:nvPr/>
        </p:nvGrpSpPr>
        <p:grpSpPr>
          <a:xfrm rot="0">
            <a:off x="651262" y="7367907"/>
            <a:ext cx="6609083" cy="793499"/>
            <a:chOff x="0" y="0"/>
            <a:chExt cx="8812111" cy="1057999"/>
          </a:xfrm>
        </p:grpSpPr>
        <p:sp>
          <p:nvSpPr>
            <p:cNvPr name="Freeform 118" id="118"/>
            <p:cNvSpPr/>
            <p:nvPr/>
          </p:nvSpPr>
          <p:spPr>
            <a:xfrm flipH="false" flipV="false" rot="0">
              <a:off x="0" y="0"/>
              <a:ext cx="8812149" cy="1058037"/>
            </a:xfrm>
            <a:custGeom>
              <a:avLst/>
              <a:gdLst/>
              <a:ahLst/>
              <a:cxnLst/>
              <a:rect r="r" b="b" t="t" l="l"/>
              <a:pathLst>
                <a:path h="1058037" w="8812149">
                  <a:moveTo>
                    <a:pt x="0" y="125984"/>
                  </a:moveTo>
                  <a:cubicBezTo>
                    <a:pt x="0" y="56388"/>
                    <a:pt x="56388" y="0"/>
                    <a:pt x="125984" y="0"/>
                  </a:cubicBezTo>
                  <a:lnTo>
                    <a:pt x="8686165" y="0"/>
                  </a:lnTo>
                  <a:cubicBezTo>
                    <a:pt x="8755761" y="0"/>
                    <a:pt x="8812149" y="56388"/>
                    <a:pt x="8812149" y="125984"/>
                  </a:cubicBezTo>
                  <a:lnTo>
                    <a:pt x="8812149" y="932053"/>
                  </a:lnTo>
                  <a:cubicBezTo>
                    <a:pt x="8812149" y="1001649"/>
                    <a:pt x="8755761" y="1058037"/>
                    <a:pt x="8686165" y="1058037"/>
                  </a:cubicBezTo>
                  <a:lnTo>
                    <a:pt x="125984" y="1058037"/>
                  </a:lnTo>
                  <a:cubicBezTo>
                    <a:pt x="56388" y="1058037"/>
                    <a:pt x="0" y="1001649"/>
                    <a:pt x="0" y="932053"/>
                  </a:cubicBezTo>
                  <a:close/>
                </a:path>
              </a:pathLst>
            </a:custGeom>
            <a:solidFill>
              <a:srgbClr val="FFF3CD"/>
            </a:solidFill>
            <a:ln w="25400" cap="sq">
              <a:solidFill>
                <a:srgbClr val="F0A500"/>
              </a:solidFill>
              <a:prstDash val="solid"/>
              <a:miter/>
            </a:ln>
          </p:spPr>
        </p:sp>
      </p:grpSp>
      <p:grpSp>
        <p:nvGrpSpPr>
          <p:cNvPr name="Group 119" id="119"/>
          <p:cNvGrpSpPr/>
          <p:nvPr/>
        </p:nvGrpSpPr>
        <p:grpSpPr>
          <a:xfrm rot="0">
            <a:off x="890990" y="7512407"/>
            <a:ext cx="6217920" cy="548640"/>
            <a:chOff x="0" y="0"/>
            <a:chExt cx="8290560" cy="731520"/>
          </a:xfrm>
        </p:grpSpPr>
        <p:sp>
          <p:nvSpPr>
            <p:cNvPr name="Freeform 120" id="120"/>
            <p:cNvSpPr/>
            <p:nvPr/>
          </p:nvSpPr>
          <p:spPr>
            <a:xfrm flipH="false" flipV="false" rot="0">
              <a:off x="0" y="0"/>
              <a:ext cx="8290560" cy="731520"/>
            </a:xfrm>
            <a:custGeom>
              <a:avLst/>
              <a:gdLst/>
              <a:ahLst/>
              <a:cxnLst/>
              <a:rect r="r" b="b" t="t" l="l"/>
              <a:pathLst>
                <a:path h="731520" w="8290560">
                  <a:moveTo>
                    <a:pt x="0" y="0"/>
                  </a:moveTo>
                  <a:lnTo>
                    <a:pt x="8290560" y="0"/>
                  </a:lnTo>
                  <a:lnTo>
                    <a:pt x="8290560" y="731520"/>
                  </a:lnTo>
                  <a:lnTo>
                    <a:pt x="0" y="731520"/>
                  </a:lnTo>
                  <a:close/>
                </a:path>
              </a:pathLst>
            </a:custGeom>
            <a:blipFill>
              <a:blip r:embed="rId3">
                <a:alphaModFix amt="0"/>
              </a:blip>
              <a:stretch>
                <a:fillRect l="0" t="-170830" r="0" b="-170830"/>
              </a:stretch>
            </a:blipFill>
          </p:spPr>
        </p:sp>
        <p:sp>
          <p:nvSpPr>
            <p:cNvPr name="TextBox 121" id="121"/>
            <p:cNvSpPr txBox="true"/>
            <p:nvPr/>
          </p:nvSpPr>
          <p:spPr>
            <a:xfrm>
              <a:off x="0" y="-38100"/>
              <a:ext cx="8290560" cy="769620"/>
            </a:xfrm>
            <a:prstGeom prst="rect">
              <a:avLst/>
            </a:prstGeom>
          </p:spPr>
          <p:txBody>
            <a:bodyPr anchor="ctr" rtlCol="false" tIns="0" lIns="0" bIns="0" rIns="0"/>
            <a:lstStyle/>
            <a:p>
              <a:pPr algn="l">
                <a:lnSpc>
                  <a:spcPts val="2279"/>
                </a:lnSpc>
              </a:pPr>
              <a:r>
                <a:rPr lang="en-US" sz="1899" b="true">
                  <a:solidFill>
                    <a:srgbClr val="C07000"/>
                  </a:solidFill>
                  <a:latin typeface="Calibri (MS) Bold"/>
                  <a:ea typeface="Calibri (MS) Bold"/>
                  <a:cs typeface="Calibri (MS) Bold"/>
                  <a:sym typeface="Calibri (MS) Bold"/>
                </a:rPr>
                <a:t>⚠  Estimación Poker Planning: pendiente</a:t>
              </a:r>
            </a:p>
          </p:txBody>
        </p:sp>
      </p:grpSp>
      <p:grpSp>
        <p:nvGrpSpPr>
          <p:cNvPr name="Group 122" id="122"/>
          <p:cNvGrpSpPr/>
          <p:nvPr/>
        </p:nvGrpSpPr>
        <p:grpSpPr>
          <a:xfrm rot="0">
            <a:off x="7494532" y="7118223"/>
            <a:ext cx="3602736" cy="499367"/>
            <a:chOff x="0" y="0"/>
            <a:chExt cx="5277627" cy="731520"/>
          </a:xfrm>
        </p:grpSpPr>
        <p:sp>
          <p:nvSpPr>
            <p:cNvPr name="Freeform 123" id="123"/>
            <p:cNvSpPr/>
            <p:nvPr/>
          </p:nvSpPr>
          <p:spPr>
            <a:xfrm flipH="false" flipV="false" rot="0">
              <a:off x="0" y="0"/>
              <a:ext cx="5277627" cy="731520"/>
            </a:xfrm>
            <a:custGeom>
              <a:avLst/>
              <a:gdLst/>
              <a:ahLst/>
              <a:cxnLst/>
              <a:rect r="r" b="b" t="t" l="l"/>
              <a:pathLst>
                <a:path h="731520" w="5277627">
                  <a:moveTo>
                    <a:pt x="0" y="0"/>
                  </a:moveTo>
                  <a:lnTo>
                    <a:pt x="5277627" y="0"/>
                  </a:lnTo>
                  <a:lnTo>
                    <a:pt x="5277627" y="731520"/>
                  </a:lnTo>
                  <a:lnTo>
                    <a:pt x="0" y="731520"/>
                  </a:lnTo>
                  <a:close/>
                </a:path>
              </a:pathLst>
            </a:custGeom>
            <a:blipFill>
              <a:blip r:embed="rId3">
                <a:alphaModFix amt="0"/>
              </a:blip>
              <a:stretch>
                <a:fillRect l="0" t="-320215" r="-163354" b="-320215"/>
              </a:stretch>
            </a:blipFill>
          </p:spPr>
        </p:sp>
        <p:sp>
          <p:nvSpPr>
            <p:cNvPr name="TextBox 124" id="124"/>
            <p:cNvSpPr txBox="true"/>
            <p:nvPr/>
          </p:nvSpPr>
          <p:spPr>
            <a:xfrm>
              <a:off x="0" y="-38100"/>
              <a:ext cx="5277627" cy="769620"/>
            </a:xfrm>
            <a:prstGeom prst="rect">
              <a:avLst/>
            </a:prstGeom>
          </p:spPr>
          <p:txBody>
            <a:bodyPr anchor="ctr" rtlCol="false" tIns="0" lIns="0" bIns="0" rIns="0"/>
            <a:lstStyle/>
            <a:p>
              <a:pPr algn="l">
                <a:lnSpc>
                  <a:spcPts val="2879"/>
                </a:lnSpc>
              </a:pPr>
              <a:r>
                <a:rPr lang="en-US" sz="2400" b="true">
                  <a:solidFill>
                    <a:srgbClr val="1E2761"/>
                  </a:solidFill>
                  <a:latin typeface="Calibri (MS) Bold"/>
                  <a:ea typeface="Calibri (MS) Bold"/>
                  <a:cs typeface="Calibri (MS) Bold"/>
                  <a:sym typeface="Calibri (MS) Bold"/>
                </a:rPr>
                <a:t>Evidencias del proyecto</a:t>
              </a:r>
            </a:p>
          </p:txBody>
        </p:sp>
      </p:grpSp>
      <p:grpSp>
        <p:nvGrpSpPr>
          <p:cNvPr name="Group 125" id="125"/>
          <p:cNvGrpSpPr/>
          <p:nvPr/>
        </p:nvGrpSpPr>
        <p:grpSpPr>
          <a:xfrm rot="0">
            <a:off x="7494532" y="7629883"/>
            <a:ext cx="5054603" cy="756923"/>
            <a:chOff x="0" y="0"/>
            <a:chExt cx="6739471" cy="1009231"/>
          </a:xfrm>
        </p:grpSpPr>
        <p:sp>
          <p:nvSpPr>
            <p:cNvPr name="Freeform 126" id="126"/>
            <p:cNvSpPr/>
            <p:nvPr/>
          </p:nvSpPr>
          <p:spPr>
            <a:xfrm flipH="false" flipV="false" rot="0">
              <a:off x="0" y="0"/>
              <a:ext cx="6739509" cy="1009269"/>
            </a:xfrm>
            <a:custGeom>
              <a:avLst/>
              <a:gdLst/>
              <a:ahLst/>
              <a:cxnLst/>
              <a:rect r="r" b="b" t="t" l="l"/>
              <a:pathLst>
                <a:path h="1009269" w="6739509">
                  <a:moveTo>
                    <a:pt x="0" y="100965"/>
                  </a:moveTo>
                  <a:cubicBezTo>
                    <a:pt x="0" y="45212"/>
                    <a:pt x="45212" y="0"/>
                    <a:pt x="100965" y="0"/>
                  </a:cubicBezTo>
                  <a:lnTo>
                    <a:pt x="6638544" y="0"/>
                  </a:lnTo>
                  <a:cubicBezTo>
                    <a:pt x="6694297" y="0"/>
                    <a:pt x="6739509" y="45212"/>
                    <a:pt x="6739509" y="100965"/>
                  </a:cubicBezTo>
                  <a:lnTo>
                    <a:pt x="6739509" y="908304"/>
                  </a:lnTo>
                  <a:cubicBezTo>
                    <a:pt x="6739509" y="964057"/>
                    <a:pt x="6694297" y="1009269"/>
                    <a:pt x="6638544" y="1009269"/>
                  </a:cubicBezTo>
                  <a:lnTo>
                    <a:pt x="100965" y="1009269"/>
                  </a:lnTo>
                  <a:cubicBezTo>
                    <a:pt x="45212" y="1009269"/>
                    <a:pt x="0" y="964057"/>
                    <a:pt x="0" y="908304"/>
                  </a:cubicBezTo>
                  <a:close/>
                </a:path>
              </a:pathLst>
            </a:custGeom>
            <a:solidFill>
              <a:srgbClr val="FFFFFF"/>
            </a:solidFill>
            <a:ln w="25400" cap="sq">
              <a:solidFill>
                <a:srgbClr val="CADCFC"/>
              </a:solidFill>
              <a:prstDash val="solid"/>
              <a:miter/>
            </a:ln>
          </p:spPr>
        </p:sp>
      </p:grpSp>
      <p:grpSp>
        <p:nvGrpSpPr>
          <p:cNvPr name="Group 127" id="127"/>
          <p:cNvGrpSpPr/>
          <p:nvPr/>
        </p:nvGrpSpPr>
        <p:grpSpPr>
          <a:xfrm rot="0">
            <a:off x="7677412" y="7812763"/>
            <a:ext cx="391163" cy="391163"/>
            <a:chOff x="0" y="0"/>
            <a:chExt cx="521551" cy="521551"/>
          </a:xfrm>
        </p:grpSpPr>
        <p:sp>
          <p:nvSpPr>
            <p:cNvPr name="Freeform 128" id="128"/>
            <p:cNvSpPr/>
            <p:nvPr/>
          </p:nvSpPr>
          <p:spPr>
            <a:xfrm flipH="false" flipV="false" rot="0">
              <a:off x="0" y="0"/>
              <a:ext cx="521589" cy="521589"/>
            </a:xfrm>
            <a:custGeom>
              <a:avLst/>
              <a:gdLst/>
              <a:ahLst/>
              <a:cxnLst/>
              <a:rect r="r" b="b" t="t" l="l"/>
              <a:pathLst>
                <a:path h="521589" w="521589">
                  <a:moveTo>
                    <a:pt x="0" y="260731"/>
                  </a:moveTo>
                  <a:cubicBezTo>
                    <a:pt x="0" y="116713"/>
                    <a:pt x="116713" y="0"/>
                    <a:pt x="260731" y="0"/>
                  </a:cubicBezTo>
                  <a:cubicBezTo>
                    <a:pt x="404749" y="0"/>
                    <a:pt x="521589" y="116713"/>
                    <a:pt x="521589" y="260731"/>
                  </a:cubicBezTo>
                  <a:cubicBezTo>
                    <a:pt x="521589" y="404749"/>
                    <a:pt x="404749" y="521589"/>
                    <a:pt x="260731" y="521589"/>
                  </a:cubicBezTo>
                  <a:cubicBezTo>
                    <a:pt x="116713" y="521589"/>
                    <a:pt x="0" y="404749"/>
                    <a:pt x="0" y="260731"/>
                  </a:cubicBezTo>
                  <a:close/>
                </a:path>
              </a:pathLst>
            </a:custGeom>
            <a:solidFill>
              <a:srgbClr val="028090"/>
            </a:solidFill>
            <a:ln w="25400" cap="sq">
              <a:solidFill>
                <a:srgbClr val="028090"/>
              </a:solidFill>
              <a:prstDash val="solid"/>
              <a:miter/>
            </a:ln>
          </p:spPr>
        </p:sp>
      </p:grpSp>
      <p:grpSp>
        <p:nvGrpSpPr>
          <p:cNvPr name="Group 129" id="129"/>
          <p:cNvGrpSpPr/>
          <p:nvPr/>
        </p:nvGrpSpPr>
        <p:grpSpPr>
          <a:xfrm rot="0">
            <a:off x="8165597" y="7770596"/>
            <a:ext cx="4206240" cy="512064"/>
            <a:chOff x="0" y="0"/>
            <a:chExt cx="5608320" cy="682752"/>
          </a:xfrm>
        </p:grpSpPr>
        <p:sp>
          <p:nvSpPr>
            <p:cNvPr name="Freeform 130" id="130"/>
            <p:cNvSpPr/>
            <p:nvPr/>
          </p:nvSpPr>
          <p:spPr>
            <a:xfrm flipH="false" flipV="false" rot="0">
              <a:off x="0" y="0"/>
              <a:ext cx="5608320" cy="682752"/>
            </a:xfrm>
            <a:custGeom>
              <a:avLst/>
              <a:gdLst/>
              <a:ahLst/>
              <a:cxnLst/>
              <a:rect r="r" b="b" t="t" l="l"/>
              <a:pathLst>
                <a:path h="682752" w="5608320">
                  <a:moveTo>
                    <a:pt x="0" y="0"/>
                  </a:moveTo>
                  <a:lnTo>
                    <a:pt x="5608320" y="0"/>
                  </a:lnTo>
                  <a:lnTo>
                    <a:pt x="5608320" y="682752"/>
                  </a:lnTo>
                  <a:lnTo>
                    <a:pt x="0" y="682752"/>
                  </a:lnTo>
                  <a:close/>
                </a:path>
              </a:pathLst>
            </a:custGeom>
            <a:blipFill>
              <a:blip r:embed="rId3">
                <a:alphaModFix amt="0"/>
              </a:blip>
              <a:stretch>
                <a:fillRect l="0" t="-110055" r="0" b="-110055"/>
              </a:stretch>
            </a:blipFill>
          </p:spPr>
        </p:sp>
        <p:sp>
          <p:nvSpPr>
            <p:cNvPr name="TextBox 131" id="131"/>
            <p:cNvSpPr txBox="true"/>
            <p:nvPr/>
          </p:nvSpPr>
          <p:spPr>
            <a:xfrm>
              <a:off x="0" y="-38100"/>
              <a:ext cx="5608320" cy="720852"/>
            </a:xfrm>
            <a:prstGeom prst="rect">
              <a:avLst/>
            </a:prstGeom>
          </p:spPr>
          <p:txBody>
            <a:bodyPr anchor="ctr" rtlCol="false" tIns="0" lIns="0" bIns="0" rIns="0"/>
            <a:lstStyle/>
            <a:p>
              <a:pPr algn="l">
                <a:lnSpc>
                  <a:spcPts val="2279"/>
                </a:lnSpc>
              </a:pPr>
              <a:r>
                <a:rPr lang="en-US" sz="1899">
                  <a:solidFill>
                    <a:srgbClr val="1A1A2E"/>
                  </a:solidFill>
                  <a:latin typeface="Calibri (MS)"/>
                  <a:ea typeface="Calibri (MS)"/>
                  <a:cs typeface="Calibri (MS)"/>
                  <a:sym typeface="Calibri (MS)"/>
                </a:rPr>
                <a:t>Código fuente funcional</a:t>
              </a:r>
            </a:p>
          </p:txBody>
        </p:sp>
      </p:grpSp>
      <p:grpSp>
        <p:nvGrpSpPr>
          <p:cNvPr name="Group 132" id="132"/>
          <p:cNvGrpSpPr/>
          <p:nvPr/>
        </p:nvGrpSpPr>
        <p:grpSpPr>
          <a:xfrm rot="0">
            <a:off x="7494532" y="8507707"/>
            <a:ext cx="5054603" cy="756923"/>
            <a:chOff x="0" y="0"/>
            <a:chExt cx="6739471" cy="1009231"/>
          </a:xfrm>
        </p:grpSpPr>
        <p:sp>
          <p:nvSpPr>
            <p:cNvPr name="Freeform 133" id="133"/>
            <p:cNvSpPr/>
            <p:nvPr/>
          </p:nvSpPr>
          <p:spPr>
            <a:xfrm flipH="false" flipV="false" rot="0">
              <a:off x="0" y="0"/>
              <a:ext cx="6739509" cy="1009269"/>
            </a:xfrm>
            <a:custGeom>
              <a:avLst/>
              <a:gdLst/>
              <a:ahLst/>
              <a:cxnLst/>
              <a:rect r="r" b="b" t="t" l="l"/>
              <a:pathLst>
                <a:path h="1009269" w="6739509">
                  <a:moveTo>
                    <a:pt x="0" y="100965"/>
                  </a:moveTo>
                  <a:cubicBezTo>
                    <a:pt x="0" y="45212"/>
                    <a:pt x="45212" y="0"/>
                    <a:pt x="100965" y="0"/>
                  </a:cubicBezTo>
                  <a:lnTo>
                    <a:pt x="6638544" y="0"/>
                  </a:lnTo>
                  <a:cubicBezTo>
                    <a:pt x="6694297" y="0"/>
                    <a:pt x="6739509" y="45212"/>
                    <a:pt x="6739509" y="100965"/>
                  </a:cubicBezTo>
                  <a:lnTo>
                    <a:pt x="6739509" y="908304"/>
                  </a:lnTo>
                  <a:cubicBezTo>
                    <a:pt x="6739509" y="964057"/>
                    <a:pt x="6694297" y="1009269"/>
                    <a:pt x="6638544" y="1009269"/>
                  </a:cubicBezTo>
                  <a:lnTo>
                    <a:pt x="100965" y="1009269"/>
                  </a:lnTo>
                  <a:cubicBezTo>
                    <a:pt x="45212" y="1009269"/>
                    <a:pt x="0" y="964057"/>
                    <a:pt x="0" y="908304"/>
                  </a:cubicBezTo>
                  <a:close/>
                </a:path>
              </a:pathLst>
            </a:custGeom>
            <a:solidFill>
              <a:srgbClr val="FFFFFF"/>
            </a:solidFill>
            <a:ln w="25400" cap="sq">
              <a:solidFill>
                <a:srgbClr val="CADCFC"/>
              </a:solidFill>
              <a:prstDash val="solid"/>
              <a:miter/>
            </a:ln>
          </p:spPr>
        </p:sp>
      </p:grpSp>
      <p:grpSp>
        <p:nvGrpSpPr>
          <p:cNvPr name="Group 134" id="134"/>
          <p:cNvGrpSpPr/>
          <p:nvPr/>
        </p:nvGrpSpPr>
        <p:grpSpPr>
          <a:xfrm rot="0">
            <a:off x="7677412" y="8690587"/>
            <a:ext cx="391163" cy="391163"/>
            <a:chOff x="0" y="0"/>
            <a:chExt cx="521551" cy="521551"/>
          </a:xfrm>
        </p:grpSpPr>
        <p:sp>
          <p:nvSpPr>
            <p:cNvPr name="Freeform 135" id="135"/>
            <p:cNvSpPr/>
            <p:nvPr/>
          </p:nvSpPr>
          <p:spPr>
            <a:xfrm flipH="false" flipV="false" rot="0">
              <a:off x="0" y="0"/>
              <a:ext cx="521589" cy="521589"/>
            </a:xfrm>
            <a:custGeom>
              <a:avLst/>
              <a:gdLst/>
              <a:ahLst/>
              <a:cxnLst/>
              <a:rect r="r" b="b" t="t" l="l"/>
              <a:pathLst>
                <a:path h="521589" w="521589">
                  <a:moveTo>
                    <a:pt x="0" y="260731"/>
                  </a:moveTo>
                  <a:cubicBezTo>
                    <a:pt x="0" y="116713"/>
                    <a:pt x="116713" y="0"/>
                    <a:pt x="260731" y="0"/>
                  </a:cubicBezTo>
                  <a:cubicBezTo>
                    <a:pt x="404749" y="0"/>
                    <a:pt x="521589" y="116713"/>
                    <a:pt x="521589" y="260731"/>
                  </a:cubicBezTo>
                  <a:cubicBezTo>
                    <a:pt x="521589" y="404749"/>
                    <a:pt x="404749" y="521589"/>
                    <a:pt x="260731" y="521589"/>
                  </a:cubicBezTo>
                  <a:cubicBezTo>
                    <a:pt x="116713" y="521589"/>
                    <a:pt x="0" y="404749"/>
                    <a:pt x="0" y="260731"/>
                  </a:cubicBezTo>
                  <a:close/>
                </a:path>
              </a:pathLst>
            </a:custGeom>
            <a:solidFill>
              <a:srgbClr val="028090"/>
            </a:solidFill>
            <a:ln w="25400" cap="sq">
              <a:solidFill>
                <a:srgbClr val="028090"/>
              </a:solidFill>
              <a:prstDash val="solid"/>
              <a:miter/>
            </a:ln>
          </p:spPr>
        </p:sp>
      </p:grpSp>
      <p:grpSp>
        <p:nvGrpSpPr>
          <p:cNvPr name="Group 136" id="136"/>
          <p:cNvGrpSpPr/>
          <p:nvPr/>
        </p:nvGrpSpPr>
        <p:grpSpPr>
          <a:xfrm rot="0">
            <a:off x="8165597" y="8648420"/>
            <a:ext cx="4206240" cy="512064"/>
            <a:chOff x="0" y="0"/>
            <a:chExt cx="5608320" cy="682752"/>
          </a:xfrm>
        </p:grpSpPr>
        <p:sp>
          <p:nvSpPr>
            <p:cNvPr name="Freeform 137" id="137"/>
            <p:cNvSpPr/>
            <p:nvPr/>
          </p:nvSpPr>
          <p:spPr>
            <a:xfrm flipH="false" flipV="false" rot="0">
              <a:off x="0" y="0"/>
              <a:ext cx="5608320" cy="682752"/>
            </a:xfrm>
            <a:custGeom>
              <a:avLst/>
              <a:gdLst/>
              <a:ahLst/>
              <a:cxnLst/>
              <a:rect r="r" b="b" t="t" l="l"/>
              <a:pathLst>
                <a:path h="682752" w="5608320">
                  <a:moveTo>
                    <a:pt x="0" y="0"/>
                  </a:moveTo>
                  <a:lnTo>
                    <a:pt x="5608320" y="0"/>
                  </a:lnTo>
                  <a:lnTo>
                    <a:pt x="5608320" y="682752"/>
                  </a:lnTo>
                  <a:lnTo>
                    <a:pt x="0" y="682752"/>
                  </a:lnTo>
                  <a:close/>
                </a:path>
              </a:pathLst>
            </a:custGeom>
            <a:blipFill>
              <a:blip r:embed="rId3">
                <a:alphaModFix amt="0"/>
              </a:blip>
              <a:stretch>
                <a:fillRect l="0" t="-110055" r="0" b="-110055"/>
              </a:stretch>
            </a:blipFill>
          </p:spPr>
        </p:sp>
        <p:sp>
          <p:nvSpPr>
            <p:cNvPr name="TextBox 138" id="138"/>
            <p:cNvSpPr txBox="true"/>
            <p:nvPr/>
          </p:nvSpPr>
          <p:spPr>
            <a:xfrm>
              <a:off x="0" y="-38100"/>
              <a:ext cx="5608320" cy="720852"/>
            </a:xfrm>
            <a:prstGeom prst="rect">
              <a:avLst/>
            </a:prstGeom>
          </p:spPr>
          <p:txBody>
            <a:bodyPr anchor="ctr" rtlCol="false" tIns="0" lIns="0" bIns="0" rIns="0"/>
            <a:lstStyle/>
            <a:p>
              <a:pPr algn="l">
                <a:lnSpc>
                  <a:spcPts val="2279"/>
                </a:lnSpc>
              </a:pPr>
              <a:r>
                <a:rPr lang="en-US" sz="1899">
                  <a:solidFill>
                    <a:srgbClr val="1A1A2E"/>
                  </a:solidFill>
                  <a:latin typeface="Calibri (MS)"/>
                  <a:ea typeface="Calibri (MS)"/>
                  <a:cs typeface="Calibri (MS)"/>
                  <a:sym typeface="Calibri (MS)"/>
                </a:rPr>
                <a:t>Repositorio Git</a:t>
              </a:r>
            </a:p>
          </p:txBody>
        </p:sp>
      </p:grpSp>
      <p:grpSp>
        <p:nvGrpSpPr>
          <p:cNvPr name="Group 139" id="139"/>
          <p:cNvGrpSpPr/>
          <p:nvPr/>
        </p:nvGrpSpPr>
        <p:grpSpPr>
          <a:xfrm rot="0">
            <a:off x="7494532" y="9385531"/>
            <a:ext cx="5054603" cy="756923"/>
            <a:chOff x="0" y="0"/>
            <a:chExt cx="6739471" cy="1009231"/>
          </a:xfrm>
        </p:grpSpPr>
        <p:sp>
          <p:nvSpPr>
            <p:cNvPr name="Freeform 140" id="140"/>
            <p:cNvSpPr/>
            <p:nvPr/>
          </p:nvSpPr>
          <p:spPr>
            <a:xfrm flipH="false" flipV="false" rot="0">
              <a:off x="0" y="0"/>
              <a:ext cx="6739509" cy="1009269"/>
            </a:xfrm>
            <a:custGeom>
              <a:avLst/>
              <a:gdLst/>
              <a:ahLst/>
              <a:cxnLst/>
              <a:rect r="r" b="b" t="t" l="l"/>
              <a:pathLst>
                <a:path h="1009269" w="6739509">
                  <a:moveTo>
                    <a:pt x="0" y="100965"/>
                  </a:moveTo>
                  <a:cubicBezTo>
                    <a:pt x="0" y="45212"/>
                    <a:pt x="45212" y="0"/>
                    <a:pt x="100965" y="0"/>
                  </a:cubicBezTo>
                  <a:lnTo>
                    <a:pt x="6638544" y="0"/>
                  </a:lnTo>
                  <a:cubicBezTo>
                    <a:pt x="6694297" y="0"/>
                    <a:pt x="6739509" y="45212"/>
                    <a:pt x="6739509" y="100965"/>
                  </a:cubicBezTo>
                  <a:lnTo>
                    <a:pt x="6739509" y="908304"/>
                  </a:lnTo>
                  <a:cubicBezTo>
                    <a:pt x="6739509" y="964057"/>
                    <a:pt x="6694297" y="1009269"/>
                    <a:pt x="6638544" y="1009269"/>
                  </a:cubicBezTo>
                  <a:lnTo>
                    <a:pt x="100965" y="1009269"/>
                  </a:lnTo>
                  <a:cubicBezTo>
                    <a:pt x="45212" y="1009269"/>
                    <a:pt x="0" y="964057"/>
                    <a:pt x="0" y="908304"/>
                  </a:cubicBezTo>
                  <a:close/>
                </a:path>
              </a:pathLst>
            </a:custGeom>
            <a:solidFill>
              <a:srgbClr val="FFFFFF"/>
            </a:solidFill>
            <a:ln w="25400" cap="sq">
              <a:solidFill>
                <a:srgbClr val="CADCFC"/>
              </a:solidFill>
              <a:prstDash val="solid"/>
              <a:miter/>
            </a:ln>
          </p:spPr>
        </p:sp>
      </p:grpSp>
      <p:grpSp>
        <p:nvGrpSpPr>
          <p:cNvPr name="Group 141" id="141"/>
          <p:cNvGrpSpPr/>
          <p:nvPr/>
        </p:nvGrpSpPr>
        <p:grpSpPr>
          <a:xfrm rot="0">
            <a:off x="7677412" y="9568411"/>
            <a:ext cx="391163" cy="391163"/>
            <a:chOff x="0" y="0"/>
            <a:chExt cx="521551" cy="521551"/>
          </a:xfrm>
        </p:grpSpPr>
        <p:sp>
          <p:nvSpPr>
            <p:cNvPr name="Freeform 142" id="142"/>
            <p:cNvSpPr/>
            <p:nvPr/>
          </p:nvSpPr>
          <p:spPr>
            <a:xfrm flipH="false" flipV="false" rot="0">
              <a:off x="0" y="0"/>
              <a:ext cx="521589" cy="521589"/>
            </a:xfrm>
            <a:custGeom>
              <a:avLst/>
              <a:gdLst/>
              <a:ahLst/>
              <a:cxnLst/>
              <a:rect r="r" b="b" t="t" l="l"/>
              <a:pathLst>
                <a:path h="521589" w="521589">
                  <a:moveTo>
                    <a:pt x="0" y="260731"/>
                  </a:moveTo>
                  <a:cubicBezTo>
                    <a:pt x="0" y="116713"/>
                    <a:pt x="116713" y="0"/>
                    <a:pt x="260731" y="0"/>
                  </a:cubicBezTo>
                  <a:cubicBezTo>
                    <a:pt x="404749" y="0"/>
                    <a:pt x="521589" y="116713"/>
                    <a:pt x="521589" y="260731"/>
                  </a:cubicBezTo>
                  <a:cubicBezTo>
                    <a:pt x="521589" y="404749"/>
                    <a:pt x="404749" y="521589"/>
                    <a:pt x="260731" y="521589"/>
                  </a:cubicBezTo>
                  <a:cubicBezTo>
                    <a:pt x="116713" y="521589"/>
                    <a:pt x="0" y="404749"/>
                    <a:pt x="0" y="260731"/>
                  </a:cubicBezTo>
                  <a:close/>
                </a:path>
              </a:pathLst>
            </a:custGeom>
            <a:solidFill>
              <a:srgbClr val="028090"/>
            </a:solidFill>
            <a:ln w="25400" cap="sq">
              <a:solidFill>
                <a:srgbClr val="028090"/>
              </a:solidFill>
              <a:prstDash val="solid"/>
              <a:miter/>
            </a:ln>
          </p:spPr>
        </p:sp>
      </p:grpSp>
      <p:grpSp>
        <p:nvGrpSpPr>
          <p:cNvPr name="Group 143" id="143"/>
          <p:cNvGrpSpPr/>
          <p:nvPr/>
        </p:nvGrpSpPr>
        <p:grpSpPr>
          <a:xfrm rot="0">
            <a:off x="8165597" y="9526244"/>
            <a:ext cx="4206240" cy="512064"/>
            <a:chOff x="0" y="0"/>
            <a:chExt cx="5608320" cy="682752"/>
          </a:xfrm>
        </p:grpSpPr>
        <p:sp>
          <p:nvSpPr>
            <p:cNvPr name="Freeform 144" id="144"/>
            <p:cNvSpPr/>
            <p:nvPr/>
          </p:nvSpPr>
          <p:spPr>
            <a:xfrm flipH="false" flipV="false" rot="0">
              <a:off x="0" y="0"/>
              <a:ext cx="5608320" cy="682752"/>
            </a:xfrm>
            <a:custGeom>
              <a:avLst/>
              <a:gdLst/>
              <a:ahLst/>
              <a:cxnLst/>
              <a:rect r="r" b="b" t="t" l="l"/>
              <a:pathLst>
                <a:path h="682752" w="5608320">
                  <a:moveTo>
                    <a:pt x="0" y="0"/>
                  </a:moveTo>
                  <a:lnTo>
                    <a:pt x="5608320" y="0"/>
                  </a:lnTo>
                  <a:lnTo>
                    <a:pt x="5608320" y="682752"/>
                  </a:lnTo>
                  <a:lnTo>
                    <a:pt x="0" y="682752"/>
                  </a:lnTo>
                  <a:close/>
                </a:path>
              </a:pathLst>
            </a:custGeom>
            <a:blipFill>
              <a:blip r:embed="rId3">
                <a:alphaModFix amt="0"/>
              </a:blip>
              <a:stretch>
                <a:fillRect l="0" t="-110055" r="0" b="-110055"/>
              </a:stretch>
            </a:blipFill>
          </p:spPr>
        </p:sp>
        <p:sp>
          <p:nvSpPr>
            <p:cNvPr name="TextBox 145" id="145"/>
            <p:cNvSpPr txBox="true"/>
            <p:nvPr/>
          </p:nvSpPr>
          <p:spPr>
            <a:xfrm>
              <a:off x="0" y="-38100"/>
              <a:ext cx="5608320" cy="720852"/>
            </a:xfrm>
            <a:prstGeom prst="rect">
              <a:avLst/>
            </a:prstGeom>
          </p:spPr>
          <p:txBody>
            <a:bodyPr anchor="ctr" rtlCol="false" tIns="0" lIns="0" bIns="0" rIns="0"/>
            <a:lstStyle/>
            <a:p>
              <a:pPr algn="l">
                <a:lnSpc>
                  <a:spcPts val="2279"/>
                </a:lnSpc>
              </a:pPr>
              <a:r>
                <a:rPr lang="en-US" sz="1899">
                  <a:solidFill>
                    <a:srgbClr val="1A1A2E"/>
                  </a:solidFill>
                  <a:latin typeface="Calibri (MS)"/>
                  <a:ea typeface="Calibri (MS)"/>
                  <a:cs typeface="Calibri (MS)"/>
                  <a:sym typeface="Calibri (MS)"/>
                </a:rPr>
                <a:t>Base de datos implementada</a:t>
              </a:r>
            </a:p>
          </p:txBody>
        </p:sp>
      </p:grpSp>
      <p:grpSp>
        <p:nvGrpSpPr>
          <p:cNvPr name="Group 146" id="146"/>
          <p:cNvGrpSpPr/>
          <p:nvPr/>
        </p:nvGrpSpPr>
        <p:grpSpPr>
          <a:xfrm rot="0">
            <a:off x="12798052" y="7629883"/>
            <a:ext cx="5054603" cy="756923"/>
            <a:chOff x="0" y="0"/>
            <a:chExt cx="6739471" cy="1009231"/>
          </a:xfrm>
        </p:grpSpPr>
        <p:sp>
          <p:nvSpPr>
            <p:cNvPr name="Freeform 147" id="147"/>
            <p:cNvSpPr/>
            <p:nvPr/>
          </p:nvSpPr>
          <p:spPr>
            <a:xfrm flipH="false" flipV="false" rot="0">
              <a:off x="0" y="0"/>
              <a:ext cx="6739509" cy="1009269"/>
            </a:xfrm>
            <a:custGeom>
              <a:avLst/>
              <a:gdLst/>
              <a:ahLst/>
              <a:cxnLst/>
              <a:rect r="r" b="b" t="t" l="l"/>
              <a:pathLst>
                <a:path h="1009269" w="6739509">
                  <a:moveTo>
                    <a:pt x="0" y="100965"/>
                  </a:moveTo>
                  <a:cubicBezTo>
                    <a:pt x="0" y="45212"/>
                    <a:pt x="45212" y="0"/>
                    <a:pt x="100965" y="0"/>
                  </a:cubicBezTo>
                  <a:lnTo>
                    <a:pt x="6638544" y="0"/>
                  </a:lnTo>
                  <a:cubicBezTo>
                    <a:pt x="6694297" y="0"/>
                    <a:pt x="6739509" y="45212"/>
                    <a:pt x="6739509" y="100965"/>
                  </a:cubicBezTo>
                  <a:lnTo>
                    <a:pt x="6739509" y="908304"/>
                  </a:lnTo>
                  <a:cubicBezTo>
                    <a:pt x="6739509" y="964057"/>
                    <a:pt x="6694297" y="1009269"/>
                    <a:pt x="6638544" y="1009269"/>
                  </a:cubicBezTo>
                  <a:lnTo>
                    <a:pt x="100965" y="1009269"/>
                  </a:lnTo>
                  <a:cubicBezTo>
                    <a:pt x="45212" y="1009269"/>
                    <a:pt x="0" y="964057"/>
                    <a:pt x="0" y="908304"/>
                  </a:cubicBezTo>
                  <a:close/>
                </a:path>
              </a:pathLst>
            </a:custGeom>
            <a:solidFill>
              <a:srgbClr val="FFFFFF"/>
            </a:solidFill>
            <a:ln w="25400" cap="sq">
              <a:solidFill>
                <a:srgbClr val="CADCFC"/>
              </a:solidFill>
              <a:prstDash val="solid"/>
              <a:miter/>
            </a:ln>
          </p:spPr>
        </p:sp>
      </p:grpSp>
      <p:grpSp>
        <p:nvGrpSpPr>
          <p:cNvPr name="Group 148" id="148"/>
          <p:cNvGrpSpPr/>
          <p:nvPr/>
        </p:nvGrpSpPr>
        <p:grpSpPr>
          <a:xfrm rot="0">
            <a:off x="12980932" y="7812763"/>
            <a:ext cx="391163" cy="391163"/>
            <a:chOff x="0" y="0"/>
            <a:chExt cx="521551" cy="521551"/>
          </a:xfrm>
        </p:grpSpPr>
        <p:sp>
          <p:nvSpPr>
            <p:cNvPr name="Freeform 149" id="149"/>
            <p:cNvSpPr/>
            <p:nvPr/>
          </p:nvSpPr>
          <p:spPr>
            <a:xfrm flipH="false" flipV="false" rot="0">
              <a:off x="0" y="0"/>
              <a:ext cx="521589" cy="521589"/>
            </a:xfrm>
            <a:custGeom>
              <a:avLst/>
              <a:gdLst/>
              <a:ahLst/>
              <a:cxnLst/>
              <a:rect r="r" b="b" t="t" l="l"/>
              <a:pathLst>
                <a:path h="521589" w="521589">
                  <a:moveTo>
                    <a:pt x="0" y="260731"/>
                  </a:moveTo>
                  <a:cubicBezTo>
                    <a:pt x="0" y="116713"/>
                    <a:pt x="116713" y="0"/>
                    <a:pt x="260731" y="0"/>
                  </a:cubicBezTo>
                  <a:cubicBezTo>
                    <a:pt x="404749" y="0"/>
                    <a:pt x="521589" y="116713"/>
                    <a:pt x="521589" y="260731"/>
                  </a:cubicBezTo>
                  <a:cubicBezTo>
                    <a:pt x="521589" y="404749"/>
                    <a:pt x="404749" y="521589"/>
                    <a:pt x="260731" y="521589"/>
                  </a:cubicBezTo>
                  <a:cubicBezTo>
                    <a:pt x="116713" y="521589"/>
                    <a:pt x="0" y="404749"/>
                    <a:pt x="0" y="260731"/>
                  </a:cubicBezTo>
                  <a:close/>
                </a:path>
              </a:pathLst>
            </a:custGeom>
            <a:solidFill>
              <a:srgbClr val="028090"/>
            </a:solidFill>
            <a:ln w="25400" cap="sq">
              <a:solidFill>
                <a:srgbClr val="028090"/>
              </a:solidFill>
              <a:prstDash val="solid"/>
              <a:miter/>
            </a:ln>
          </p:spPr>
        </p:sp>
      </p:grpSp>
      <p:grpSp>
        <p:nvGrpSpPr>
          <p:cNvPr name="Group 150" id="150"/>
          <p:cNvGrpSpPr/>
          <p:nvPr/>
        </p:nvGrpSpPr>
        <p:grpSpPr>
          <a:xfrm rot="0">
            <a:off x="13469117" y="7770596"/>
            <a:ext cx="4206240" cy="512064"/>
            <a:chOff x="0" y="0"/>
            <a:chExt cx="5608320" cy="682752"/>
          </a:xfrm>
        </p:grpSpPr>
        <p:sp>
          <p:nvSpPr>
            <p:cNvPr name="Freeform 151" id="151"/>
            <p:cNvSpPr/>
            <p:nvPr/>
          </p:nvSpPr>
          <p:spPr>
            <a:xfrm flipH="false" flipV="false" rot="0">
              <a:off x="0" y="0"/>
              <a:ext cx="5608320" cy="682752"/>
            </a:xfrm>
            <a:custGeom>
              <a:avLst/>
              <a:gdLst/>
              <a:ahLst/>
              <a:cxnLst/>
              <a:rect r="r" b="b" t="t" l="l"/>
              <a:pathLst>
                <a:path h="682752" w="5608320">
                  <a:moveTo>
                    <a:pt x="0" y="0"/>
                  </a:moveTo>
                  <a:lnTo>
                    <a:pt x="5608320" y="0"/>
                  </a:lnTo>
                  <a:lnTo>
                    <a:pt x="5608320" y="682752"/>
                  </a:lnTo>
                  <a:lnTo>
                    <a:pt x="0" y="682752"/>
                  </a:lnTo>
                  <a:close/>
                </a:path>
              </a:pathLst>
            </a:custGeom>
            <a:blipFill>
              <a:blip r:embed="rId3">
                <a:alphaModFix amt="0"/>
              </a:blip>
              <a:stretch>
                <a:fillRect l="0" t="-110055" r="0" b="-110055"/>
              </a:stretch>
            </a:blipFill>
          </p:spPr>
        </p:sp>
        <p:sp>
          <p:nvSpPr>
            <p:cNvPr name="TextBox 152" id="152"/>
            <p:cNvSpPr txBox="true"/>
            <p:nvPr/>
          </p:nvSpPr>
          <p:spPr>
            <a:xfrm>
              <a:off x="0" y="-38100"/>
              <a:ext cx="5608320" cy="720852"/>
            </a:xfrm>
            <a:prstGeom prst="rect">
              <a:avLst/>
            </a:prstGeom>
          </p:spPr>
          <p:txBody>
            <a:bodyPr anchor="ctr" rtlCol="false" tIns="0" lIns="0" bIns="0" rIns="0"/>
            <a:lstStyle/>
            <a:p>
              <a:pPr algn="l">
                <a:lnSpc>
                  <a:spcPts val="2279"/>
                </a:lnSpc>
              </a:pPr>
              <a:r>
                <a:rPr lang="en-US" sz="1899">
                  <a:solidFill>
                    <a:srgbClr val="1A1A2E"/>
                  </a:solidFill>
                  <a:latin typeface="Calibri (MS)"/>
                  <a:ea typeface="Calibri (MS)"/>
                  <a:cs typeface="Calibri (MS)"/>
                  <a:sym typeface="Calibri (MS)"/>
                </a:rPr>
                <a:t>Funcionalidades por épica</a:t>
              </a:r>
            </a:p>
          </p:txBody>
        </p:sp>
      </p:grpSp>
      <p:grpSp>
        <p:nvGrpSpPr>
          <p:cNvPr name="Group 153" id="153"/>
          <p:cNvGrpSpPr/>
          <p:nvPr/>
        </p:nvGrpSpPr>
        <p:grpSpPr>
          <a:xfrm rot="0">
            <a:off x="12798052" y="8507707"/>
            <a:ext cx="5054603" cy="756923"/>
            <a:chOff x="0" y="0"/>
            <a:chExt cx="6739471" cy="1009231"/>
          </a:xfrm>
        </p:grpSpPr>
        <p:sp>
          <p:nvSpPr>
            <p:cNvPr name="Freeform 154" id="154"/>
            <p:cNvSpPr/>
            <p:nvPr/>
          </p:nvSpPr>
          <p:spPr>
            <a:xfrm flipH="false" flipV="false" rot="0">
              <a:off x="0" y="0"/>
              <a:ext cx="6739509" cy="1009269"/>
            </a:xfrm>
            <a:custGeom>
              <a:avLst/>
              <a:gdLst/>
              <a:ahLst/>
              <a:cxnLst/>
              <a:rect r="r" b="b" t="t" l="l"/>
              <a:pathLst>
                <a:path h="1009269" w="6739509">
                  <a:moveTo>
                    <a:pt x="0" y="100965"/>
                  </a:moveTo>
                  <a:cubicBezTo>
                    <a:pt x="0" y="45212"/>
                    <a:pt x="45212" y="0"/>
                    <a:pt x="100965" y="0"/>
                  </a:cubicBezTo>
                  <a:lnTo>
                    <a:pt x="6638544" y="0"/>
                  </a:lnTo>
                  <a:cubicBezTo>
                    <a:pt x="6694297" y="0"/>
                    <a:pt x="6739509" y="45212"/>
                    <a:pt x="6739509" y="100965"/>
                  </a:cubicBezTo>
                  <a:lnTo>
                    <a:pt x="6739509" y="908304"/>
                  </a:lnTo>
                  <a:cubicBezTo>
                    <a:pt x="6739509" y="964057"/>
                    <a:pt x="6694297" y="1009269"/>
                    <a:pt x="6638544" y="1009269"/>
                  </a:cubicBezTo>
                  <a:lnTo>
                    <a:pt x="100965" y="1009269"/>
                  </a:lnTo>
                  <a:cubicBezTo>
                    <a:pt x="45212" y="1009269"/>
                    <a:pt x="0" y="964057"/>
                    <a:pt x="0" y="908304"/>
                  </a:cubicBezTo>
                  <a:close/>
                </a:path>
              </a:pathLst>
            </a:custGeom>
            <a:solidFill>
              <a:srgbClr val="FFFFFF"/>
            </a:solidFill>
            <a:ln w="25400" cap="sq">
              <a:solidFill>
                <a:srgbClr val="CADCFC"/>
              </a:solidFill>
              <a:prstDash val="solid"/>
              <a:miter/>
            </a:ln>
          </p:spPr>
        </p:sp>
      </p:grpSp>
      <p:grpSp>
        <p:nvGrpSpPr>
          <p:cNvPr name="Group 155" id="155"/>
          <p:cNvGrpSpPr/>
          <p:nvPr/>
        </p:nvGrpSpPr>
        <p:grpSpPr>
          <a:xfrm rot="0">
            <a:off x="12980932" y="8690587"/>
            <a:ext cx="391163" cy="391163"/>
            <a:chOff x="0" y="0"/>
            <a:chExt cx="521551" cy="521551"/>
          </a:xfrm>
        </p:grpSpPr>
        <p:sp>
          <p:nvSpPr>
            <p:cNvPr name="Freeform 156" id="156"/>
            <p:cNvSpPr/>
            <p:nvPr/>
          </p:nvSpPr>
          <p:spPr>
            <a:xfrm flipH="false" flipV="false" rot="0">
              <a:off x="0" y="0"/>
              <a:ext cx="521589" cy="521589"/>
            </a:xfrm>
            <a:custGeom>
              <a:avLst/>
              <a:gdLst/>
              <a:ahLst/>
              <a:cxnLst/>
              <a:rect r="r" b="b" t="t" l="l"/>
              <a:pathLst>
                <a:path h="521589" w="521589">
                  <a:moveTo>
                    <a:pt x="0" y="260731"/>
                  </a:moveTo>
                  <a:cubicBezTo>
                    <a:pt x="0" y="116713"/>
                    <a:pt x="116713" y="0"/>
                    <a:pt x="260731" y="0"/>
                  </a:cubicBezTo>
                  <a:cubicBezTo>
                    <a:pt x="404749" y="0"/>
                    <a:pt x="521589" y="116713"/>
                    <a:pt x="521589" y="260731"/>
                  </a:cubicBezTo>
                  <a:cubicBezTo>
                    <a:pt x="521589" y="404749"/>
                    <a:pt x="404749" y="521589"/>
                    <a:pt x="260731" y="521589"/>
                  </a:cubicBezTo>
                  <a:cubicBezTo>
                    <a:pt x="116713" y="521589"/>
                    <a:pt x="0" y="404749"/>
                    <a:pt x="0" y="260731"/>
                  </a:cubicBezTo>
                  <a:close/>
                </a:path>
              </a:pathLst>
            </a:custGeom>
            <a:solidFill>
              <a:srgbClr val="028090"/>
            </a:solidFill>
            <a:ln w="25400" cap="sq">
              <a:solidFill>
                <a:srgbClr val="028090"/>
              </a:solidFill>
              <a:prstDash val="solid"/>
              <a:miter/>
            </a:ln>
          </p:spPr>
        </p:sp>
      </p:grpSp>
      <p:grpSp>
        <p:nvGrpSpPr>
          <p:cNvPr name="Group 157" id="157"/>
          <p:cNvGrpSpPr/>
          <p:nvPr/>
        </p:nvGrpSpPr>
        <p:grpSpPr>
          <a:xfrm rot="0">
            <a:off x="13469117" y="8648420"/>
            <a:ext cx="4206240" cy="512064"/>
            <a:chOff x="0" y="0"/>
            <a:chExt cx="5608320" cy="682752"/>
          </a:xfrm>
        </p:grpSpPr>
        <p:sp>
          <p:nvSpPr>
            <p:cNvPr name="Freeform 158" id="158"/>
            <p:cNvSpPr/>
            <p:nvPr/>
          </p:nvSpPr>
          <p:spPr>
            <a:xfrm flipH="false" flipV="false" rot="0">
              <a:off x="0" y="0"/>
              <a:ext cx="5608320" cy="682752"/>
            </a:xfrm>
            <a:custGeom>
              <a:avLst/>
              <a:gdLst/>
              <a:ahLst/>
              <a:cxnLst/>
              <a:rect r="r" b="b" t="t" l="l"/>
              <a:pathLst>
                <a:path h="682752" w="5608320">
                  <a:moveTo>
                    <a:pt x="0" y="0"/>
                  </a:moveTo>
                  <a:lnTo>
                    <a:pt x="5608320" y="0"/>
                  </a:lnTo>
                  <a:lnTo>
                    <a:pt x="5608320" y="682752"/>
                  </a:lnTo>
                  <a:lnTo>
                    <a:pt x="0" y="682752"/>
                  </a:lnTo>
                  <a:close/>
                </a:path>
              </a:pathLst>
            </a:custGeom>
            <a:blipFill>
              <a:blip r:embed="rId3">
                <a:alphaModFix amt="0"/>
              </a:blip>
              <a:stretch>
                <a:fillRect l="0" t="-110055" r="0" b="-110055"/>
              </a:stretch>
            </a:blipFill>
          </p:spPr>
        </p:sp>
        <p:sp>
          <p:nvSpPr>
            <p:cNvPr name="TextBox 159" id="159"/>
            <p:cNvSpPr txBox="true"/>
            <p:nvPr/>
          </p:nvSpPr>
          <p:spPr>
            <a:xfrm>
              <a:off x="0" y="-38100"/>
              <a:ext cx="5608320" cy="720852"/>
            </a:xfrm>
            <a:prstGeom prst="rect">
              <a:avLst/>
            </a:prstGeom>
          </p:spPr>
          <p:txBody>
            <a:bodyPr anchor="ctr" rtlCol="false" tIns="0" lIns="0" bIns="0" rIns="0"/>
            <a:lstStyle/>
            <a:p>
              <a:pPr algn="l">
                <a:lnSpc>
                  <a:spcPts val="2279"/>
                </a:lnSpc>
              </a:pPr>
              <a:r>
                <a:rPr lang="en-US" sz="1899">
                  <a:solidFill>
                    <a:srgbClr val="1A1A2E"/>
                  </a:solidFill>
                  <a:latin typeface="Calibri (MS)"/>
                  <a:ea typeface="Calibri (MS)"/>
                  <a:cs typeface="Calibri (MS)"/>
                  <a:sym typeface="Calibri (MS)"/>
                </a:rPr>
                <a:t>Casos de prueba ejecutados</a:t>
              </a:r>
            </a:p>
          </p:txBody>
        </p:sp>
      </p:grpSp>
      <p:grpSp>
        <p:nvGrpSpPr>
          <p:cNvPr name="Group 160" id="160"/>
          <p:cNvGrpSpPr/>
          <p:nvPr/>
        </p:nvGrpSpPr>
        <p:grpSpPr>
          <a:xfrm rot="0">
            <a:off x="12798052" y="9385531"/>
            <a:ext cx="5054603" cy="756923"/>
            <a:chOff x="0" y="0"/>
            <a:chExt cx="6739471" cy="1009231"/>
          </a:xfrm>
        </p:grpSpPr>
        <p:sp>
          <p:nvSpPr>
            <p:cNvPr name="Freeform 161" id="161"/>
            <p:cNvSpPr/>
            <p:nvPr/>
          </p:nvSpPr>
          <p:spPr>
            <a:xfrm flipH="false" flipV="false" rot="0">
              <a:off x="0" y="0"/>
              <a:ext cx="6739509" cy="1009269"/>
            </a:xfrm>
            <a:custGeom>
              <a:avLst/>
              <a:gdLst/>
              <a:ahLst/>
              <a:cxnLst/>
              <a:rect r="r" b="b" t="t" l="l"/>
              <a:pathLst>
                <a:path h="1009269" w="6739509">
                  <a:moveTo>
                    <a:pt x="0" y="100965"/>
                  </a:moveTo>
                  <a:cubicBezTo>
                    <a:pt x="0" y="45212"/>
                    <a:pt x="45212" y="0"/>
                    <a:pt x="100965" y="0"/>
                  </a:cubicBezTo>
                  <a:lnTo>
                    <a:pt x="6638544" y="0"/>
                  </a:lnTo>
                  <a:cubicBezTo>
                    <a:pt x="6694297" y="0"/>
                    <a:pt x="6739509" y="45212"/>
                    <a:pt x="6739509" y="100965"/>
                  </a:cubicBezTo>
                  <a:lnTo>
                    <a:pt x="6739509" y="908304"/>
                  </a:lnTo>
                  <a:cubicBezTo>
                    <a:pt x="6739509" y="964057"/>
                    <a:pt x="6694297" y="1009269"/>
                    <a:pt x="6638544" y="1009269"/>
                  </a:cubicBezTo>
                  <a:lnTo>
                    <a:pt x="100965" y="1009269"/>
                  </a:lnTo>
                  <a:cubicBezTo>
                    <a:pt x="45212" y="1009269"/>
                    <a:pt x="0" y="964057"/>
                    <a:pt x="0" y="908304"/>
                  </a:cubicBezTo>
                  <a:close/>
                </a:path>
              </a:pathLst>
            </a:custGeom>
            <a:solidFill>
              <a:srgbClr val="FFFFFF"/>
            </a:solidFill>
            <a:ln w="25400" cap="sq">
              <a:solidFill>
                <a:srgbClr val="CADCFC"/>
              </a:solidFill>
              <a:prstDash val="solid"/>
              <a:miter/>
            </a:ln>
          </p:spPr>
        </p:sp>
      </p:grpSp>
      <p:grpSp>
        <p:nvGrpSpPr>
          <p:cNvPr name="Group 162" id="162"/>
          <p:cNvGrpSpPr/>
          <p:nvPr/>
        </p:nvGrpSpPr>
        <p:grpSpPr>
          <a:xfrm rot="0">
            <a:off x="12980932" y="9568411"/>
            <a:ext cx="391163" cy="391163"/>
            <a:chOff x="0" y="0"/>
            <a:chExt cx="521551" cy="521551"/>
          </a:xfrm>
        </p:grpSpPr>
        <p:sp>
          <p:nvSpPr>
            <p:cNvPr name="Freeform 163" id="163"/>
            <p:cNvSpPr/>
            <p:nvPr/>
          </p:nvSpPr>
          <p:spPr>
            <a:xfrm flipH="false" flipV="false" rot="0">
              <a:off x="0" y="0"/>
              <a:ext cx="521589" cy="521589"/>
            </a:xfrm>
            <a:custGeom>
              <a:avLst/>
              <a:gdLst/>
              <a:ahLst/>
              <a:cxnLst/>
              <a:rect r="r" b="b" t="t" l="l"/>
              <a:pathLst>
                <a:path h="521589" w="521589">
                  <a:moveTo>
                    <a:pt x="0" y="260731"/>
                  </a:moveTo>
                  <a:cubicBezTo>
                    <a:pt x="0" y="116713"/>
                    <a:pt x="116713" y="0"/>
                    <a:pt x="260731" y="0"/>
                  </a:cubicBezTo>
                  <a:cubicBezTo>
                    <a:pt x="404749" y="0"/>
                    <a:pt x="521589" y="116713"/>
                    <a:pt x="521589" y="260731"/>
                  </a:cubicBezTo>
                  <a:cubicBezTo>
                    <a:pt x="521589" y="404749"/>
                    <a:pt x="404749" y="521589"/>
                    <a:pt x="260731" y="521589"/>
                  </a:cubicBezTo>
                  <a:cubicBezTo>
                    <a:pt x="116713" y="521589"/>
                    <a:pt x="0" y="404749"/>
                    <a:pt x="0" y="260731"/>
                  </a:cubicBezTo>
                  <a:close/>
                </a:path>
              </a:pathLst>
            </a:custGeom>
            <a:solidFill>
              <a:srgbClr val="028090"/>
            </a:solidFill>
            <a:ln w="25400" cap="sq">
              <a:solidFill>
                <a:srgbClr val="028090"/>
              </a:solidFill>
              <a:prstDash val="solid"/>
              <a:miter/>
            </a:ln>
          </p:spPr>
        </p:sp>
      </p:grpSp>
      <p:grpSp>
        <p:nvGrpSpPr>
          <p:cNvPr name="Group 164" id="164"/>
          <p:cNvGrpSpPr/>
          <p:nvPr/>
        </p:nvGrpSpPr>
        <p:grpSpPr>
          <a:xfrm rot="0">
            <a:off x="13469117" y="9526244"/>
            <a:ext cx="4206240" cy="512064"/>
            <a:chOff x="0" y="0"/>
            <a:chExt cx="5608320" cy="682752"/>
          </a:xfrm>
        </p:grpSpPr>
        <p:sp>
          <p:nvSpPr>
            <p:cNvPr name="Freeform 165" id="165"/>
            <p:cNvSpPr/>
            <p:nvPr/>
          </p:nvSpPr>
          <p:spPr>
            <a:xfrm flipH="false" flipV="false" rot="0">
              <a:off x="0" y="0"/>
              <a:ext cx="5608320" cy="682752"/>
            </a:xfrm>
            <a:custGeom>
              <a:avLst/>
              <a:gdLst/>
              <a:ahLst/>
              <a:cxnLst/>
              <a:rect r="r" b="b" t="t" l="l"/>
              <a:pathLst>
                <a:path h="682752" w="5608320">
                  <a:moveTo>
                    <a:pt x="0" y="0"/>
                  </a:moveTo>
                  <a:lnTo>
                    <a:pt x="5608320" y="0"/>
                  </a:lnTo>
                  <a:lnTo>
                    <a:pt x="5608320" y="682752"/>
                  </a:lnTo>
                  <a:lnTo>
                    <a:pt x="0" y="682752"/>
                  </a:lnTo>
                  <a:close/>
                </a:path>
              </a:pathLst>
            </a:custGeom>
            <a:blipFill>
              <a:blip r:embed="rId3">
                <a:alphaModFix amt="0"/>
              </a:blip>
              <a:stretch>
                <a:fillRect l="0" t="-110055" r="0" b="-110055"/>
              </a:stretch>
            </a:blipFill>
          </p:spPr>
        </p:sp>
        <p:sp>
          <p:nvSpPr>
            <p:cNvPr name="TextBox 166" id="166"/>
            <p:cNvSpPr txBox="true"/>
            <p:nvPr/>
          </p:nvSpPr>
          <p:spPr>
            <a:xfrm>
              <a:off x="0" y="-38100"/>
              <a:ext cx="5608320" cy="720852"/>
            </a:xfrm>
            <a:prstGeom prst="rect">
              <a:avLst/>
            </a:prstGeom>
          </p:spPr>
          <p:txBody>
            <a:bodyPr anchor="ctr" rtlCol="false" tIns="0" lIns="0" bIns="0" rIns="0"/>
            <a:lstStyle/>
            <a:p>
              <a:pPr algn="l">
                <a:lnSpc>
                  <a:spcPts val="2279"/>
                </a:lnSpc>
              </a:pPr>
              <a:r>
                <a:rPr lang="en-US" sz="1899">
                  <a:solidFill>
                    <a:srgbClr val="1A1A2E"/>
                  </a:solidFill>
                  <a:latin typeface="Calibri (MS)"/>
                  <a:ea typeface="Calibri (MS)"/>
                  <a:cs typeface="Calibri (MS)"/>
                  <a:sym typeface="Calibri (MS)"/>
                </a:rPr>
                <a:t>Documentación del proyecto</a:t>
              </a:r>
            </a:p>
          </p:txBody>
        </p:sp>
      </p:grpSp>
      <p:sp>
        <p:nvSpPr>
          <p:cNvPr name="Freeform 167" id="167"/>
          <p:cNvSpPr/>
          <p:nvPr/>
        </p:nvSpPr>
        <p:spPr>
          <a:xfrm flipH="false" flipV="false" rot="0">
            <a:off x="13644173" y="126444"/>
            <a:ext cx="4226777" cy="1056694"/>
          </a:xfrm>
          <a:custGeom>
            <a:avLst/>
            <a:gdLst/>
            <a:ahLst/>
            <a:cxnLst/>
            <a:rect r="r" b="b" t="t" l="l"/>
            <a:pathLst>
              <a:path h="1056694" w="4226777">
                <a:moveTo>
                  <a:pt x="0" y="0"/>
                </a:moveTo>
                <a:lnTo>
                  <a:pt x="4226777" y="0"/>
                </a:lnTo>
                <a:lnTo>
                  <a:pt x="4226777" y="1056694"/>
                </a:lnTo>
                <a:lnTo>
                  <a:pt x="0" y="1056694"/>
                </a:lnTo>
                <a:lnTo>
                  <a:pt x="0" y="0"/>
                </a:lnTo>
                <a:close/>
              </a:path>
            </a:pathLst>
          </a:custGeom>
          <a:blipFill>
            <a:blip r:embed="rId4"/>
            <a:stretch>
              <a:fillRect l="0" t="0" r="0" b="0"/>
            </a:stretch>
          </a:blipFill>
        </p:spPr>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97280" y="548640"/>
            <a:ext cx="5027648" cy="731520"/>
            <a:chOff x="0" y="0"/>
            <a:chExt cx="6703530" cy="975360"/>
          </a:xfrm>
        </p:grpSpPr>
        <p:sp>
          <p:nvSpPr>
            <p:cNvPr name="Freeform 3" id="3"/>
            <p:cNvSpPr/>
            <p:nvPr/>
          </p:nvSpPr>
          <p:spPr>
            <a:xfrm flipH="false" flipV="false" rot="0">
              <a:off x="0" y="0"/>
              <a:ext cx="6703530" cy="975360"/>
            </a:xfrm>
            <a:custGeom>
              <a:avLst/>
              <a:gdLst/>
              <a:ahLst/>
              <a:cxnLst/>
              <a:rect r="r" b="b" t="t" l="l"/>
              <a:pathLst>
                <a:path h="975360" w="6703530">
                  <a:moveTo>
                    <a:pt x="0" y="0"/>
                  </a:moveTo>
                  <a:lnTo>
                    <a:pt x="6703530" y="0"/>
                  </a:lnTo>
                  <a:lnTo>
                    <a:pt x="6703530" y="975360"/>
                  </a:lnTo>
                  <a:lnTo>
                    <a:pt x="0" y="975360"/>
                  </a:lnTo>
                  <a:close/>
                </a:path>
              </a:pathLst>
            </a:custGeom>
            <a:blipFill>
              <a:blip r:embed="rId3">
                <a:alphaModFix amt="0"/>
              </a:blip>
              <a:stretch>
                <a:fillRect l="0" t="-339700" r="-190998" b="-339700"/>
              </a:stretch>
            </a:blipFill>
          </p:spPr>
        </p:sp>
        <p:sp>
          <p:nvSpPr>
            <p:cNvPr name="TextBox 4" id="4"/>
            <p:cNvSpPr txBox="true"/>
            <p:nvPr/>
          </p:nvSpPr>
          <p:spPr>
            <a:xfrm>
              <a:off x="0" y="-66675"/>
              <a:ext cx="6703530" cy="1042035"/>
            </a:xfrm>
            <a:prstGeom prst="rect">
              <a:avLst/>
            </a:prstGeom>
          </p:spPr>
          <p:txBody>
            <a:bodyPr anchor="ctr" rtlCol="false" tIns="0" lIns="0" bIns="0" rIns="0"/>
            <a:lstStyle/>
            <a:p>
              <a:pPr algn="l">
                <a:lnSpc>
                  <a:spcPts val="4079"/>
                </a:lnSpc>
              </a:pPr>
              <a:r>
                <a:rPr lang="en-US" b="true" sz="3399" spc="784">
                  <a:solidFill>
                    <a:srgbClr val="02C39A"/>
                  </a:solidFill>
                  <a:latin typeface="Calibri (MS) Bold"/>
                  <a:ea typeface="Calibri (MS) Bold"/>
                  <a:cs typeface="Calibri (MS) Bold"/>
                  <a:sym typeface="Calibri (MS) Bold"/>
                </a:rPr>
                <a:t>CONCLUSIÓN</a:t>
              </a:r>
            </a:p>
          </p:txBody>
        </p:sp>
      </p:grpSp>
      <p:grpSp>
        <p:nvGrpSpPr>
          <p:cNvPr name="Group 5" id="5"/>
          <p:cNvGrpSpPr/>
          <p:nvPr/>
        </p:nvGrpSpPr>
        <p:grpSpPr>
          <a:xfrm rot="0">
            <a:off x="901703" y="1450343"/>
            <a:ext cx="16484603" cy="2037083"/>
            <a:chOff x="0" y="0"/>
            <a:chExt cx="21979471" cy="2716111"/>
          </a:xfrm>
        </p:grpSpPr>
        <p:sp>
          <p:nvSpPr>
            <p:cNvPr name="Freeform 6" id="6"/>
            <p:cNvSpPr/>
            <p:nvPr/>
          </p:nvSpPr>
          <p:spPr>
            <a:xfrm flipH="false" flipV="false" rot="0">
              <a:off x="0" y="0"/>
              <a:ext cx="21979382" cy="2716022"/>
            </a:xfrm>
            <a:custGeom>
              <a:avLst/>
              <a:gdLst/>
              <a:ahLst/>
              <a:cxnLst/>
              <a:rect r="r" b="b" t="t" l="l"/>
              <a:pathLst>
                <a:path h="2716022" w="21979382">
                  <a:moveTo>
                    <a:pt x="0" y="246888"/>
                  </a:moveTo>
                  <a:cubicBezTo>
                    <a:pt x="0" y="110490"/>
                    <a:pt x="110490" y="0"/>
                    <a:pt x="246888" y="0"/>
                  </a:cubicBezTo>
                  <a:lnTo>
                    <a:pt x="21732494" y="0"/>
                  </a:lnTo>
                  <a:cubicBezTo>
                    <a:pt x="21868892" y="0"/>
                    <a:pt x="21979382" y="110490"/>
                    <a:pt x="21979382" y="246888"/>
                  </a:cubicBezTo>
                  <a:lnTo>
                    <a:pt x="21979382" y="2469134"/>
                  </a:lnTo>
                  <a:cubicBezTo>
                    <a:pt x="21979382" y="2605532"/>
                    <a:pt x="21868892" y="2716022"/>
                    <a:pt x="21732494" y="2716022"/>
                  </a:cubicBezTo>
                  <a:lnTo>
                    <a:pt x="246888" y="2716022"/>
                  </a:lnTo>
                  <a:cubicBezTo>
                    <a:pt x="110490" y="2716149"/>
                    <a:pt x="0" y="2605532"/>
                    <a:pt x="0" y="2469134"/>
                  </a:cubicBezTo>
                  <a:close/>
                </a:path>
              </a:pathLst>
            </a:custGeom>
            <a:solidFill>
              <a:srgbClr val="028090">
                <a:alpha val="3922"/>
              </a:srgbClr>
            </a:solidFill>
            <a:ln w="25400" cap="sq">
              <a:solidFill>
                <a:srgbClr val="02C39A"/>
              </a:solidFill>
              <a:prstDash val="solid"/>
              <a:miter/>
            </a:ln>
          </p:spPr>
        </p:sp>
      </p:grpSp>
      <p:grpSp>
        <p:nvGrpSpPr>
          <p:cNvPr name="Group 7" id="7"/>
          <p:cNvGrpSpPr/>
          <p:nvPr/>
        </p:nvGrpSpPr>
        <p:grpSpPr>
          <a:xfrm rot="0">
            <a:off x="1280160" y="1645920"/>
            <a:ext cx="15727680" cy="1645920"/>
            <a:chOff x="0" y="0"/>
            <a:chExt cx="20970240" cy="2194560"/>
          </a:xfrm>
        </p:grpSpPr>
        <p:sp>
          <p:nvSpPr>
            <p:cNvPr name="Freeform 8" id="8"/>
            <p:cNvSpPr/>
            <p:nvPr/>
          </p:nvSpPr>
          <p:spPr>
            <a:xfrm flipH="false" flipV="false" rot="0">
              <a:off x="0" y="0"/>
              <a:ext cx="20970239" cy="2194560"/>
            </a:xfrm>
            <a:custGeom>
              <a:avLst/>
              <a:gdLst/>
              <a:ahLst/>
              <a:cxnLst/>
              <a:rect r="r" b="b" t="t" l="l"/>
              <a:pathLst>
                <a:path h="2194560" w="20970239">
                  <a:moveTo>
                    <a:pt x="0" y="0"/>
                  </a:moveTo>
                  <a:lnTo>
                    <a:pt x="20970239" y="0"/>
                  </a:lnTo>
                  <a:lnTo>
                    <a:pt x="20970239" y="2194560"/>
                  </a:lnTo>
                  <a:lnTo>
                    <a:pt x="0" y="2194560"/>
                  </a:lnTo>
                  <a:close/>
                </a:path>
              </a:pathLst>
            </a:custGeom>
            <a:blipFill>
              <a:blip r:embed="rId3">
                <a:alphaModFix amt="0"/>
              </a:blip>
              <a:stretch>
                <a:fillRect l="0" t="-136190" r="0" b="-136190"/>
              </a:stretch>
            </a:blipFill>
          </p:spPr>
        </p:sp>
        <p:sp>
          <p:nvSpPr>
            <p:cNvPr name="TextBox 9" id="9"/>
            <p:cNvSpPr txBox="true"/>
            <p:nvPr/>
          </p:nvSpPr>
          <p:spPr>
            <a:xfrm>
              <a:off x="0" y="-66675"/>
              <a:ext cx="20970240" cy="2261235"/>
            </a:xfrm>
            <a:prstGeom prst="rect">
              <a:avLst/>
            </a:prstGeom>
          </p:spPr>
          <p:txBody>
            <a:bodyPr anchor="ctr" rtlCol="false" tIns="0" lIns="0" bIns="0" rIns="0"/>
            <a:lstStyle/>
            <a:p>
              <a:pPr algn="ctr">
                <a:lnSpc>
                  <a:spcPts val="3359"/>
                </a:lnSpc>
              </a:pPr>
              <a:r>
                <a:rPr lang="en-US" b="true" sz="2799" i="true">
                  <a:solidFill>
                    <a:srgbClr val="000000"/>
                  </a:solidFill>
                  <a:latin typeface="Calibri (MS) Bold Italics"/>
                  <a:ea typeface="Calibri (MS) Bold Italics"/>
                  <a:cs typeface="Calibri (MS) Bold Italics"/>
                  <a:sym typeface="Calibri (MS) Bold Italics"/>
                </a:rPr>
                <a:t>"Pasar de conocer principalmente el inicio y término de una práctica a disponer de trazabilidad durante todo su desarrollo."</a:t>
              </a:r>
            </a:p>
          </p:txBody>
        </p:sp>
      </p:grpSp>
      <p:grpSp>
        <p:nvGrpSpPr>
          <p:cNvPr name="Group 10" id="10"/>
          <p:cNvGrpSpPr/>
          <p:nvPr/>
        </p:nvGrpSpPr>
        <p:grpSpPr>
          <a:xfrm rot="0">
            <a:off x="901703" y="3919223"/>
            <a:ext cx="2402843" cy="1671323"/>
            <a:chOff x="0" y="0"/>
            <a:chExt cx="3203791" cy="2228431"/>
          </a:xfrm>
        </p:grpSpPr>
        <p:sp>
          <p:nvSpPr>
            <p:cNvPr name="Freeform 11" id="11"/>
            <p:cNvSpPr/>
            <p:nvPr/>
          </p:nvSpPr>
          <p:spPr>
            <a:xfrm flipH="false" flipV="false" rot="0">
              <a:off x="0" y="0"/>
              <a:ext cx="3203829" cy="2228469"/>
            </a:xfrm>
            <a:custGeom>
              <a:avLst/>
              <a:gdLst/>
              <a:ahLst/>
              <a:cxnLst/>
              <a:rect r="r" b="b" t="t" l="l"/>
              <a:pathLst>
                <a:path h="2228469" w="3203829">
                  <a:moveTo>
                    <a:pt x="0" y="173355"/>
                  </a:moveTo>
                  <a:cubicBezTo>
                    <a:pt x="0" y="77597"/>
                    <a:pt x="77597" y="0"/>
                    <a:pt x="173355" y="0"/>
                  </a:cubicBezTo>
                  <a:lnTo>
                    <a:pt x="3030474" y="0"/>
                  </a:lnTo>
                  <a:cubicBezTo>
                    <a:pt x="3126232" y="0"/>
                    <a:pt x="3203829" y="77597"/>
                    <a:pt x="3203829" y="173355"/>
                  </a:cubicBezTo>
                  <a:lnTo>
                    <a:pt x="3203829" y="2055114"/>
                  </a:lnTo>
                  <a:cubicBezTo>
                    <a:pt x="3203829" y="2150872"/>
                    <a:pt x="3126232" y="2228469"/>
                    <a:pt x="3030474" y="2228469"/>
                  </a:cubicBezTo>
                  <a:lnTo>
                    <a:pt x="173355" y="2228469"/>
                  </a:lnTo>
                  <a:cubicBezTo>
                    <a:pt x="77597" y="2228469"/>
                    <a:pt x="0" y="2150872"/>
                    <a:pt x="0" y="2055114"/>
                  </a:cubicBezTo>
                  <a:close/>
                </a:path>
              </a:pathLst>
            </a:custGeom>
            <a:solidFill>
              <a:srgbClr val="028090">
                <a:alpha val="63922"/>
              </a:srgbClr>
            </a:solidFill>
            <a:ln w="25400" cap="sq">
              <a:solidFill>
                <a:srgbClr val="028090"/>
              </a:solidFill>
              <a:prstDash val="solid"/>
              <a:miter/>
            </a:ln>
          </p:spPr>
        </p:sp>
      </p:grpSp>
      <p:grpSp>
        <p:nvGrpSpPr>
          <p:cNvPr name="Group 12" id="12"/>
          <p:cNvGrpSpPr/>
          <p:nvPr/>
        </p:nvGrpSpPr>
        <p:grpSpPr>
          <a:xfrm rot="0">
            <a:off x="1005840" y="4023360"/>
            <a:ext cx="2194560" cy="1463040"/>
            <a:chOff x="0" y="0"/>
            <a:chExt cx="2926080" cy="1950720"/>
          </a:xfrm>
        </p:grpSpPr>
        <p:sp>
          <p:nvSpPr>
            <p:cNvPr name="Freeform 13" id="13"/>
            <p:cNvSpPr/>
            <p:nvPr/>
          </p:nvSpPr>
          <p:spPr>
            <a:xfrm flipH="false" flipV="false" rot="0">
              <a:off x="0" y="0"/>
              <a:ext cx="2926080" cy="1950720"/>
            </a:xfrm>
            <a:custGeom>
              <a:avLst/>
              <a:gdLst/>
              <a:ahLst/>
              <a:cxnLst/>
              <a:rect r="r" b="b" t="t" l="l"/>
              <a:pathLst>
                <a:path h="1950720" w="2926080">
                  <a:moveTo>
                    <a:pt x="0" y="0"/>
                  </a:moveTo>
                  <a:lnTo>
                    <a:pt x="2926080" y="0"/>
                  </a:lnTo>
                  <a:lnTo>
                    <a:pt x="2926080" y="1950720"/>
                  </a:lnTo>
                  <a:lnTo>
                    <a:pt x="0" y="1950720"/>
                  </a:lnTo>
                  <a:close/>
                </a:path>
              </a:pathLst>
            </a:custGeom>
            <a:blipFill>
              <a:blip r:embed="rId3">
                <a:alphaModFix amt="0"/>
              </a:blip>
              <a:stretch>
                <a:fillRect l="-35535" t="0" r="-35535" b="0"/>
              </a:stretch>
            </a:blipFill>
          </p:spPr>
        </p:sp>
        <p:sp>
          <p:nvSpPr>
            <p:cNvPr name="TextBox 14" id="14"/>
            <p:cNvSpPr txBox="true"/>
            <p:nvPr/>
          </p:nvSpPr>
          <p:spPr>
            <a:xfrm>
              <a:off x="0" y="-38100"/>
              <a:ext cx="2926080" cy="1988820"/>
            </a:xfrm>
            <a:prstGeom prst="rect">
              <a:avLst/>
            </a:prstGeom>
          </p:spPr>
          <p:txBody>
            <a:bodyPr anchor="ctr" rtlCol="false" tIns="0" lIns="0" bIns="0" rIns="0"/>
            <a:lstStyle/>
            <a:p>
              <a:pPr algn="ctr">
                <a:lnSpc>
                  <a:spcPts val="2400"/>
                </a:lnSpc>
              </a:pPr>
              <a:r>
                <a:rPr lang="en-US" sz="2000" b="true">
                  <a:solidFill>
                    <a:srgbClr val="FFFFFF"/>
                  </a:solidFill>
                  <a:latin typeface="Calibri (MS) Bold"/>
                  <a:ea typeface="Calibri (MS) Bold"/>
                  <a:cs typeface="Calibri (MS) Bold"/>
                  <a:sym typeface="Calibri (MS) Bold"/>
                </a:rPr>
                <a:t>Problemática</a:t>
              </a:r>
            </a:p>
            <a:p>
              <a:pPr algn="ctr">
                <a:lnSpc>
                  <a:spcPts val="2400"/>
                </a:lnSpc>
              </a:pPr>
              <a:r>
                <a:rPr lang="en-US" sz="2000" b="true">
                  <a:solidFill>
                    <a:srgbClr val="FFFFFF"/>
                  </a:solidFill>
                  <a:latin typeface="Calibri (MS) Bold"/>
                  <a:ea typeface="Calibri (MS) Bold"/>
                  <a:cs typeface="Calibri (MS) Bold"/>
                  <a:sym typeface="Calibri (MS) Bold"/>
                </a:rPr>
                <a:t>identificada</a:t>
              </a:r>
            </a:p>
          </p:txBody>
        </p:sp>
      </p:grpSp>
      <p:grpSp>
        <p:nvGrpSpPr>
          <p:cNvPr name="Group 15" id="15"/>
          <p:cNvGrpSpPr/>
          <p:nvPr/>
        </p:nvGrpSpPr>
        <p:grpSpPr>
          <a:xfrm rot="0">
            <a:off x="3291840" y="4389120"/>
            <a:ext cx="493776" cy="640080"/>
            <a:chOff x="0" y="0"/>
            <a:chExt cx="658368" cy="853440"/>
          </a:xfrm>
        </p:grpSpPr>
        <p:sp>
          <p:nvSpPr>
            <p:cNvPr name="Freeform 16" id="16"/>
            <p:cNvSpPr/>
            <p:nvPr/>
          </p:nvSpPr>
          <p:spPr>
            <a:xfrm flipH="false" flipV="false" rot="0">
              <a:off x="0" y="0"/>
              <a:ext cx="658368" cy="853440"/>
            </a:xfrm>
            <a:custGeom>
              <a:avLst/>
              <a:gdLst/>
              <a:ahLst/>
              <a:cxnLst/>
              <a:rect r="r" b="b" t="t" l="l"/>
              <a:pathLst>
                <a:path h="853440" w="658368">
                  <a:moveTo>
                    <a:pt x="0" y="0"/>
                  </a:moveTo>
                  <a:lnTo>
                    <a:pt x="658368" y="0"/>
                  </a:lnTo>
                  <a:lnTo>
                    <a:pt x="658368" y="853440"/>
                  </a:lnTo>
                  <a:lnTo>
                    <a:pt x="0" y="853440"/>
                  </a:lnTo>
                  <a:close/>
                </a:path>
              </a:pathLst>
            </a:custGeom>
            <a:blipFill>
              <a:blip r:embed="rId3">
                <a:alphaModFix amt="0"/>
              </a:blip>
              <a:stretch>
                <a:fillRect l="-116319" t="0" r="-116319" b="0"/>
              </a:stretch>
            </a:blipFill>
          </p:spPr>
        </p:sp>
        <p:sp>
          <p:nvSpPr>
            <p:cNvPr name="TextBox 17" id="17"/>
            <p:cNvSpPr txBox="true"/>
            <p:nvPr/>
          </p:nvSpPr>
          <p:spPr>
            <a:xfrm>
              <a:off x="0" y="-66675"/>
              <a:ext cx="658368" cy="920115"/>
            </a:xfrm>
            <a:prstGeom prst="rect">
              <a:avLst/>
            </a:prstGeom>
          </p:spPr>
          <p:txBody>
            <a:bodyPr anchor="ctr" rtlCol="false" tIns="0" lIns="0" bIns="0" rIns="0"/>
            <a:lstStyle/>
            <a:p>
              <a:pPr algn="ctr">
                <a:lnSpc>
                  <a:spcPts val="3359"/>
                </a:lnSpc>
              </a:pPr>
              <a:r>
                <a:rPr lang="en-US" sz="2799">
                  <a:solidFill>
                    <a:srgbClr val="02C39A"/>
                  </a:solidFill>
                  <a:latin typeface="Calibri (MS)"/>
                  <a:ea typeface="Calibri (MS)"/>
                  <a:cs typeface="Calibri (MS)"/>
                  <a:sym typeface="Calibri (MS)"/>
                </a:rPr>
                <a:t>→</a:t>
              </a:r>
            </a:p>
          </p:txBody>
        </p:sp>
      </p:grpSp>
      <p:grpSp>
        <p:nvGrpSpPr>
          <p:cNvPr name="Group 18" id="18"/>
          <p:cNvGrpSpPr/>
          <p:nvPr/>
        </p:nvGrpSpPr>
        <p:grpSpPr>
          <a:xfrm rot="0">
            <a:off x="3772919" y="3919223"/>
            <a:ext cx="2402843" cy="1671323"/>
            <a:chOff x="0" y="0"/>
            <a:chExt cx="3203791" cy="2228431"/>
          </a:xfrm>
        </p:grpSpPr>
        <p:sp>
          <p:nvSpPr>
            <p:cNvPr name="Freeform 19" id="19"/>
            <p:cNvSpPr/>
            <p:nvPr/>
          </p:nvSpPr>
          <p:spPr>
            <a:xfrm flipH="false" flipV="false" rot="0">
              <a:off x="0" y="0"/>
              <a:ext cx="3203829" cy="2228469"/>
            </a:xfrm>
            <a:custGeom>
              <a:avLst/>
              <a:gdLst/>
              <a:ahLst/>
              <a:cxnLst/>
              <a:rect r="r" b="b" t="t" l="l"/>
              <a:pathLst>
                <a:path h="2228469" w="3203829">
                  <a:moveTo>
                    <a:pt x="0" y="173355"/>
                  </a:moveTo>
                  <a:cubicBezTo>
                    <a:pt x="0" y="77597"/>
                    <a:pt x="77597" y="0"/>
                    <a:pt x="173355" y="0"/>
                  </a:cubicBezTo>
                  <a:lnTo>
                    <a:pt x="3030474" y="0"/>
                  </a:lnTo>
                  <a:cubicBezTo>
                    <a:pt x="3126232" y="0"/>
                    <a:pt x="3203829" y="77597"/>
                    <a:pt x="3203829" y="173355"/>
                  </a:cubicBezTo>
                  <a:lnTo>
                    <a:pt x="3203829" y="2055114"/>
                  </a:lnTo>
                  <a:cubicBezTo>
                    <a:pt x="3203829" y="2150872"/>
                    <a:pt x="3126232" y="2228469"/>
                    <a:pt x="3030474" y="2228469"/>
                  </a:cubicBezTo>
                  <a:lnTo>
                    <a:pt x="173355" y="2228469"/>
                  </a:lnTo>
                  <a:cubicBezTo>
                    <a:pt x="77597" y="2228469"/>
                    <a:pt x="0" y="2150872"/>
                    <a:pt x="0" y="2055114"/>
                  </a:cubicBezTo>
                  <a:close/>
                </a:path>
              </a:pathLst>
            </a:custGeom>
            <a:solidFill>
              <a:srgbClr val="027A8C">
                <a:alpha val="63922"/>
              </a:srgbClr>
            </a:solidFill>
            <a:ln w="25400" cap="sq">
              <a:solidFill>
                <a:srgbClr val="027A8C"/>
              </a:solidFill>
              <a:prstDash val="solid"/>
              <a:miter/>
            </a:ln>
          </p:spPr>
        </p:sp>
      </p:grpSp>
      <p:grpSp>
        <p:nvGrpSpPr>
          <p:cNvPr name="Group 20" id="20"/>
          <p:cNvGrpSpPr/>
          <p:nvPr/>
        </p:nvGrpSpPr>
        <p:grpSpPr>
          <a:xfrm rot="0">
            <a:off x="3877056" y="4023360"/>
            <a:ext cx="2194560" cy="1463040"/>
            <a:chOff x="0" y="0"/>
            <a:chExt cx="2926080" cy="1950720"/>
          </a:xfrm>
        </p:grpSpPr>
        <p:sp>
          <p:nvSpPr>
            <p:cNvPr name="Freeform 21" id="21"/>
            <p:cNvSpPr/>
            <p:nvPr/>
          </p:nvSpPr>
          <p:spPr>
            <a:xfrm flipH="false" flipV="false" rot="0">
              <a:off x="0" y="0"/>
              <a:ext cx="2926080" cy="1950720"/>
            </a:xfrm>
            <a:custGeom>
              <a:avLst/>
              <a:gdLst/>
              <a:ahLst/>
              <a:cxnLst/>
              <a:rect r="r" b="b" t="t" l="l"/>
              <a:pathLst>
                <a:path h="1950720" w="2926080">
                  <a:moveTo>
                    <a:pt x="0" y="0"/>
                  </a:moveTo>
                  <a:lnTo>
                    <a:pt x="2926080" y="0"/>
                  </a:lnTo>
                  <a:lnTo>
                    <a:pt x="2926080" y="1950720"/>
                  </a:lnTo>
                  <a:lnTo>
                    <a:pt x="0" y="1950720"/>
                  </a:lnTo>
                  <a:close/>
                </a:path>
              </a:pathLst>
            </a:custGeom>
            <a:blipFill>
              <a:blip r:embed="rId3">
                <a:alphaModFix amt="0"/>
              </a:blip>
              <a:stretch>
                <a:fillRect l="-35535" t="0" r="-35535" b="0"/>
              </a:stretch>
            </a:blipFill>
          </p:spPr>
        </p:sp>
        <p:sp>
          <p:nvSpPr>
            <p:cNvPr name="TextBox 22" id="22"/>
            <p:cNvSpPr txBox="true"/>
            <p:nvPr/>
          </p:nvSpPr>
          <p:spPr>
            <a:xfrm>
              <a:off x="0" y="-38100"/>
              <a:ext cx="2926080" cy="1988820"/>
            </a:xfrm>
            <a:prstGeom prst="rect">
              <a:avLst/>
            </a:prstGeom>
          </p:spPr>
          <p:txBody>
            <a:bodyPr anchor="ctr" rtlCol="false" tIns="0" lIns="0" bIns="0" rIns="0"/>
            <a:lstStyle/>
            <a:p>
              <a:pPr algn="ctr">
                <a:lnSpc>
                  <a:spcPts val="2400"/>
                </a:lnSpc>
              </a:pPr>
              <a:r>
                <a:rPr lang="en-US" sz="2000" b="true">
                  <a:solidFill>
                    <a:srgbClr val="FFFFFF"/>
                  </a:solidFill>
                  <a:latin typeface="Calibri (MS) Bold"/>
                  <a:ea typeface="Calibri (MS) Bold"/>
                  <a:cs typeface="Calibri (MS) Bold"/>
                  <a:sym typeface="Calibri (MS) Bold"/>
                </a:rPr>
                <a:t>Solución</a:t>
              </a:r>
            </a:p>
            <a:p>
              <a:pPr algn="ctr">
                <a:lnSpc>
                  <a:spcPts val="2400"/>
                </a:lnSpc>
              </a:pPr>
              <a:r>
                <a:rPr lang="en-US" sz="2000" b="true">
                  <a:solidFill>
                    <a:srgbClr val="FFFFFF"/>
                  </a:solidFill>
                  <a:latin typeface="Calibri (MS) Bold"/>
                  <a:ea typeface="Calibri (MS) Bold"/>
                  <a:cs typeface="Calibri (MS) Bold"/>
                  <a:sym typeface="Calibri (MS) Bold"/>
                </a:rPr>
                <a:t>diseñada</a:t>
              </a:r>
            </a:p>
          </p:txBody>
        </p:sp>
      </p:grpSp>
      <p:grpSp>
        <p:nvGrpSpPr>
          <p:cNvPr name="Group 23" id="23"/>
          <p:cNvGrpSpPr/>
          <p:nvPr/>
        </p:nvGrpSpPr>
        <p:grpSpPr>
          <a:xfrm rot="0">
            <a:off x="6163056" y="4389120"/>
            <a:ext cx="493776" cy="640080"/>
            <a:chOff x="0" y="0"/>
            <a:chExt cx="658368" cy="853440"/>
          </a:xfrm>
        </p:grpSpPr>
        <p:sp>
          <p:nvSpPr>
            <p:cNvPr name="Freeform 24" id="24"/>
            <p:cNvSpPr/>
            <p:nvPr/>
          </p:nvSpPr>
          <p:spPr>
            <a:xfrm flipH="false" flipV="false" rot="0">
              <a:off x="0" y="0"/>
              <a:ext cx="658368" cy="853440"/>
            </a:xfrm>
            <a:custGeom>
              <a:avLst/>
              <a:gdLst/>
              <a:ahLst/>
              <a:cxnLst/>
              <a:rect r="r" b="b" t="t" l="l"/>
              <a:pathLst>
                <a:path h="853440" w="658368">
                  <a:moveTo>
                    <a:pt x="0" y="0"/>
                  </a:moveTo>
                  <a:lnTo>
                    <a:pt x="658368" y="0"/>
                  </a:lnTo>
                  <a:lnTo>
                    <a:pt x="658368" y="853440"/>
                  </a:lnTo>
                  <a:lnTo>
                    <a:pt x="0" y="853440"/>
                  </a:lnTo>
                  <a:close/>
                </a:path>
              </a:pathLst>
            </a:custGeom>
            <a:blipFill>
              <a:blip r:embed="rId3">
                <a:alphaModFix amt="0"/>
              </a:blip>
              <a:stretch>
                <a:fillRect l="-116319" t="0" r="-116319" b="0"/>
              </a:stretch>
            </a:blipFill>
          </p:spPr>
        </p:sp>
        <p:sp>
          <p:nvSpPr>
            <p:cNvPr name="TextBox 25" id="25"/>
            <p:cNvSpPr txBox="true"/>
            <p:nvPr/>
          </p:nvSpPr>
          <p:spPr>
            <a:xfrm>
              <a:off x="0" y="-66675"/>
              <a:ext cx="658368" cy="920115"/>
            </a:xfrm>
            <a:prstGeom prst="rect">
              <a:avLst/>
            </a:prstGeom>
          </p:spPr>
          <p:txBody>
            <a:bodyPr anchor="ctr" rtlCol="false" tIns="0" lIns="0" bIns="0" rIns="0"/>
            <a:lstStyle/>
            <a:p>
              <a:pPr algn="ctr">
                <a:lnSpc>
                  <a:spcPts val="3359"/>
                </a:lnSpc>
              </a:pPr>
              <a:r>
                <a:rPr lang="en-US" sz="2799">
                  <a:solidFill>
                    <a:srgbClr val="02C39A"/>
                  </a:solidFill>
                  <a:latin typeface="Calibri (MS)"/>
                  <a:ea typeface="Calibri (MS)"/>
                  <a:cs typeface="Calibri (MS)"/>
                  <a:sym typeface="Calibri (MS)"/>
                </a:rPr>
                <a:t>→</a:t>
              </a:r>
            </a:p>
          </p:txBody>
        </p:sp>
      </p:grpSp>
      <p:grpSp>
        <p:nvGrpSpPr>
          <p:cNvPr name="Group 26" id="26"/>
          <p:cNvGrpSpPr/>
          <p:nvPr/>
        </p:nvGrpSpPr>
        <p:grpSpPr>
          <a:xfrm rot="0">
            <a:off x="6644135" y="3919223"/>
            <a:ext cx="2402843" cy="1671323"/>
            <a:chOff x="0" y="0"/>
            <a:chExt cx="3203791" cy="2228431"/>
          </a:xfrm>
        </p:grpSpPr>
        <p:sp>
          <p:nvSpPr>
            <p:cNvPr name="Freeform 27" id="27"/>
            <p:cNvSpPr/>
            <p:nvPr/>
          </p:nvSpPr>
          <p:spPr>
            <a:xfrm flipH="false" flipV="false" rot="0">
              <a:off x="0" y="0"/>
              <a:ext cx="3203829" cy="2228469"/>
            </a:xfrm>
            <a:custGeom>
              <a:avLst/>
              <a:gdLst/>
              <a:ahLst/>
              <a:cxnLst/>
              <a:rect r="r" b="b" t="t" l="l"/>
              <a:pathLst>
                <a:path h="2228469" w="3203829">
                  <a:moveTo>
                    <a:pt x="0" y="173355"/>
                  </a:moveTo>
                  <a:cubicBezTo>
                    <a:pt x="0" y="77597"/>
                    <a:pt x="77597" y="0"/>
                    <a:pt x="173355" y="0"/>
                  </a:cubicBezTo>
                  <a:lnTo>
                    <a:pt x="3030474" y="0"/>
                  </a:lnTo>
                  <a:cubicBezTo>
                    <a:pt x="3126232" y="0"/>
                    <a:pt x="3203829" y="77597"/>
                    <a:pt x="3203829" y="173355"/>
                  </a:cubicBezTo>
                  <a:lnTo>
                    <a:pt x="3203829" y="2055114"/>
                  </a:lnTo>
                  <a:cubicBezTo>
                    <a:pt x="3203829" y="2150872"/>
                    <a:pt x="3126232" y="2228469"/>
                    <a:pt x="3030474" y="2228469"/>
                  </a:cubicBezTo>
                  <a:lnTo>
                    <a:pt x="173355" y="2228469"/>
                  </a:lnTo>
                  <a:cubicBezTo>
                    <a:pt x="77597" y="2228469"/>
                    <a:pt x="0" y="2150872"/>
                    <a:pt x="0" y="2055114"/>
                  </a:cubicBezTo>
                  <a:close/>
                </a:path>
              </a:pathLst>
            </a:custGeom>
            <a:solidFill>
              <a:srgbClr val="026A7A">
                <a:alpha val="63922"/>
              </a:srgbClr>
            </a:solidFill>
            <a:ln w="25400" cap="sq">
              <a:solidFill>
                <a:srgbClr val="026A7A"/>
              </a:solidFill>
              <a:prstDash val="solid"/>
              <a:miter/>
            </a:ln>
          </p:spPr>
        </p:sp>
      </p:grpSp>
      <p:grpSp>
        <p:nvGrpSpPr>
          <p:cNvPr name="Group 28" id="28"/>
          <p:cNvGrpSpPr/>
          <p:nvPr/>
        </p:nvGrpSpPr>
        <p:grpSpPr>
          <a:xfrm rot="0">
            <a:off x="6748272" y="4023360"/>
            <a:ext cx="2194560" cy="1463040"/>
            <a:chOff x="0" y="0"/>
            <a:chExt cx="2926080" cy="1950720"/>
          </a:xfrm>
        </p:grpSpPr>
        <p:sp>
          <p:nvSpPr>
            <p:cNvPr name="Freeform 29" id="29"/>
            <p:cNvSpPr/>
            <p:nvPr/>
          </p:nvSpPr>
          <p:spPr>
            <a:xfrm flipH="false" flipV="false" rot="0">
              <a:off x="0" y="0"/>
              <a:ext cx="2926080" cy="1950720"/>
            </a:xfrm>
            <a:custGeom>
              <a:avLst/>
              <a:gdLst/>
              <a:ahLst/>
              <a:cxnLst/>
              <a:rect r="r" b="b" t="t" l="l"/>
              <a:pathLst>
                <a:path h="1950720" w="2926080">
                  <a:moveTo>
                    <a:pt x="0" y="0"/>
                  </a:moveTo>
                  <a:lnTo>
                    <a:pt x="2926080" y="0"/>
                  </a:lnTo>
                  <a:lnTo>
                    <a:pt x="2926080" y="1950720"/>
                  </a:lnTo>
                  <a:lnTo>
                    <a:pt x="0" y="1950720"/>
                  </a:lnTo>
                  <a:close/>
                </a:path>
              </a:pathLst>
            </a:custGeom>
            <a:blipFill>
              <a:blip r:embed="rId3">
                <a:alphaModFix amt="0"/>
              </a:blip>
              <a:stretch>
                <a:fillRect l="-35535" t="0" r="-35535" b="0"/>
              </a:stretch>
            </a:blipFill>
          </p:spPr>
        </p:sp>
        <p:sp>
          <p:nvSpPr>
            <p:cNvPr name="TextBox 30" id="30"/>
            <p:cNvSpPr txBox="true"/>
            <p:nvPr/>
          </p:nvSpPr>
          <p:spPr>
            <a:xfrm>
              <a:off x="0" y="-38100"/>
              <a:ext cx="2926080" cy="1988820"/>
            </a:xfrm>
            <a:prstGeom prst="rect">
              <a:avLst/>
            </a:prstGeom>
          </p:spPr>
          <p:txBody>
            <a:bodyPr anchor="ctr" rtlCol="false" tIns="0" lIns="0" bIns="0" rIns="0"/>
            <a:lstStyle/>
            <a:p>
              <a:pPr algn="ctr">
                <a:lnSpc>
                  <a:spcPts val="2400"/>
                </a:lnSpc>
              </a:pPr>
              <a:r>
                <a:rPr lang="en-US" sz="2000" b="true">
                  <a:solidFill>
                    <a:srgbClr val="FFFFFF"/>
                  </a:solidFill>
                  <a:latin typeface="Calibri (MS) Bold"/>
                  <a:ea typeface="Calibri (MS) Bold"/>
                  <a:cs typeface="Calibri (MS) Bold"/>
                  <a:sym typeface="Calibri (MS) Bold"/>
                </a:rPr>
                <a:t>PMV</a:t>
              </a:r>
            </a:p>
            <a:p>
              <a:pPr algn="ctr">
                <a:lnSpc>
                  <a:spcPts val="2400"/>
                </a:lnSpc>
              </a:pPr>
              <a:r>
                <a:rPr lang="en-US" sz="2000" b="true">
                  <a:solidFill>
                    <a:srgbClr val="FFFFFF"/>
                  </a:solidFill>
                  <a:latin typeface="Calibri (MS) Bold"/>
                  <a:ea typeface="Calibri (MS) Bold"/>
                  <a:cs typeface="Calibri (MS) Bold"/>
                  <a:sym typeface="Calibri (MS) Bold"/>
                </a:rPr>
                <a:t>delimitado</a:t>
              </a:r>
            </a:p>
          </p:txBody>
        </p:sp>
      </p:grpSp>
      <p:grpSp>
        <p:nvGrpSpPr>
          <p:cNvPr name="Group 31" id="31"/>
          <p:cNvGrpSpPr/>
          <p:nvPr/>
        </p:nvGrpSpPr>
        <p:grpSpPr>
          <a:xfrm rot="0">
            <a:off x="9034272" y="4389120"/>
            <a:ext cx="493776" cy="640080"/>
            <a:chOff x="0" y="0"/>
            <a:chExt cx="658368" cy="853440"/>
          </a:xfrm>
        </p:grpSpPr>
        <p:sp>
          <p:nvSpPr>
            <p:cNvPr name="Freeform 32" id="32"/>
            <p:cNvSpPr/>
            <p:nvPr/>
          </p:nvSpPr>
          <p:spPr>
            <a:xfrm flipH="false" flipV="false" rot="0">
              <a:off x="0" y="0"/>
              <a:ext cx="658368" cy="853440"/>
            </a:xfrm>
            <a:custGeom>
              <a:avLst/>
              <a:gdLst/>
              <a:ahLst/>
              <a:cxnLst/>
              <a:rect r="r" b="b" t="t" l="l"/>
              <a:pathLst>
                <a:path h="853440" w="658368">
                  <a:moveTo>
                    <a:pt x="0" y="0"/>
                  </a:moveTo>
                  <a:lnTo>
                    <a:pt x="658368" y="0"/>
                  </a:lnTo>
                  <a:lnTo>
                    <a:pt x="658368" y="853440"/>
                  </a:lnTo>
                  <a:lnTo>
                    <a:pt x="0" y="853440"/>
                  </a:lnTo>
                  <a:close/>
                </a:path>
              </a:pathLst>
            </a:custGeom>
            <a:blipFill>
              <a:blip r:embed="rId3">
                <a:alphaModFix amt="0"/>
              </a:blip>
              <a:stretch>
                <a:fillRect l="-116319" t="0" r="-116319" b="0"/>
              </a:stretch>
            </a:blipFill>
          </p:spPr>
        </p:sp>
        <p:sp>
          <p:nvSpPr>
            <p:cNvPr name="TextBox 33" id="33"/>
            <p:cNvSpPr txBox="true"/>
            <p:nvPr/>
          </p:nvSpPr>
          <p:spPr>
            <a:xfrm>
              <a:off x="0" y="-66675"/>
              <a:ext cx="658368" cy="920115"/>
            </a:xfrm>
            <a:prstGeom prst="rect">
              <a:avLst/>
            </a:prstGeom>
          </p:spPr>
          <p:txBody>
            <a:bodyPr anchor="ctr" rtlCol="false" tIns="0" lIns="0" bIns="0" rIns="0"/>
            <a:lstStyle/>
            <a:p>
              <a:pPr algn="ctr">
                <a:lnSpc>
                  <a:spcPts val="3359"/>
                </a:lnSpc>
              </a:pPr>
              <a:r>
                <a:rPr lang="en-US" sz="2799">
                  <a:solidFill>
                    <a:srgbClr val="02C39A"/>
                  </a:solidFill>
                  <a:latin typeface="Calibri (MS)"/>
                  <a:ea typeface="Calibri (MS)"/>
                  <a:cs typeface="Calibri (MS)"/>
                  <a:sym typeface="Calibri (MS)"/>
                </a:rPr>
                <a:t>→</a:t>
              </a:r>
            </a:p>
          </p:txBody>
        </p:sp>
      </p:grpSp>
      <p:grpSp>
        <p:nvGrpSpPr>
          <p:cNvPr name="Group 34" id="34"/>
          <p:cNvGrpSpPr/>
          <p:nvPr/>
        </p:nvGrpSpPr>
        <p:grpSpPr>
          <a:xfrm rot="0">
            <a:off x="9515351" y="3919223"/>
            <a:ext cx="2402843" cy="1671323"/>
            <a:chOff x="0" y="0"/>
            <a:chExt cx="3203791" cy="2228431"/>
          </a:xfrm>
        </p:grpSpPr>
        <p:sp>
          <p:nvSpPr>
            <p:cNvPr name="Freeform 35" id="35"/>
            <p:cNvSpPr/>
            <p:nvPr/>
          </p:nvSpPr>
          <p:spPr>
            <a:xfrm flipH="false" flipV="false" rot="0">
              <a:off x="0" y="0"/>
              <a:ext cx="3203829" cy="2228469"/>
            </a:xfrm>
            <a:custGeom>
              <a:avLst/>
              <a:gdLst/>
              <a:ahLst/>
              <a:cxnLst/>
              <a:rect r="r" b="b" t="t" l="l"/>
              <a:pathLst>
                <a:path h="2228469" w="3203829">
                  <a:moveTo>
                    <a:pt x="0" y="173355"/>
                  </a:moveTo>
                  <a:cubicBezTo>
                    <a:pt x="0" y="77597"/>
                    <a:pt x="77597" y="0"/>
                    <a:pt x="173355" y="0"/>
                  </a:cubicBezTo>
                  <a:lnTo>
                    <a:pt x="3030474" y="0"/>
                  </a:lnTo>
                  <a:cubicBezTo>
                    <a:pt x="3126232" y="0"/>
                    <a:pt x="3203829" y="77597"/>
                    <a:pt x="3203829" y="173355"/>
                  </a:cubicBezTo>
                  <a:lnTo>
                    <a:pt x="3203829" y="2055114"/>
                  </a:lnTo>
                  <a:cubicBezTo>
                    <a:pt x="3203829" y="2150872"/>
                    <a:pt x="3126232" y="2228469"/>
                    <a:pt x="3030474" y="2228469"/>
                  </a:cubicBezTo>
                  <a:lnTo>
                    <a:pt x="173355" y="2228469"/>
                  </a:lnTo>
                  <a:cubicBezTo>
                    <a:pt x="77597" y="2228469"/>
                    <a:pt x="0" y="2150872"/>
                    <a:pt x="0" y="2055114"/>
                  </a:cubicBezTo>
                  <a:close/>
                </a:path>
              </a:pathLst>
            </a:custGeom>
            <a:solidFill>
              <a:srgbClr val="025A6A">
                <a:alpha val="63922"/>
              </a:srgbClr>
            </a:solidFill>
            <a:ln w="25400" cap="sq">
              <a:solidFill>
                <a:srgbClr val="025A6A"/>
              </a:solidFill>
              <a:prstDash val="solid"/>
              <a:miter/>
            </a:ln>
          </p:spPr>
        </p:sp>
      </p:grpSp>
      <p:grpSp>
        <p:nvGrpSpPr>
          <p:cNvPr name="Group 36" id="36"/>
          <p:cNvGrpSpPr/>
          <p:nvPr/>
        </p:nvGrpSpPr>
        <p:grpSpPr>
          <a:xfrm rot="0">
            <a:off x="9619488" y="4023360"/>
            <a:ext cx="2194560" cy="1463040"/>
            <a:chOff x="0" y="0"/>
            <a:chExt cx="2926080" cy="1950720"/>
          </a:xfrm>
        </p:grpSpPr>
        <p:sp>
          <p:nvSpPr>
            <p:cNvPr name="Freeform 37" id="37"/>
            <p:cNvSpPr/>
            <p:nvPr/>
          </p:nvSpPr>
          <p:spPr>
            <a:xfrm flipH="false" flipV="false" rot="0">
              <a:off x="0" y="0"/>
              <a:ext cx="2926080" cy="1950720"/>
            </a:xfrm>
            <a:custGeom>
              <a:avLst/>
              <a:gdLst/>
              <a:ahLst/>
              <a:cxnLst/>
              <a:rect r="r" b="b" t="t" l="l"/>
              <a:pathLst>
                <a:path h="1950720" w="2926080">
                  <a:moveTo>
                    <a:pt x="0" y="0"/>
                  </a:moveTo>
                  <a:lnTo>
                    <a:pt x="2926080" y="0"/>
                  </a:lnTo>
                  <a:lnTo>
                    <a:pt x="2926080" y="1950720"/>
                  </a:lnTo>
                  <a:lnTo>
                    <a:pt x="0" y="1950720"/>
                  </a:lnTo>
                  <a:close/>
                </a:path>
              </a:pathLst>
            </a:custGeom>
            <a:blipFill>
              <a:blip r:embed="rId3">
                <a:alphaModFix amt="0"/>
              </a:blip>
              <a:stretch>
                <a:fillRect l="-35535" t="0" r="-35535" b="0"/>
              </a:stretch>
            </a:blipFill>
          </p:spPr>
        </p:sp>
        <p:sp>
          <p:nvSpPr>
            <p:cNvPr name="TextBox 38" id="38"/>
            <p:cNvSpPr txBox="true"/>
            <p:nvPr/>
          </p:nvSpPr>
          <p:spPr>
            <a:xfrm>
              <a:off x="0" y="-38100"/>
              <a:ext cx="2926080" cy="1988820"/>
            </a:xfrm>
            <a:prstGeom prst="rect">
              <a:avLst/>
            </a:prstGeom>
          </p:spPr>
          <p:txBody>
            <a:bodyPr anchor="ctr" rtlCol="false" tIns="0" lIns="0" bIns="0" rIns="0"/>
            <a:lstStyle/>
            <a:p>
              <a:pPr algn="ctr">
                <a:lnSpc>
                  <a:spcPts val="2400"/>
                </a:lnSpc>
              </a:pPr>
              <a:r>
                <a:rPr lang="en-US" sz="2000" b="true">
                  <a:solidFill>
                    <a:srgbClr val="FFFFFF"/>
                  </a:solidFill>
                  <a:latin typeface="Calibri (MS) Bold"/>
                  <a:ea typeface="Calibri (MS) Bold"/>
                  <a:cs typeface="Calibri (MS) Bold"/>
                  <a:sym typeface="Calibri (MS) Bold"/>
                </a:rPr>
                <a:t>Arquitectura</a:t>
              </a:r>
            </a:p>
            <a:p>
              <a:pPr algn="ctr">
                <a:lnSpc>
                  <a:spcPts val="2400"/>
                </a:lnSpc>
              </a:pPr>
              <a:r>
                <a:rPr lang="en-US" sz="2000" b="true">
                  <a:solidFill>
                    <a:srgbClr val="FFFFFF"/>
                  </a:solidFill>
                  <a:latin typeface="Calibri (MS) Bold"/>
                  <a:ea typeface="Calibri (MS) Bold"/>
                  <a:cs typeface="Calibri (MS) Bold"/>
                  <a:sym typeface="Calibri (MS) Bold"/>
                </a:rPr>
                <a:t>seleccionada</a:t>
              </a:r>
            </a:p>
          </p:txBody>
        </p:sp>
      </p:grpSp>
      <p:grpSp>
        <p:nvGrpSpPr>
          <p:cNvPr name="Group 39" id="39"/>
          <p:cNvGrpSpPr/>
          <p:nvPr/>
        </p:nvGrpSpPr>
        <p:grpSpPr>
          <a:xfrm rot="0">
            <a:off x="11905488" y="4389120"/>
            <a:ext cx="493776" cy="640080"/>
            <a:chOff x="0" y="0"/>
            <a:chExt cx="658368" cy="853440"/>
          </a:xfrm>
        </p:grpSpPr>
        <p:sp>
          <p:nvSpPr>
            <p:cNvPr name="Freeform 40" id="40"/>
            <p:cNvSpPr/>
            <p:nvPr/>
          </p:nvSpPr>
          <p:spPr>
            <a:xfrm flipH="false" flipV="false" rot="0">
              <a:off x="0" y="0"/>
              <a:ext cx="658368" cy="853440"/>
            </a:xfrm>
            <a:custGeom>
              <a:avLst/>
              <a:gdLst/>
              <a:ahLst/>
              <a:cxnLst/>
              <a:rect r="r" b="b" t="t" l="l"/>
              <a:pathLst>
                <a:path h="853440" w="658368">
                  <a:moveTo>
                    <a:pt x="0" y="0"/>
                  </a:moveTo>
                  <a:lnTo>
                    <a:pt x="658368" y="0"/>
                  </a:lnTo>
                  <a:lnTo>
                    <a:pt x="658368" y="853440"/>
                  </a:lnTo>
                  <a:lnTo>
                    <a:pt x="0" y="853440"/>
                  </a:lnTo>
                  <a:close/>
                </a:path>
              </a:pathLst>
            </a:custGeom>
            <a:blipFill>
              <a:blip r:embed="rId3">
                <a:alphaModFix amt="0"/>
              </a:blip>
              <a:stretch>
                <a:fillRect l="-116319" t="0" r="-116319" b="0"/>
              </a:stretch>
            </a:blipFill>
          </p:spPr>
        </p:sp>
        <p:sp>
          <p:nvSpPr>
            <p:cNvPr name="TextBox 41" id="41"/>
            <p:cNvSpPr txBox="true"/>
            <p:nvPr/>
          </p:nvSpPr>
          <p:spPr>
            <a:xfrm>
              <a:off x="0" y="-66675"/>
              <a:ext cx="658368" cy="920115"/>
            </a:xfrm>
            <a:prstGeom prst="rect">
              <a:avLst/>
            </a:prstGeom>
          </p:spPr>
          <p:txBody>
            <a:bodyPr anchor="ctr" rtlCol="false" tIns="0" lIns="0" bIns="0" rIns="0"/>
            <a:lstStyle/>
            <a:p>
              <a:pPr algn="ctr">
                <a:lnSpc>
                  <a:spcPts val="3359"/>
                </a:lnSpc>
              </a:pPr>
              <a:r>
                <a:rPr lang="en-US" sz="2799">
                  <a:solidFill>
                    <a:srgbClr val="02C39A"/>
                  </a:solidFill>
                  <a:latin typeface="Calibri (MS)"/>
                  <a:ea typeface="Calibri (MS)"/>
                  <a:cs typeface="Calibri (MS)"/>
                  <a:sym typeface="Calibri (MS)"/>
                </a:rPr>
                <a:t>→</a:t>
              </a:r>
            </a:p>
          </p:txBody>
        </p:sp>
      </p:grpSp>
      <p:grpSp>
        <p:nvGrpSpPr>
          <p:cNvPr name="Group 42" id="42"/>
          <p:cNvGrpSpPr/>
          <p:nvPr/>
        </p:nvGrpSpPr>
        <p:grpSpPr>
          <a:xfrm rot="0">
            <a:off x="12386567" y="3919223"/>
            <a:ext cx="2402843" cy="1671323"/>
            <a:chOff x="0" y="0"/>
            <a:chExt cx="3203791" cy="2228431"/>
          </a:xfrm>
        </p:grpSpPr>
        <p:sp>
          <p:nvSpPr>
            <p:cNvPr name="Freeform 43" id="43"/>
            <p:cNvSpPr/>
            <p:nvPr/>
          </p:nvSpPr>
          <p:spPr>
            <a:xfrm flipH="false" flipV="false" rot="0">
              <a:off x="0" y="0"/>
              <a:ext cx="3203829" cy="2228469"/>
            </a:xfrm>
            <a:custGeom>
              <a:avLst/>
              <a:gdLst/>
              <a:ahLst/>
              <a:cxnLst/>
              <a:rect r="r" b="b" t="t" l="l"/>
              <a:pathLst>
                <a:path h="2228469" w="3203829">
                  <a:moveTo>
                    <a:pt x="0" y="173355"/>
                  </a:moveTo>
                  <a:cubicBezTo>
                    <a:pt x="0" y="77597"/>
                    <a:pt x="77597" y="0"/>
                    <a:pt x="173355" y="0"/>
                  </a:cubicBezTo>
                  <a:lnTo>
                    <a:pt x="3030474" y="0"/>
                  </a:lnTo>
                  <a:cubicBezTo>
                    <a:pt x="3126232" y="0"/>
                    <a:pt x="3203829" y="77597"/>
                    <a:pt x="3203829" y="173355"/>
                  </a:cubicBezTo>
                  <a:lnTo>
                    <a:pt x="3203829" y="2055114"/>
                  </a:lnTo>
                  <a:cubicBezTo>
                    <a:pt x="3203829" y="2150872"/>
                    <a:pt x="3126232" y="2228469"/>
                    <a:pt x="3030474" y="2228469"/>
                  </a:cubicBezTo>
                  <a:lnTo>
                    <a:pt x="173355" y="2228469"/>
                  </a:lnTo>
                  <a:cubicBezTo>
                    <a:pt x="77597" y="2228469"/>
                    <a:pt x="0" y="2150872"/>
                    <a:pt x="0" y="2055114"/>
                  </a:cubicBezTo>
                  <a:close/>
                </a:path>
              </a:pathLst>
            </a:custGeom>
            <a:solidFill>
              <a:srgbClr val="024A5A">
                <a:alpha val="63922"/>
              </a:srgbClr>
            </a:solidFill>
            <a:ln w="25400" cap="sq">
              <a:solidFill>
                <a:srgbClr val="024A5A"/>
              </a:solidFill>
              <a:prstDash val="solid"/>
              <a:miter/>
            </a:ln>
          </p:spPr>
        </p:sp>
      </p:grpSp>
      <p:grpSp>
        <p:nvGrpSpPr>
          <p:cNvPr name="Group 44" id="44"/>
          <p:cNvGrpSpPr/>
          <p:nvPr/>
        </p:nvGrpSpPr>
        <p:grpSpPr>
          <a:xfrm rot="0">
            <a:off x="12490704" y="4023360"/>
            <a:ext cx="2194560" cy="1463040"/>
            <a:chOff x="0" y="0"/>
            <a:chExt cx="2926080" cy="1950720"/>
          </a:xfrm>
        </p:grpSpPr>
        <p:sp>
          <p:nvSpPr>
            <p:cNvPr name="Freeform 45" id="45"/>
            <p:cNvSpPr/>
            <p:nvPr/>
          </p:nvSpPr>
          <p:spPr>
            <a:xfrm flipH="false" flipV="false" rot="0">
              <a:off x="0" y="0"/>
              <a:ext cx="2926080" cy="1950720"/>
            </a:xfrm>
            <a:custGeom>
              <a:avLst/>
              <a:gdLst/>
              <a:ahLst/>
              <a:cxnLst/>
              <a:rect r="r" b="b" t="t" l="l"/>
              <a:pathLst>
                <a:path h="1950720" w="2926080">
                  <a:moveTo>
                    <a:pt x="0" y="0"/>
                  </a:moveTo>
                  <a:lnTo>
                    <a:pt x="2926080" y="0"/>
                  </a:lnTo>
                  <a:lnTo>
                    <a:pt x="2926080" y="1950720"/>
                  </a:lnTo>
                  <a:lnTo>
                    <a:pt x="0" y="1950720"/>
                  </a:lnTo>
                  <a:close/>
                </a:path>
              </a:pathLst>
            </a:custGeom>
            <a:blipFill>
              <a:blip r:embed="rId3">
                <a:alphaModFix amt="0"/>
              </a:blip>
              <a:stretch>
                <a:fillRect l="-35535" t="0" r="-35535" b="0"/>
              </a:stretch>
            </a:blipFill>
          </p:spPr>
        </p:sp>
        <p:sp>
          <p:nvSpPr>
            <p:cNvPr name="TextBox 46" id="46"/>
            <p:cNvSpPr txBox="true"/>
            <p:nvPr/>
          </p:nvSpPr>
          <p:spPr>
            <a:xfrm>
              <a:off x="0" y="-38100"/>
              <a:ext cx="2926080" cy="1988820"/>
            </a:xfrm>
            <a:prstGeom prst="rect">
              <a:avLst/>
            </a:prstGeom>
          </p:spPr>
          <p:txBody>
            <a:bodyPr anchor="ctr" rtlCol="false" tIns="0" lIns="0" bIns="0" rIns="0"/>
            <a:lstStyle/>
            <a:p>
              <a:pPr algn="ctr">
                <a:lnSpc>
                  <a:spcPts val="2400"/>
                </a:lnSpc>
              </a:pPr>
              <a:r>
                <a:rPr lang="en-US" sz="2000" b="true">
                  <a:solidFill>
                    <a:srgbClr val="FFFFFF"/>
                  </a:solidFill>
                  <a:latin typeface="Calibri (MS) Bold"/>
                  <a:ea typeface="Calibri (MS) Bold"/>
                  <a:cs typeface="Calibri (MS) Bold"/>
                  <a:sym typeface="Calibri (MS) Bold"/>
                </a:rPr>
                <a:t>Desarrollo</a:t>
              </a:r>
            </a:p>
            <a:p>
              <a:pPr algn="ctr">
                <a:lnSpc>
                  <a:spcPts val="2400"/>
                </a:lnSpc>
              </a:pPr>
              <a:r>
                <a:rPr lang="en-US" sz="2000" b="true">
                  <a:solidFill>
                    <a:srgbClr val="FFFFFF"/>
                  </a:solidFill>
                  <a:latin typeface="Calibri (MS) Bold"/>
                  <a:ea typeface="Calibri (MS) Bold"/>
                  <a:cs typeface="Calibri (MS) Bold"/>
                  <a:sym typeface="Calibri (MS) Bold"/>
                </a:rPr>
                <a:t>planificado</a:t>
              </a:r>
            </a:p>
          </p:txBody>
        </p:sp>
      </p:grpSp>
      <p:grpSp>
        <p:nvGrpSpPr>
          <p:cNvPr name="Group 47" id="47"/>
          <p:cNvGrpSpPr/>
          <p:nvPr/>
        </p:nvGrpSpPr>
        <p:grpSpPr>
          <a:xfrm rot="0">
            <a:off x="14776704" y="4389120"/>
            <a:ext cx="493776" cy="640080"/>
            <a:chOff x="0" y="0"/>
            <a:chExt cx="658368" cy="853440"/>
          </a:xfrm>
        </p:grpSpPr>
        <p:sp>
          <p:nvSpPr>
            <p:cNvPr name="Freeform 48" id="48"/>
            <p:cNvSpPr/>
            <p:nvPr/>
          </p:nvSpPr>
          <p:spPr>
            <a:xfrm flipH="false" flipV="false" rot="0">
              <a:off x="0" y="0"/>
              <a:ext cx="658368" cy="853440"/>
            </a:xfrm>
            <a:custGeom>
              <a:avLst/>
              <a:gdLst/>
              <a:ahLst/>
              <a:cxnLst/>
              <a:rect r="r" b="b" t="t" l="l"/>
              <a:pathLst>
                <a:path h="853440" w="658368">
                  <a:moveTo>
                    <a:pt x="0" y="0"/>
                  </a:moveTo>
                  <a:lnTo>
                    <a:pt x="658368" y="0"/>
                  </a:lnTo>
                  <a:lnTo>
                    <a:pt x="658368" y="853440"/>
                  </a:lnTo>
                  <a:lnTo>
                    <a:pt x="0" y="853440"/>
                  </a:lnTo>
                  <a:close/>
                </a:path>
              </a:pathLst>
            </a:custGeom>
            <a:blipFill>
              <a:blip r:embed="rId3">
                <a:alphaModFix amt="0"/>
              </a:blip>
              <a:stretch>
                <a:fillRect l="-116319" t="0" r="-116319" b="0"/>
              </a:stretch>
            </a:blipFill>
          </p:spPr>
        </p:sp>
        <p:sp>
          <p:nvSpPr>
            <p:cNvPr name="TextBox 49" id="49"/>
            <p:cNvSpPr txBox="true"/>
            <p:nvPr/>
          </p:nvSpPr>
          <p:spPr>
            <a:xfrm>
              <a:off x="0" y="-66675"/>
              <a:ext cx="658368" cy="920115"/>
            </a:xfrm>
            <a:prstGeom prst="rect">
              <a:avLst/>
            </a:prstGeom>
          </p:spPr>
          <p:txBody>
            <a:bodyPr anchor="ctr" rtlCol="false" tIns="0" lIns="0" bIns="0" rIns="0"/>
            <a:lstStyle/>
            <a:p>
              <a:pPr algn="ctr">
                <a:lnSpc>
                  <a:spcPts val="3359"/>
                </a:lnSpc>
              </a:pPr>
              <a:r>
                <a:rPr lang="en-US" sz="2799">
                  <a:solidFill>
                    <a:srgbClr val="02C39A"/>
                  </a:solidFill>
                  <a:latin typeface="Calibri (MS)"/>
                  <a:ea typeface="Calibri (MS)"/>
                  <a:cs typeface="Calibri (MS)"/>
                  <a:sym typeface="Calibri (MS)"/>
                </a:rPr>
                <a:t>→</a:t>
              </a:r>
            </a:p>
          </p:txBody>
        </p:sp>
      </p:grpSp>
      <p:grpSp>
        <p:nvGrpSpPr>
          <p:cNvPr name="Group 50" id="50"/>
          <p:cNvGrpSpPr/>
          <p:nvPr/>
        </p:nvGrpSpPr>
        <p:grpSpPr>
          <a:xfrm rot="0">
            <a:off x="15257783" y="3919223"/>
            <a:ext cx="2402843" cy="1671323"/>
            <a:chOff x="0" y="0"/>
            <a:chExt cx="3203791" cy="2228431"/>
          </a:xfrm>
        </p:grpSpPr>
        <p:sp>
          <p:nvSpPr>
            <p:cNvPr name="Freeform 51" id="51"/>
            <p:cNvSpPr/>
            <p:nvPr/>
          </p:nvSpPr>
          <p:spPr>
            <a:xfrm flipH="false" flipV="false" rot="0">
              <a:off x="0" y="0"/>
              <a:ext cx="3203829" cy="2228469"/>
            </a:xfrm>
            <a:custGeom>
              <a:avLst/>
              <a:gdLst/>
              <a:ahLst/>
              <a:cxnLst/>
              <a:rect r="r" b="b" t="t" l="l"/>
              <a:pathLst>
                <a:path h="2228469" w="3203829">
                  <a:moveTo>
                    <a:pt x="0" y="173355"/>
                  </a:moveTo>
                  <a:cubicBezTo>
                    <a:pt x="0" y="77597"/>
                    <a:pt x="77597" y="0"/>
                    <a:pt x="173355" y="0"/>
                  </a:cubicBezTo>
                  <a:lnTo>
                    <a:pt x="3030474" y="0"/>
                  </a:lnTo>
                  <a:cubicBezTo>
                    <a:pt x="3126232" y="0"/>
                    <a:pt x="3203829" y="77597"/>
                    <a:pt x="3203829" y="173355"/>
                  </a:cubicBezTo>
                  <a:lnTo>
                    <a:pt x="3203829" y="2055114"/>
                  </a:lnTo>
                  <a:cubicBezTo>
                    <a:pt x="3203829" y="2150872"/>
                    <a:pt x="3126232" y="2228469"/>
                    <a:pt x="3030474" y="2228469"/>
                  </a:cubicBezTo>
                  <a:lnTo>
                    <a:pt x="173355" y="2228469"/>
                  </a:lnTo>
                  <a:cubicBezTo>
                    <a:pt x="77597" y="2228469"/>
                    <a:pt x="0" y="2150872"/>
                    <a:pt x="0" y="2055114"/>
                  </a:cubicBezTo>
                  <a:close/>
                </a:path>
              </a:pathLst>
            </a:custGeom>
            <a:solidFill>
              <a:srgbClr val="02C39A">
                <a:alpha val="63922"/>
              </a:srgbClr>
            </a:solidFill>
            <a:ln w="25400" cap="sq">
              <a:solidFill>
                <a:srgbClr val="02C39A"/>
              </a:solidFill>
              <a:prstDash val="solid"/>
              <a:miter/>
            </a:ln>
          </p:spPr>
        </p:sp>
      </p:grpSp>
      <p:grpSp>
        <p:nvGrpSpPr>
          <p:cNvPr name="Group 52" id="52"/>
          <p:cNvGrpSpPr/>
          <p:nvPr/>
        </p:nvGrpSpPr>
        <p:grpSpPr>
          <a:xfrm rot="0">
            <a:off x="15361920" y="4023360"/>
            <a:ext cx="2194560" cy="1463040"/>
            <a:chOff x="0" y="0"/>
            <a:chExt cx="2926080" cy="1950720"/>
          </a:xfrm>
        </p:grpSpPr>
        <p:sp>
          <p:nvSpPr>
            <p:cNvPr name="Freeform 53" id="53"/>
            <p:cNvSpPr/>
            <p:nvPr/>
          </p:nvSpPr>
          <p:spPr>
            <a:xfrm flipH="false" flipV="false" rot="0">
              <a:off x="0" y="0"/>
              <a:ext cx="2926080" cy="1950720"/>
            </a:xfrm>
            <a:custGeom>
              <a:avLst/>
              <a:gdLst/>
              <a:ahLst/>
              <a:cxnLst/>
              <a:rect r="r" b="b" t="t" l="l"/>
              <a:pathLst>
                <a:path h="1950720" w="2926080">
                  <a:moveTo>
                    <a:pt x="0" y="0"/>
                  </a:moveTo>
                  <a:lnTo>
                    <a:pt x="2926080" y="0"/>
                  </a:lnTo>
                  <a:lnTo>
                    <a:pt x="2926080" y="1950720"/>
                  </a:lnTo>
                  <a:lnTo>
                    <a:pt x="0" y="1950720"/>
                  </a:lnTo>
                  <a:close/>
                </a:path>
              </a:pathLst>
            </a:custGeom>
            <a:blipFill>
              <a:blip r:embed="rId3">
                <a:alphaModFix amt="0"/>
              </a:blip>
              <a:stretch>
                <a:fillRect l="-35535" t="0" r="-35535" b="0"/>
              </a:stretch>
            </a:blipFill>
          </p:spPr>
        </p:sp>
        <p:sp>
          <p:nvSpPr>
            <p:cNvPr name="TextBox 54" id="54"/>
            <p:cNvSpPr txBox="true"/>
            <p:nvPr/>
          </p:nvSpPr>
          <p:spPr>
            <a:xfrm>
              <a:off x="0" y="-38100"/>
              <a:ext cx="2926080" cy="1988820"/>
            </a:xfrm>
            <a:prstGeom prst="rect">
              <a:avLst/>
            </a:prstGeom>
          </p:spPr>
          <p:txBody>
            <a:bodyPr anchor="ctr" rtlCol="false" tIns="0" lIns="0" bIns="0" rIns="0"/>
            <a:lstStyle/>
            <a:p>
              <a:pPr algn="ctr">
                <a:lnSpc>
                  <a:spcPts val="2400"/>
                </a:lnSpc>
              </a:pPr>
              <a:r>
                <a:rPr lang="en-US" sz="2000" b="true">
                  <a:solidFill>
                    <a:srgbClr val="FFFFFF"/>
                  </a:solidFill>
                  <a:latin typeface="Calibri (MS) Bold"/>
                  <a:ea typeface="Calibri (MS) Bold"/>
                  <a:cs typeface="Calibri (MS) Bold"/>
                  <a:sym typeface="Calibri (MS) Bold"/>
                </a:rPr>
                <a:t>Mayor</a:t>
              </a:r>
            </a:p>
            <a:p>
              <a:pPr algn="ctr">
                <a:lnSpc>
                  <a:spcPts val="2400"/>
                </a:lnSpc>
              </a:pPr>
              <a:r>
                <a:rPr lang="en-US" sz="2000" b="true">
                  <a:solidFill>
                    <a:srgbClr val="FFFFFF"/>
                  </a:solidFill>
                  <a:latin typeface="Calibri (MS) Bold"/>
                  <a:ea typeface="Calibri (MS) Bold"/>
                  <a:cs typeface="Calibri (MS) Bold"/>
                  <a:sym typeface="Calibri (MS) Bold"/>
                </a:rPr>
                <a:t>trazabilidad</a:t>
              </a:r>
            </a:p>
          </p:txBody>
        </p:sp>
      </p:grpSp>
      <p:grpSp>
        <p:nvGrpSpPr>
          <p:cNvPr name="Group 55" id="55"/>
          <p:cNvGrpSpPr/>
          <p:nvPr/>
        </p:nvGrpSpPr>
        <p:grpSpPr>
          <a:xfrm rot="0">
            <a:off x="901703" y="6022343"/>
            <a:ext cx="8072123" cy="1305563"/>
            <a:chOff x="0" y="0"/>
            <a:chExt cx="10762831" cy="1740751"/>
          </a:xfrm>
        </p:grpSpPr>
        <p:sp>
          <p:nvSpPr>
            <p:cNvPr name="Freeform 56" id="56"/>
            <p:cNvSpPr/>
            <p:nvPr/>
          </p:nvSpPr>
          <p:spPr>
            <a:xfrm flipH="false" flipV="false" rot="0">
              <a:off x="0" y="0"/>
              <a:ext cx="10762869" cy="1740789"/>
            </a:xfrm>
            <a:custGeom>
              <a:avLst/>
              <a:gdLst/>
              <a:ahLst/>
              <a:cxnLst/>
              <a:rect r="r" b="b" t="t" l="l"/>
              <a:pathLst>
                <a:path h="1740789" w="10762869">
                  <a:moveTo>
                    <a:pt x="0" y="149225"/>
                  </a:moveTo>
                  <a:cubicBezTo>
                    <a:pt x="0" y="66802"/>
                    <a:pt x="66802" y="0"/>
                    <a:pt x="149225" y="0"/>
                  </a:cubicBezTo>
                  <a:lnTo>
                    <a:pt x="10613644" y="0"/>
                  </a:lnTo>
                  <a:cubicBezTo>
                    <a:pt x="10696067" y="0"/>
                    <a:pt x="10762869" y="66802"/>
                    <a:pt x="10762869" y="149225"/>
                  </a:cubicBezTo>
                  <a:lnTo>
                    <a:pt x="10762869" y="1591564"/>
                  </a:lnTo>
                  <a:cubicBezTo>
                    <a:pt x="10762869" y="1673987"/>
                    <a:pt x="10696067" y="1740789"/>
                    <a:pt x="10613644" y="1740789"/>
                  </a:cubicBezTo>
                  <a:lnTo>
                    <a:pt x="149225" y="1740789"/>
                  </a:lnTo>
                  <a:cubicBezTo>
                    <a:pt x="66802" y="1740789"/>
                    <a:pt x="0" y="1673987"/>
                    <a:pt x="0" y="1591564"/>
                  </a:cubicBezTo>
                  <a:close/>
                </a:path>
              </a:pathLst>
            </a:custGeom>
            <a:solidFill>
              <a:srgbClr val="1A2F5A"/>
            </a:solidFill>
            <a:ln w="25400" cap="sq">
              <a:solidFill>
                <a:srgbClr val="028090"/>
              </a:solidFill>
              <a:prstDash val="solid"/>
              <a:miter/>
            </a:ln>
          </p:spPr>
        </p:sp>
      </p:grpSp>
      <p:grpSp>
        <p:nvGrpSpPr>
          <p:cNvPr name="Group 57" id="57"/>
          <p:cNvGrpSpPr/>
          <p:nvPr/>
        </p:nvGrpSpPr>
        <p:grpSpPr>
          <a:xfrm rot="0">
            <a:off x="1097280" y="6309360"/>
            <a:ext cx="640080" cy="731520"/>
            <a:chOff x="0" y="0"/>
            <a:chExt cx="853440" cy="975360"/>
          </a:xfrm>
        </p:grpSpPr>
        <p:sp>
          <p:nvSpPr>
            <p:cNvPr name="Freeform 58" id="58"/>
            <p:cNvSpPr/>
            <p:nvPr/>
          </p:nvSpPr>
          <p:spPr>
            <a:xfrm flipH="false" flipV="false" rot="0">
              <a:off x="0" y="0"/>
              <a:ext cx="853440" cy="975360"/>
            </a:xfrm>
            <a:custGeom>
              <a:avLst/>
              <a:gdLst/>
              <a:ahLst/>
              <a:cxnLst/>
              <a:rect r="r" b="b" t="t" l="l"/>
              <a:pathLst>
                <a:path h="975360" w="853440">
                  <a:moveTo>
                    <a:pt x="0" y="0"/>
                  </a:moveTo>
                  <a:lnTo>
                    <a:pt x="853440" y="0"/>
                  </a:lnTo>
                  <a:lnTo>
                    <a:pt x="853440" y="975360"/>
                  </a:lnTo>
                  <a:lnTo>
                    <a:pt x="0" y="975360"/>
                  </a:lnTo>
                  <a:close/>
                </a:path>
              </a:pathLst>
            </a:custGeom>
            <a:blipFill>
              <a:blip r:embed="rId3">
                <a:alphaModFix amt="0"/>
              </a:blip>
              <a:stretch>
                <a:fillRect l="-96632" t="0" r="-96632" b="0"/>
              </a:stretch>
            </a:blipFill>
          </p:spPr>
        </p:sp>
        <p:sp>
          <p:nvSpPr>
            <p:cNvPr name="TextBox 59" id="59"/>
            <p:cNvSpPr txBox="true"/>
            <p:nvPr/>
          </p:nvSpPr>
          <p:spPr>
            <a:xfrm>
              <a:off x="0" y="-66675"/>
              <a:ext cx="853440" cy="1042035"/>
            </a:xfrm>
            <a:prstGeom prst="rect">
              <a:avLst/>
            </a:prstGeom>
          </p:spPr>
          <p:txBody>
            <a:bodyPr anchor="ctr" rtlCol="false" tIns="0" lIns="0" bIns="0" rIns="0"/>
            <a:lstStyle/>
            <a:p>
              <a:pPr algn="l">
                <a:lnSpc>
                  <a:spcPts val="3719"/>
                </a:lnSpc>
              </a:pPr>
              <a:r>
                <a:rPr lang="en-US" sz="3099" b="true">
                  <a:solidFill>
                    <a:srgbClr val="02C39A"/>
                  </a:solidFill>
                  <a:latin typeface="Calibri (MS) Bold"/>
                  <a:ea typeface="Calibri (MS) Bold"/>
                  <a:cs typeface="Calibri (MS) Bold"/>
                  <a:sym typeface="Calibri (MS) Bold"/>
                </a:rPr>
                <a:t>✓</a:t>
              </a:r>
            </a:p>
          </p:txBody>
        </p:sp>
      </p:grpSp>
      <p:grpSp>
        <p:nvGrpSpPr>
          <p:cNvPr name="Group 60" id="60"/>
          <p:cNvGrpSpPr/>
          <p:nvPr/>
        </p:nvGrpSpPr>
        <p:grpSpPr>
          <a:xfrm rot="0">
            <a:off x="1828800" y="6181344"/>
            <a:ext cx="6949440" cy="548640"/>
            <a:chOff x="0" y="0"/>
            <a:chExt cx="9265920" cy="731520"/>
          </a:xfrm>
        </p:grpSpPr>
        <p:sp>
          <p:nvSpPr>
            <p:cNvPr name="Freeform 61" id="61"/>
            <p:cNvSpPr/>
            <p:nvPr/>
          </p:nvSpPr>
          <p:spPr>
            <a:xfrm flipH="false" flipV="false" rot="0">
              <a:off x="0" y="0"/>
              <a:ext cx="9265920" cy="731520"/>
            </a:xfrm>
            <a:custGeom>
              <a:avLst/>
              <a:gdLst/>
              <a:ahLst/>
              <a:cxnLst/>
              <a:rect r="r" b="b" t="t" l="l"/>
              <a:pathLst>
                <a:path h="731520" w="9265920">
                  <a:moveTo>
                    <a:pt x="0" y="0"/>
                  </a:moveTo>
                  <a:lnTo>
                    <a:pt x="9265920" y="0"/>
                  </a:lnTo>
                  <a:lnTo>
                    <a:pt x="9265920" y="731520"/>
                  </a:lnTo>
                  <a:lnTo>
                    <a:pt x="0" y="731520"/>
                  </a:lnTo>
                  <a:close/>
                </a:path>
              </a:pathLst>
            </a:custGeom>
            <a:blipFill>
              <a:blip r:embed="rId3">
                <a:alphaModFix amt="0"/>
              </a:blip>
              <a:stretch>
                <a:fillRect l="0" t="-196810" r="0" b="-196810"/>
              </a:stretch>
            </a:blipFill>
          </p:spPr>
        </p:sp>
        <p:sp>
          <p:nvSpPr>
            <p:cNvPr name="TextBox 62" id="62"/>
            <p:cNvSpPr txBox="true"/>
            <p:nvPr/>
          </p:nvSpPr>
          <p:spPr>
            <a:xfrm>
              <a:off x="0" y="-47625"/>
              <a:ext cx="9265920" cy="779145"/>
            </a:xfrm>
            <a:prstGeom prst="rect">
              <a:avLst/>
            </a:prstGeom>
          </p:spPr>
          <p:txBody>
            <a:bodyPr anchor="ctr" rtlCol="false" tIns="0" lIns="0" bIns="0" rIns="0"/>
            <a:lstStyle/>
            <a:p>
              <a:pPr algn="l">
                <a:lnSpc>
                  <a:spcPts val="2999"/>
                </a:lnSpc>
              </a:pPr>
              <a:r>
                <a:rPr lang="en-US" sz="2499" b="true">
                  <a:solidFill>
                    <a:srgbClr val="CADCFC"/>
                  </a:solidFill>
                  <a:latin typeface="Calibri (MS) Bold"/>
                  <a:ea typeface="Calibri (MS) Bold"/>
                  <a:cs typeface="Calibri (MS) Bold"/>
                  <a:sym typeface="Calibri (MS) Bold"/>
                </a:rPr>
                <a:t>Problema real: </a:t>
              </a:r>
            </a:p>
          </p:txBody>
        </p:sp>
      </p:grpSp>
      <p:grpSp>
        <p:nvGrpSpPr>
          <p:cNvPr name="Group 63" id="63"/>
          <p:cNvGrpSpPr/>
          <p:nvPr/>
        </p:nvGrpSpPr>
        <p:grpSpPr>
          <a:xfrm rot="0">
            <a:off x="1828800" y="6729984"/>
            <a:ext cx="6949440" cy="512064"/>
            <a:chOff x="0" y="0"/>
            <a:chExt cx="9265920" cy="682752"/>
          </a:xfrm>
        </p:grpSpPr>
        <p:sp>
          <p:nvSpPr>
            <p:cNvPr name="Freeform 64" id="64"/>
            <p:cNvSpPr/>
            <p:nvPr/>
          </p:nvSpPr>
          <p:spPr>
            <a:xfrm flipH="false" flipV="false" rot="0">
              <a:off x="0" y="0"/>
              <a:ext cx="9265920" cy="682752"/>
            </a:xfrm>
            <a:custGeom>
              <a:avLst/>
              <a:gdLst/>
              <a:ahLst/>
              <a:cxnLst/>
              <a:rect r="r" b="b" t="t" l="l"/>
              <a:pathLst>
                <a:path h="682752" w="9265920">
                  <a:moveTo>
                    <a:pt x="0" y="0"/>
                  </a:moveTo>
                  <a:lnTo>
                    <a:pt x="9265920" y="0"/>
                  </a:lnTo>
                  <a:lnTo>
                    <a:pt x="9265920" y="682752"/>
                  </a:lnTo>
                  <a:lnTo>
                    <a:pt x="0" y="682752"/>
                  </a:lnTo>
                  <a:close/>
                </a:path>
              </a:pathLst>
            </a:custGeom>
            <a:blipFill>
              <a:blip r:embed="rId3">
                <a:alphaModFix amt="0"/>
              </a:blip>
              <a:stretch>
                <a:fillRect l="0" t="-214439" r="0" b="-214439"/>
              </a:stretch>
            </a:blipFill>
          </p:spPr>
        </p:sp>
        <p:sp>
          <p:nvSpPr>
            <p:cNvPr name="TextBox 65" id="65"/>
            <p:cNvSpPr txBox="true"/>
            <p:nvPr/>
          </p:nvSpPr>
          <p:spPr>
            <a:xfrm>
              <a:off x="0" y="-47625"/>
              <a:ext cx="9265920" cy="730377"/>
            </a:xfrm>
            <a:prstGeom prst="rect">
              <a:avLst/>
            </a:prstGeom>
          </p:spPr>
          <p:txBody>
            <a:bodyPr anchor="ctr" rtlCol="false" tIns="0" lIns="0" bIns="0" rIns="0"/>
            <a:lstStyle/>
            <a:p>
              <a:pPr algn="l">
                <a:lnSpc>
                  <a:spcPts val="2759"/>
                </a:lnSpc>
              </a:pPr>
              <a:r>
                <a:rPr lang="en-US" sz="2299">
                  <a:solidFill>
                    <a:srgbClr val="8A9CC8"/>
                  </a:solidFill>
                  <a:latin typeface="Calibri (MS)"/>
                  <a:ea typeface="Calibri (MS)"/>
                  <a:cs typeface="Calibri (MS)"/>
                  <a:sym typeface="Calibri (MS)"/>
                </a:rPr>
                <a:t>Falta de trazabilidad en prácticas profesionales</a:t>
              </a:r>
            </a:p>
          </p:txBody>
        </p:sp>
      </p:grpSp>
      <p:grpSp>
        <p:nvGrpSpPr>
          <p:cNvPr name="Group 66" id="66"/>
          <p:cNvGrpSpPr/>
          <p:nvPr/>
        </p:nvGrpSpPr>
        <p:grpSpPr>
          <a:xfrm rot="0">
            <a:off x="901703" y="7668263"/>
            <a:ext cx="8072123" cy="1506829"/>
            <a:chOff x="0" y="0"/>
            <a:chExt cx="10762831" cy="2009105"/>
          </a:xfrm>
        </p:grpSpPr>
        <p:sp>
          <p:nvSpPr>
            <p:cNvPr name="Freeform 67" id="67"/>
            <p:cNvSpPr/>
            <p:nvPr/>
          </p:nvSpPr>
          <p:spPr>
            <a:xfrm flipH="false" flipV="false" rot="0">
              <a:off x="0" y="0"/>
              <a:ext cx="10762869" cy="2009143"/>
            </a:xfrm>
            <a:custGeom>
              <a:avLst/>
              <a:gdLst/>
              <a:ahLst/>
              <a:cxnLst/>
              <a:rect r="r" b="b" t="t" l="l"/>
              <a:pathLst>
                <a:path h="2009143" w="10762869">
                  <a:moveTo>
                    <a:pt x="0" y="172230"/>
                  </a:moveTo>
                  <a:cubicBezTo>
                    <a:pt x="0" y="77100"/>
                    <a:pt x="66802" y="0"/>
                    <a:pt x="149225" y="0"/>
                  </a:cubicBezTo>
                  <a:lnTo>
                    <a:pt x="10613644" y="0"/>
                  </a:lnTo>
                  <a:cubicBezTo>
                    <a:pt x="10696067" y="0"/>
                    <a:pt x="10762869" y="77100"/>
                    <a:pt x="10762869" y="172230"/>
                  </a:cubicBezTo>
                  <a:lnTo>
                    <a:pt x="10762869" y="1836920"/>
                  </a:lnTo>
                  <a:cubicBezTo>
                    <a:pt x="10762869" y="1932049"/>
                    <a:pt x="10696067" y="2009143"/>
                    <a:pt x="10613644" y="2009143"/>
                  </a:cubicBezTo>
                  <a:lnTo>
                    <a:pt x="149225" y="2009143"/>
                  </a:lnTo>
                  <a:cubicBezTo>
                    <a:pt x="66802" y="2009143"/>
                    <a:pt x="0" y="1932049"/>
                    <a:pt x="0" y="1836920"/>
                  </a:cubicBezTo>
                  <a:close/>
                </a:path>
              </a:pathLst>
            </a:custGeom>
            <a:solidFill>
              <a:srgbClr val="1A2F5A"/>
            </a:solidFill>
            <a:ln w="25400" cap="sq">
              <a:solidFill>
                <a:srgbClr val="028090"/>
              </a:solidFill>
              <a:prstDash val="solid"/>
              <a:miter/>
            </a:ln>
          </p:spPr>
        </p:sp>
      </p:grpSp>
      <p:grpSp>
        <p:nvGrpSpPr>
          <p:cNvPr name="Group 68" id="68"/>
          <p:cNvGrpSpPr/>
          <p:nvPr/>
        </p:nvGrpSpPr>
        <p:grpSpPr>
          <a:xfrm rot="0">
            <a:off x="1097280" y="7955280"/>
            <a:ext cx="640080" cy="731520"/>
            <a:chOff x="0" y="0"/>
            <a:chExt cx="853440" cy="975360"/>
          </a:xfrm>
        </p:grpSpPr>
        <p:sp>
          <p:nvSpPr>
            <p:cNvPr name="Freeform 69" id="69"/>
            <p:cNvSpPr/>
            <p:nvPr/>
          </p:nvSpPr>
          <p:spPr>
            <a:xfrm flipH="false" flipV="false" rot="0">
              <a:off x="0" y="0"/>
              <a:ext cx="853440" cy="975360"/>
            </a:xfrm>
            <a:custGeom>
              <a:avLst/>
              <a:gdLst/>
              <a:ahLst/>
              <a:cxnLst/>
              <a:rect r="r" b="b" t="t" l="l"/>
              <a:pathLst>
                <a:path h="975360" w="853440">
                  <a:moveTo>
                    <a:pt x="0" y="0"/>
                  </a:moveTo>
                  <a:lnTo>
                    <a:pt x="853440" y="0"/>
                  </a:lnTo>
                  <a:lnTo>
                    <a:pt x="853440" y="975360"/>
                  </a:lnTo>
                  <a:lnTo>
                    <a:pt x="0" y="975360"/>
                  </a:lnTo>
                  <a:close/>
                </a:path>
              </a:pathLst>
            </a:custGeom>
            <a:blipFill>
              <a:blip r:embed="rId3">
                <a:alphaModFix amt="0"/>
              </a:blip>
              <a:stretch>
                <a:fillRect l="-96632" t="0" r="-96632" b="0"/>
              </a:stretch>
            </a:blipFill>
          </p:spPr>
        </p:sp>
        <p:sp>
          <p:nvSpPr>
            <p:cNvPr name="TextBox 70" id="70"/>
            <p:cNvSpPr txBox="true"/>
            <p:nvPr/>
          </p:nvSpPr>
          <p:spPr>
            <a:xfrm>
              <a:off x="0" y="-66675"/>
              <a:ext cx="853440" cy="1042035"/>
            </a:xfrm>
            <a:prstGeom prst="rect">
              <a:avLst/>
            </a:prstGeom>
          </p:spPr>
          <p:txBody>
            <a:bodyPr anchor="ctr" rtlCol="false" tIns="0" lIns="0" bIns="0" rIns="0"/>
            <a:lstStyle/>
            <a:p>
              <a:pPr algn="l">
                <a:lnSpc>
                  <a:spcPts val="3719"/>
                </a:lnSpc>
              </a:pPr>
              <a:r>
                <a:rPr lang="en-US" sz="3099" b="true">
                  <a:solidFill>
                    <a:srgbClr val="02C39A"/>
                  </a:solidFill>
                  <a:latin typeface="Calibri (MS) Bold"/>
                  <a:ea typeface="Calibri (MS) Bold"/>
                  <a:cs typeface="Calibri (MS) Bold"/>
                  <a:sym typeface="Calibri (MS) Bold"/>
                </a:rPr>
                <a:t>✓</a:t>
              </a:r>
            </a:p>
          </p:txBody>
        </p:sp>
      </p:grpSp>
      <p:grpSp>
        <p:nvGrpSpPr>
          <p:cNvPr name="Group 71" id="71"/>
          <p:cNvGrpSpPr/>
          <p:nvPr/>
        </p:nvGrpSpPr>
        <p:grpSpPr>
          <a:xfrm rot="0">
            <a:off x="1828800" y="7827264"/>
            <a:ext cx="6949440" cy="548640"/>
            <a:chOff x="0" y="0"/>
            <a:chExt cx="9265920" cy="731520"/>
          </a:xfrm>
        </p:grpSpPr>
        <p:sp>
          <p:nvSpPr>
            <p:cNvPr name="Freeform 72" id="72"/>
            <p:cNvSpPr/>
            <p:nvPr/>
          </p:nvSpPr>
          <p:spPr>
            <a:xfrm flipH="false" flipV="false" rot="0">
              <a:off x="0" y="0"/>
              <a:ext cx="9265920" cy="731520"/>
            </a:xfrm>
            <a:custGeom>
              <a:avLst/>
              <a:gdLst/>
              <a:ahLst/>
              <a:cxnLst/>
              <a:rect r="r" b="b" t="t" l="l"/>
              <a:pathLst>
                <a:path h="731520" w="9265920">
                  <a:moveTo>
                    <a:pt x="0" y="0"/>
                  </a:moveTo>
                  <a:lnTo>
                    <a:pt x="9265920" y="0"/>
                  </a:lnTo>
                  <a:lnTo>
                    <a:pt x="9265920" y="731520"/>
                  </a:lnTo>
                  <a:lnTo>
                    <a:pt x="0" y="731520"/>
                  </a:lnTo>
                  <a:close/>
                </a:path>
              </a:pathLst>
            </a:custGeom>
            <a:blipFill>
              <a:blip r:embed="rId3">
                <a:alphaModFix amt="0"/>
              </a:blip>
              <a:stretch>
                <a:fillRect l="0" t="-196810" r="0" b="-196810"/>
              </a:stretch>
            </a:blipFill>
          </p:spPr>
        </p:sp>
        <p:sp>
          <p:nvSpPr>
            <p:cNvPr name="TextBox 73" id="73"/>
            <p:cNvSpPr txBox="true"/>
            <p:nvPr/>
          </p:nvSpPr>
          <p:spPr>
            <a:xfrm>
              <a:off x="0" y="-47625"/>
              <a:ext cx="9265920" cy="779145"/>
            </a:xfrm>
            <a:prstGeom prst="rect">
              <a:avLst/>
            </a:prstGeom>
          </p:spPr>
          <p:txBody>
            <a:bodyPr anchor="ctr" rtlCol="false" tIns="0" lIns="0" bIns="0" rIns="0"/>
            <a:lstStyle/>
            <a:p>
              <a:pPr algn="l">
                <a:lnSpc>
                  <a:spcPts val="2999"/>
                </a:lnSpc>
              </a:pPr>
              <a:r>
                <a:rPr lang="en-US" sz="2499" b="true">
                  <a:solidFill>
                    <a:srgbClr val="CADCFC"/>
                  </a:solidFill>
                  <a:latin typeface="Calibri (MS) Bold"/>
                  <a:ea typeface="Calibri (MS) Bold"/>
                  <a:cs typeface="Calibri (MS) Bold"/>
                  <a:sym typeface="Calibri (MS) Bold"/>
                </a:rPr>
                <a:t>Solución tecnológica: </a:t>
              </a:r>
            </a:p>
          </p:txBody>
        </p:sp>
      </p:grpSp>
      <p:grpSp>
        <p:nvGrpSpPr>
          <p:cNvPr name="Group 74" id="74"/>
          <p:cNvGrpSpPr/>
          <p:nvPr/>
        </p:nvGrpSpPr>
        <p:grpSpPr>
          <a:xfrm rot="0">
            <a:off x="1828800" y="8375904"/>
            <a:ext cx="6949440" cy="512064"/>
            <a:chOff x="0" y="0"/>
            <a:chExt cx="9265920" cy="682752"/>
          </a:xfrm>
        </p:grpSpPr>
        <p:sp>
          <p:nvSpPr>
            <p:cNvPr name="Freeform 75" id="75"/>
            <p:cNvSpPr/>
            <p:nvPr/>
          </p:nvSpPr>
          <p:spPr>
            <a:xfrm flipH="false" flipV="false" rot="0">
              <a:off x="0" y="0"/>
              <a:ext cx="9265920" cy="682752"/>
            </a:xfrm>
            <a:custGeom>
              <a:avLst/>
              <a:gdLst/>
              <a:ahLst/>
              <a:cxnLst/>
              <a:rect r="r" b="b" t="t" l="l"/>
              <a:pathLst>
                <a:path h="682752" w="9265920">
                  <a:moveTo>
                    <a:pt x="0" y="0"/>
                  </a:moveTo>
                  <a:lnTo>
                    <a:pt x="9265920" y="0"/>
                  </a:lnTo>
                  <a:lnTo>
                    <a:pt x="9265920" y="682752"/>
                  </a:lnTo>
                  <a:lnTo>
                    <a:pt x="0" y="682752"/>
                  </a:lnTo>
                  <a:close/>
                </a:path>
              </a:pathLst>
            </a:custGeom>
            <a:blipFill>
              <a:blip r:embed="rId3">
                <a:alphaModFix amt="0"/>
              </a:blip>
              <a:stretch>
                <a:fillRect l="0" t="-214439" r="0" b="-214439"/>
              </a:stretch>
            </a:blipFill>
          </p:spPr>
        </p:sp>
        <p:sp>
          <p:nvSpPr>
            <p:cNvPr name="TextBox 76" id="76"/>
            <p:cNvSpPr txBox="true"/>
            <p:nvPr/>
          </p:nvSpPr>
          <p:spPr>
            <a:xfrm>
              <a:off x="0" y="-47625"/>
              <a:ext cx="9265920" cy="730377"/>
            </a:xfrm>
            <a:prstGeom prst="rect">
              <a:avLst/>
            </a:prstGeom>
          </p:spPr>
          <p:txBody>
            <a:bodyPr anchor="ctr" rtlCol="false" tIns="0" lIns="0" bIns="0" rIns="0"/>
            <a:lstStyle/>
            <a:p>
              <a:pPr algn="l">
                <a:lnSpc>
                  <a:spcPts val="2759"/>
                </a:lnSpc>
              </a:pPr>
              <a:r>
                <a:rPr lang="en-US" sz="2299">
                  <a:solidFill>
                    <a:srgbClr val="8A9CC8"/>
                  </a:solidFill>
                  <a:latin typeface="Calibri (MS)"/>
                  <a:ea typeface="Calibri (MS)"/>
                  <a:cs typeface="Calibri (MS)"/>
                  <a:sym typeface="Calibri (MS)"/>
                </a:rPr>
                <a:t>Sistema web de gestión y seguimiento</a:t>
              </a:r>
            </a:p>
          </p:txBody>
        </p:sp>
      </p:grpSp>
      <p:grpSp>
        <p:nvGrpSpPr>
          <p:cNvPr name="Group 77" id="77"/>
          <p:cNvGrpSpPr/>
          <p:nvPr/>
        </p:nvGrpSpPr>
        <p:grpSpPr>
          <a:xfrm rot="0">
            <a:off x="9405623" y="6022343"/>
            <a:ext cx="8072123" cy="1305563"/>
            <a:chOff x="0" y="0"/>
            <a:chExt cx="10762831" cy="1740751"/>
          </a:xfrm>
        </p:grpSpPr>
        <p:sp>
          <p:nvSpPr>
            <p:cNvPr name="Freeform 78" id="78"/>
            <p:cNvSpPr/>
            <p:nvPr/>
          </p:nvSpPr>
          <p:spPr>
            <a:xfrm flipH="false" flipV="false" rot="0">
              <a:off x="0" y="0"/>
              <a:ext cx="10762869" cy="1740789"/>
            </a:xfrm>
            <a:custGeom>
              <a:avLst/>
              <a:gdLst/>
              <a:ahLst/>
              <a:cxnLst/>
              <a:rect r="r" b="b" t="t" l="l"/>
              <a:pathLst>
                <a:path h="1740789" w="10762869">
                  <a:moveTo>
                    <a:pt x="0" y="149225"/>
                  </a:moveTo>
                  <a:cubicBezTo>
                    <a:pt x="0" y="66802"/>
                    <a:pt x="66802" y="0"/>
                    <a:pt x="149225" y="0"/>
                  </a:cubicBezTo>
                  <a:lnTo>
                    <a:pt x="10613644" y="0"/>
                  </a:lnTo>
                  <a:cubicBezTo>
                    <a:pt x="10696067" y="0"/>
                    <a:pt x="10762869" y="66802"/>
                    <a:pt x="10762869" y="149225"/>
                  </a:cubicBezTo>
                  <a:lnTo>
                    <a:pt x="10762869" y="1591564"/>
                  </a:lnTo>
                  <a:cubicBezTo>
                    <a:pt x="10762869" y="1673987"/>
                    <a:pt x="10696067" y="1740789"/>
                    <a:pt x="10613644" y="1740789"/>
                  </a:cubicBezTo>
                  <a:lnTo>
                    <a:pt x="149225" y="1740789"/>
                  </a:lnTo>
                  <a:cubicBezTo>
                    <a:pt x="66802" y="1740789"/>
                    <a:pt x="0" y="1673987"/>
                    <a:pt x="0" y="1591564"/>
                  </a:cubicBezTo>
                  <a:close/>
                </a:path>
              </a:pathLst>
            </a:custGeom>
            <a:solidFill>
              <a:srgbClr val="1A2F5A"/>
            </a:solidFill>
            <a:ln w="25400" cap="sq">
              <a:solidFill>
                <a:srgbClr val="028090"/>
              </a:solidFill>
              <a:prstDash val="solid"/>
              <a:miter/>
            </a:ln>
          </p:spPr>
        </p:sp>
      </p:grpSp>
      <p:grpSp>
        <p:nvGrpSpPr>
          <p:cNvPr name="Group 79" id="79"/>
          <p:cNvGrpSpPr/>
          <p:nvPr/>
        </p:nvGrpSpPr>
        <p:grpSpPr>
          <a:xfrm rot="0">
            <a:off x="9601200" y="6309360"/>
            <a:ext cx="640080" cy="731520"/>
            <a:chOff x="0" y="0"/>
            <a:chExt cx="853440" cy="975360"/>
          </a:xfrm>
        </p:grpSpPr>
        <p:sp>
          <p:nvSpPr>
            <p:cNvPr name="Freeform 80" id="80"/>
            <p:cNvSpPr/>
            <p:nvPr/>
          </p:nvSpPr>
          <p:spPr>
            <a:xfrm flipH="false" flipV="false" rot="0">
              <a:off x="0" y="0"/>
              <a:ext cx="853440" cy="975360"/>
            </a:xfrm>
            <a:custGeom>
              <a:avLst/>
              <a:gdLst/>
              <a:ahLst/>
              <a:cxnLst/>
              <a:rect r="r" b="b" t="t" l="l"/>
              <a:pathLst>
                <a:path h="975360" w="853440">
                  <a:moveTo>
                    <a:pt x="0" y="0"/>
                  </a:moveTo>
                  <a:lnTo>
                    <a:pt x="853440" y="0"/>
                  </a:lnTo>
                  <a:lnTo>
                    <a:pt x="853440" y="975360"/>
                  </a:lnTo>
                  <a:lnTo>
                    <a:pt x="0" y="975360"/>
                  </a:lnTo>
                  <a:close/>
                </a:path>
              </a:pathLst>
            </a:custGeom>
            <a:blipFill>
              <a:blip r:embed="rId3">
                <a:alphaModFix amt="0"/>
              </a:blip>
              <a:stretch>
                <a:fillRect l="-96632" t="0" r="-96632" b="0"/>
              </a:stretch>
            </a:blipFill>
          </p:spPr>
        </p:sp>
        <p:sp>
          <p:nvSpPr>
            <p:cNvPr name="TextBox 81" id="81"/>
            <p:cNvSpPr txBox="true"/>
            <p:nvPr/>
          </p:nvSpPr>
          <p:spPr>
            <a:xfrm>
              <a:off x="0" y="-66675"/>
              <a:ext cx="853440" cy="1042035"/>
            </a:xfrm>
            <a:prstGeom prst="rect">
              <a:avLst/>
            </a:prstGeom>
          </p:spPr>
          <p:txBody>
            <a:bodyPr anchor="ctr" rtlCol="false" tIns="0" lIns="0" bIns="0" rIns="0"/>
            <a:lstStyle/>
            <a:p>
              <a:pPr algn="l">
                <a:lnSpc>
                  <a:spcPts val="3719"/>
                </a:lnSpc>
              </a:pPr>
              <a:r>
                <a:rPr lang="en-US" sz="3099" b="true">
                  <a:solidFill>
                    <a:srgbClr val="02C39A"/>
                  </a:solidFill>
                  <a:latin typeface="Calibri (MS) Bold"/>
                  <a:ea typeface="Calibri (MS) Bold"/>
                  <a:cs typeface="Calibri (MS) Bold"/>
                  <a:sym typeface="Calibri (MS) Bold"/>
                </a:rPr>
                <a:t>✓</a:t>
              </a:r>
            </a:p>
          </p:txBody>
        </p:sp>
      </p:grpSp>
      <p:grpSp>
        <p:nvGrpSpPr>
          <p:cNvPr name="Group 82" id="82"/>
          <p:cNvGrpSpPr/>
          <p:nvPr/>
        </p:nvGrpSpPr>
        <p:grpSpPr>
          <a:xfrm rot="0">
            <a:off x="10332720" y="6181344"/>
            <a:ext cx="6949440" cy="548640"/>
            <a:chOff x="0" y="0"/>
            <a:chExt cx="9265920" cy="731520"/>
          </a:xfrm>
        </p:grpSpPr>
        <p:sp>
          <p:nvSpPr>
            <p:cNvPr name="Freeform 83" id="83"/>
            <p:cNvSpPr/>
            <p:nvPr/>
          </p:nvSpPr>
          <p:spPr>
            <a:xfrm flipH="false" flipV="false" rot="0">
              <a:off x="0" y="0"/>
              <a:ext cx="9265920" cy="731520"/>
            </a:xfrm>
            <a:custGeom>
              <a:avLst/>
              <a:gdLst/>
              <a:ahLst/>
              <a:cxnLst/>
              <a:rect r="r" b="b" t="t" l="l"/>
              <a:pathLst>
                <a:path h="731520" w="9265920">
                  <a:moveTo>
                    <a:pt x="0" y="0"/>
                  </a:moveTo>
                  <a:lnTo>
                    <a:pt x="9265920" y="0"/>
                  </a:lnTo>
                  <a:lnTo>
                    <a:pt x="9265920" y="731520"/>
                  </a:lnTo>
                  <a:lnTo>
                    <a:pt x="0" y="731520"/>
                  </a:lnTo>
                  <a:close/>
                </a:path>
              </a:pathLst>
            </a:custGeom>
            <a:blipFill>
              <a:blip r:embed="rId3">
                <a:alphaModFix amt="0"/>
              </a:blip>
              <a:stretch>
                <a:fillRect l="0" t="-196810" r="0" b="-196810"/>
              </a:stretch>
            </a:blipFill>
          </p:spPr>
        </p:sp>
        <p:sp>
          <p:nvSpPr>
            <p:cNvPr name="TextBox 84" id="84"/>
            <p:cNvSpPr txBox="true"/>
            <p:nvPr/>
          </p:nvSpPr>
          <p:spPr>
            <a:xfrm>
              <a:off x="0" y="-47625"/>
              <a:ext cx="9265920" cy="779145"/>
            </a:xfrm>
            <a:prstGeom prst="rect">
              <a:avLst/>
            </a:prstGeom>
          </p:spPr>
          <p:txBody>
            <a:bodyPr anchor="ctr" rtlCol="false" tIns="0" lIns="0" bIns="0" rIns="0"/>
            <a:lstStyle/>
            <a:p>
              <a:pPr algn="l">
                <a:lnSpc>
                  <a:spcPts val="2999"/>
                </a:lnSpc>
              </a:pPr>
              <a:r>
                <a:rPr lang="en-US" sz="2499" b="true">
                  <a:solidFill>
                    <a:srgbClr val="CADCFC"/>
                  </a:solidFill>
                  <a:latin typeface="Calibri (MS) Bold"/>
                  <a:ea typeface="Calibri (MS) Bold"/>
                  <a:cs typeface="Calibri (MS) Bold"/>
                  <a:sym typeface="Calibri (MS) Bold"/>
                </a:rPr>
                <a:t>Alcance realista: </a:t>
              </a:r>
            </a:p>
          </p:txBody>
        </p:sp>
      </p:grpSp>
      <p:grpSp>
        <p:nvGrpSpPr>
          <p:cNvPr name="Group 85" id="85"/>
          <p:cNvGrpSpPr/>
          <p:nvPr/>
        </p:nvGrpSpPr>
        <p:grpSpPr>
          <a:xfrm rot="0">
            <a:off x="10332720" y="6729984"/>
            <a:ext cx="6949440" cy="512064"/>
            <a:chOff x="0" y="0"/>
            <a:chExt cx="9265920" cy="682752"/>
          </a:xfrm>
        </p:grpSpPr>
        <p:sp>
          <p:nvSpPr>
            <p:cNvPr name="Freeform 86" id="86"/>
            <p:cNvSpPr/>
            <p:nvPr/>
          </p:nvSpPr>
          <p:spPr>
            <a:xfrm flipH="false" flipV="false" rot="0">
              <a:off x="0" y="0"/>
              <a:ext cx="9265920" cy="682752"/>
            </a:xfrm>
            <a:custGeom>
              <a:avLst/>
              <a:gdLst/>
              <a:ahLst/>
              <a:cxnLst/>
              <a:rect r="r" b="b" t="t" l="l"/>
              <a:pathLst>
                <a:path h="682752" w="9265920">
                  <a:moveTo>
                    <a:pt x="0" y="0"/>
                  </a:moveTo>
                  <a:lnTo>
                    <a:pt x="9265920" y="0"/>
                  </a:lnTo>
                  <a:lnTo>
                    <a:pt x="9265920" y="682752"/>
                  </a:lnTo>
                  <a:lnTo>
                    <a:pt x="0" y="682752"/>
                  </a:lnTo>
                  <a:close/>
                </a:path>
              </a:pathLst>
            </a:custGeom>
            <a:blipFill>
              <a:blip r:embed="rId3">
                <a:alphaModFix amt="0"/>
              </a:blip>
              <a:stretch>
                <a:fillRect l="0" t="-214439" r="0" b="-214439"/>
              </a:stretch>
            </a:blipFill>
          </p:spPr>
        </p:sp>
        <p:sp>
          <p:nvSpPr>
            <p:cNvPr name="TextBox 87" id="87"/>
            <p:cNvSpPr txBox="true"/>
            <p:nvPr/>
          </p:nvSpPr>
          <p:spPr>
            <a:xfrm>
              <a:off x="0" y="-47625"/>
              <a:ext cx="9265920" cy="730377"/>
            </a:xfrm>
            <a:prstGeom prst="rect">
              <a:avLst/>
            </a:prstGeom>
          </p:spPr>
          <p:txBody>
            <a:bodyPr anchor="ctr" rtlCol="false" tIns="0" lIns="0" bIns="0" rIns="0"/>
            <a:lstStyle/>
            <a:p>
              <a:pPr algn="l">
                <a:lnSpc>
                  <a:spcPts val="2759"/>
                </a:lnSpc>
              </a:pPr>
              <a:r>
                <a:rPr lang="en-US" sz="2299">
                  <a:solidFill>
                    <a:srgbClr val="8A9CC8"/>
                  </a:solidFill>
                  <a:latin typeface="Calibri (MS)"/>
                  <a:ea typeface="Calibri (MS)"/>
                  <a:cs typeface="Calibri (MS)"/>
                  <a:sym typeface="Calibri (MS)"/>
                </a:rPr>
                <a:t>PMV de 7 épicas, factible en la asignatura</a:t>
              </a:r>
            </a:p>
          </p:txBody>
        </p:sp>
      </p:grpSp>
      <p:grpSp>
        <p:nvGrpSpPr>
          <p:cNvPr name="Group 88" id="88"/>
          <p:cNvGrpSpPr/>
          <p:nvPr/>
        </p:nvGrpSpPr>
        <p:grpSpPr>
          <a:xfrm rot="0">
            <a:off x="9405623" y="7668263"/>
            <a:ext cx="8072123" cy="1506829"/>
            <a:chOff x="0" y="0"/>
            <a:chExt cx="10762831" cy="2009105"/>
          </a:xfrm>
        </p:grpSpPr>
        <p:sp>
          <p:nvSpPr>
            <p:cNvPr name="Freeform 89" id="89"/>
            <p:cNvSpPr/>
            <p:nvPr/>
          </p:nvSpPr>
          <p:spPr>
            <a:xfrm flipH="false" flipV="false" rot="0">
              <a:off x="0" y="0"/>
              <a:ext cx="10762869" cy="2009143"/>
            </a:xfrm>
            <a:custGeom>
              <a:avLst/>
              <a:gdLst/>
              <a:ahLst/>
              <a:cxnLst/>
              <a:rect r="r" b="b" t="t" l="l"/>
              <a:pathLst>
                <a:path h="2009143" w="10762869">
                  <a:moveTo>
                    <a:pt x="0" y="172230"/>
                  </a:moveTo>
                  <a:cubicBezTo>
                    <a:pt x="0" y="77100"/>
                    <a:pt x="66802" y="0"/>
                    <a:pt x="149225" y="0"/>
                  </a:cubicBezTo>
                  <a:lnTo>
                    <a:pt x="10613644" y="0"/>
                  </a:lnTo>
                  <a:cubicBezTo>
                    <a:pt x="10696067" y="0"/>
                    <a:pt x="10762869" y="77100"/>
                    <a:pt x="10762869" y="172230"/>
                  </a:cubicBezTo>
                  <a:lnTo>
                    <a:pt x="10762869" y="1836920"/>
                  </a:lnTo>
                  <a:cubicBezTo>
                    <a:pt x="10762869" y="1932049"/>
                    <a:pt x="10696067" y="2009143"/>
                    <a:pt x="10613644" y="2009143"/>
                  </a:cubicBezTo>
                  <a:lnTo>
                    <a:pt x="149225" y="2009143"/>
                  </a:lnTo>
                  <a:cubicBezTo>
                    <a:pt x="66802" y="2009143"/>
                    <a:pt x="0" y="1932049"/>
                    <a:pt x="0" y="1836920"/>
                  </a:cubicBezTo>
                  <a:close/>
                </a:path>
              </a:pathLst>
            </a:custGeom>
            <a:solidFill>
              <a:srgbClr val="1A2F5A"/>
            </a:solidFill>
            <a:ln w="25400" cap="sq">
              <a:solidFill>
                <a:srgbClr val="028090"/>
              </a:solidFill>
              <a:prstDash val="solid"/>
              <a:miter/>
            </a:ln>
          </p:spPr>
        </p:sp>
      </p:grpSp>
      <p:grpSp>
        <p:nvGrpSpPr>
          <p:cNvPr name="Group 90" id="90"/>
          <p:cNvGrpSpPr/>
          <p:nvPr/>
        </p:nvGrpSpPr>
        <p:grpSpPr>
          <a:xfrm rot="0">
            <a:off x="9601200" y="7955280"/>
            <a:ext cx="640080" cy="731520"/>
            <a:chOff x="0" y="0"/>
            <a:chExt cx="853440" cy="975360"/>
          </a:xfrm>
        </p:grpSpPr>
        <p:sp>
          <p:nvSpPr>
            <p:cNvPr name="Freeform 91" id="91"/>
            <p:cNvSpPr/>
            <p:nvPr/>
          </p:nvSpPr>
          <p:spPr>
            <a:xfrm flipH="false" flipV="false" rot="0">
              <a:off x="0" y="0"/>
              <a:ext cx="853440" cy="975360"/>
            </a:xfrm>
            <a:custGeom>
              <a:avLst/>
              <a:gdLst/>
              <a:ahLst/>
              <a:cxnLst/>
              <a:rect r="r" b="b" t="t" l="l"/>
              <a:pathLst>
                <a:path h="975360" w="853440">
                  <a:moveTo>
                    <a:pt x="0" y="0"/>
                  </a:moveTo>
                  <a:lnTo>
                    <a:pt x="853440" y="0"/>
                  </a:lnTo>
                  <a:lnTo>
                    <a:pt x="853440" y="975360"/>
                  </a:lnTo>
                  <a:lnTo>
                    <a:pt x="0" y="975360"/>
                  </a:lnTo>
                  <a:close/>
                </a:path>
              </a:pathLst>
            </a:custGeom>
            <a:blipFill>
              <a:blip r:embed="rId3">
                <a:alphaModFix amt="0"/>
              </a:blip>
              <a:stretch>
                <a:fillRect l="-96632" t="0" r="-96632" b="0"/>
              </a:stretch>
            </a:blipFill>
          </p:spPr>
        </p:sp>
        <p:sp>
          <p:nvSpPr>
            <p:cNvPr name="TextBox 92" id="92"/>
            <p:cNvSpPr txBox="true"/>
            <p:nvPr/>
          </p:nvSpPr>
          <p:spPr>
            <a:xfrm>
              <a:off x="0" y="-66675"/>
              <a:ext cx="853440" cy="1042035"/>
            </a:xfrm>
            <a:prstGeom prst="rect">
              <a:avLst/>
            </a:prstGeom>
          </p:spPr>
          <p:txBody>
            <a:bodyPr anchor="ctr" rtlCol="false" tIns="0" lIns="0" bIns="0" rIns="0"/>
            <a:lstStyle/>
            <a:p>
              <a:pPr algn="l">
                <a:lnSpc>
                  <a:spcPts val="3719"/>
                </a:lnSpc>
              </a:pPr>
              <a:r>
                <a:rPr lang="en-US" sz="3099" b="true">
                  <a:solidFill>
                    <a:srgbClr val="02C39A"/>
                  </a:solidFill>
                  <a:latin typeface="Calibri (MS) Bold"/>
                  <a:ea typeface="Calibri (MS) Bold"/>
                  <a:cs typeface="Calibri (MS) Bold"/>
                  <a:sym typeface="Calibri (MS) Bold"/>
                </a:rPr>
                <a:t>✓</a:t>
              </a:r>
            </a:p>
          </p:txBody>
        </p:sp>
      </p:grpSp>
      <p:grpSp>
        <p:nvGrpSpPr>
          <p:cNvPr name="Group 93" id="93"/>
          <p:cNvGrpSpPr/>
          <p:nvPr/>
        </p:nvGrpSpPr>
        <p:grpSpPr>
          <a:xfrm rot="0">
            <a:off x="10332720" y="7827264"/>
            <a:ext cx="6949440" cy="548640"/>
            <a:chOff x="0" y="0"/>
            <a:chExt cx="9265920" cy="731520"/>
          </a:xfrm>
        </p:grpSpPr>
        <p:sp>
          <p:nvSpPr>
            <p:cNvPr name="Freeform 94" id="94"/>
            <p:cNvSpPr/>
            <p:nvPr/>
          </p:nvSpPr>
          <p:spPr>
            <a:xfrm flipH="false" flipV="false" rot="0">
              <a:off x="0" y="0"/>
              <a:ext cx="9265920" cy="731520"/>
            </a:xfrm>
            <a:custGeom>
              <a:avLst/>
              <a:gdLst/>
              <a:ahLst/>
              <a:cxnLst/>
              <a:rect r="r" b="b" t="t" l="l"/>
              <a:pathLst>
                <a:path h="731520" w="9265920">
                  <a:moveTo>
                    <a:pt x="0" y="0"/>
                  </a:moveTo>
                  <a:lnTo>
                    <a:pt x="9265920" y="0"/>
                  </a:lnTo>
                  <a:lnTo>
                    <a:pt x="9265920" y="731520"/>
                  </a:lnTo>
                  <a:lnTo>
                    <a:pt x="0" y="731520"/>
                  </a:lnTo>
                  <a:close/>
                </a:path>
              </a:pathLst>
            </a:custGeom>
            <a:blipFill>
              <a:blip r:embed="rId3">
                <a:alphaModFix amt="0"/>
              </a:blip>
              <a:stretch>
                <a:fillRect l="0" t="-196810" r="0" b="-196810"/>
              </a:stretch>
            </a:blipFill>
          </p:spPr>
        </p:sp>
        <p:sp>
          <p:nvSpPr>
            <p:cNvPr name="TextBox 95" id="95"/>
            <p:cNvSpPr txBox="true"/>
            <p:nvPr/>
          </p:nvSpPr>
          <p:spPr>
            <a:xfrm>
              <a:off x="0" y="-47625"/>
              <a:ext cx="9265920" cy="779145"/>
            </a:xfrm>
            <a:prstGeom prst="rect">
              <a:avLst/>
            </a:prstGeom>
          </p:spPr>
          <p:txBody>
            <a:bodyPr anchor="ctr" rtlCol="false" tIns="0" lIns="0" bIns="0" rIns="0"/>
            <a:lstStyle/>
            <a:p>
              <a:pPr algn="l">
                <a:lnSpc>
                  <a:spcPts val="2999"/>
                </a:lnSpc>
              </a:pPr>
              <a:r>
                <a:rPr lang="en-US" sz="2499" b="true">
                  <a:solidFill>
                    <a:srgbClr val="CADCFC"/>
                  </a:solidFill>
                  <a:latin typeface="Calibri (MS) Bold"/>
                  <a:ea typeface="Calibri (MS) Bold"/>
                  <a:cs typeface="Calibri (MS) Bold"/>
                  <a:sym typeface="Calibri (MS) Bold"/>
                </a:rPr>
                <a:t>Ingeniería en Informática: </a:t>
              </a:r>
            </a:p>
          </p:txBody>
        </p:sp>
      </p:grpSp>
      <p:grpSp>
        <p:nvGrpSpPr>
          <p:cNvPr name="Group 96" id="96"/>
          <p:cNvGrpSpPr/>
          <p:nvPr/>
        </p:nvGrpSpPr>
        <p:grpSpPr>
          <a:xfrm rot="0">
            <a:off x="10332720" y="8375904"/>
            <a:ext cx="6949440" cy="799188"/>
            <a:chOff x="0" y="0"/>
            <a:chExt cx="9265920" cy="1065584"/>
          </a:xfrm>
        </p:grpSpPr>
        <p:sp>
          <p:nvSpPr>
            <p:cNvPr name="Freeform 97" id="97"/>
            <p:cNvSpPr/>
            <p:nvPr/>
          </p:nvSpPr>
          <p:spPr>
            <a:xfrm flipH="false" flipV="false" rot="0">
              <a:off x="0" y="0"/>
              <a:ext cx="9265920" cy="1065584"/>
            </a:xfrm>
            <a:custGeom>
              <a:avLst/>
              <a:gdLst/>
              <a:ahLst/>
              <a:cxnLst/>
              <a:rect r="r" b="b" t="t" l="l"/>
              <a:pathLst>
                <a:path h="1065584" w="9265920">
                  <a:moveTo>
                    <a:pt x="0" y="0"/>
                  </a:moveTo>
                  <a:lnTo>
                    <a:pt x="9265920" y="0"/>
                  </a:lnTo>
                  <a:lnTo>
                    <a:pt x="9265920" y="1065584"/>
                  </a:lnTo>
                  <a:lnTo>
                    <a:pt x="0" y="1065584"/>
                  </a:lnTo>
                  <a:close/>
                </a:path>
              </a:pathLst>
            </a:custGeom>
            <a:blipFill>
              <a:blip r:embed="rId3">
                <a:alphaModFix amt="0"/>
              </a:blip>
              <a:stretch>
                <a:fillRect l="0" t="-137398" r="0" b="-101471"/>
              </a:stretch>
            </a:blipFill>
          </p:spPr>
        </p:sp>
        <p:sp>
          <p:nvSpPr>
            <p:cNvPr name="TextBox 98" id="98"/>
            <p:cNvSpPr txBox="true"/>
            <p:nvPr/>
          </p:nvSpPr>
          <p:spPr>
            <a:xfrm>
              <a:off x="0" y="-47625"/>
              <a:ext cx="9265920" cy="1113209"/>
            </a:xfrm>
            <a:prstGeom prst="rect">
              <a:avLst/>
            </a:prstGeom>
          </p:spPr>
          <p:txBody>
            <a:bodyPr anchor="ctr" rtlCol="false" tIns="0" lIns="0" bIns="0" rIns="0"/>
            <a:lstStyle/>
            <a:p>
              <a:pPr algn="l">
                <a:lnSpc>
                  <a:spcPts val="2759"/>
                </a:lnSpc>
              </a:pPr>
              <a:r>
                <a:rPr lang="en-US" sz="2299">
                  <a:solidFill>
                    <a:srgbClr val="8A9CC8"/>
                  </a:solidFill>
                  <a:latin typeface="Calibri (MS)"/>
                  <a:ea typeface="Calibri (MS)"/>
                  <a:cs typeface="Calibri (MS)"/>
                  <a:sym typeface="Calibri (MS)"/>
                </a:rPr>
                <a:t>Competencias aplicadas a una problemática institucional real</a:t>
              </a:r>
            </a:p>
          </p:txBody>
        </p:sp>
      </p:grpSp>
      <p:sp>
        <p:nvSpPr>
          <p:cNvPr name="Freeform 99" id="99"/>
          <p:cNvSpPr/>
          <p:nvPr/>
        </p:nvSpPr>
        <p:spPr>
          <a:xfrm flipH="false" flipV="false" rot="0">
            <a:off x="13644173" y="170126"/>
            <a:ext cx="4226777" cy="1056694"/>
          </a:xfrm>
          <a:custGeom>
            <a:avLst/>
            <a:gdLst/>
            <a:ahLst/>
            <a:cxnLst/>
            <a:rect r="r" b="b" t="t" l="l"/>
            <a:pathLst>
              <a:path h="1056694" w="4226777">
                <a:moveTo>
                  <a:pt x="0" y="0"/>
                </a:moveTo>
                <a:lnTo>
                  <a:pt x="4226777" y="0"/>
                </a:lnTo>
                <a:lnTo>
                  <a:pt x="4226777" y="1056694"/>
                </a:lnTo>
                <a:lnTo>
                  <a:pt x="0" y="1056694"/>
                </a:lnTo>
                <a:lnTo>
                  <a:pt x="0" y="0"/>
                </a:lnTo>
                <a:close/>
              </a:path>
            </a:pathLst>
          </a:custGeom>
          <a:blipFill>
            <a:blip r:embed="rId4"/>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DAHThFEY5jE</dc:identifier>
  <dcterms:modified xsi:type="dcterms:W3CDTF">2011-08-01T06:04:30Z</dcterms:modified>
  <cp:revision>1</cp:revision>
  <dc:title>presentacion_practicas.pptx</dc:title>
</cp:coreProperties>
</file>